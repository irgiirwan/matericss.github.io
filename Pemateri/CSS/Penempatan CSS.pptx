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204700" cy="6870700"/>
  <p:notesSz cx="12204700" cy="687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706" autoAdjust="0"/>
  </p:normalViewPr>
  <p:slideViewPr>
    <p:cSldViewPr>
      <p:cViewPr varScale="1">
        <p:scale>
          <a:sx n="95" d="100"/>
          <a:sy n="95" d="100"/>
        </p:scale>
        <p:origin x="173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129917"/>
            <a:ext cx="9715500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>
                <a:solidFill>
                  <a:srgbClr val="2925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847592"/>
            <a:ext cx="800100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rgbClr val="2925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rgbClr val="2925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580261"/>
            <a:ext cx="497205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580261"/>
            <a:ext cx="497205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rgbClr val="2925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388874"/>
            <a:ext cx="3200400" cy="755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>
                <a:solidFill>
                  <a:srgbClr val="2925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825" y="2275315"/>
            <a:ext cx="5045710" cy="151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6389751"/>
            <a:ext cx="365760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6389751"/>
            <a:ext cx="262890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6389751"/>
            <a:ext cx="262890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14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204700" cy="7397750"/>
            <a:chOff x="0" y="0"/>
            <a:chExt cx="11424285" cy="6870700"/>
          </a:xfrm>
        </p:grpSpPr>
        <p:sp>
          <p:nvSpPr>
            <p:cNvPr id="3" name="object 3"/>
            <p:cNvSpPr/>
            <p:nvPr/>
          </p:nvSpPr>
          <p:spPr>
            <a:xfrm>
              <a:off x="0" y="8901"/>
              <a:ext cx="11424285" cy="6861809"/>
            </a:xfrm>
            <a:custGeom>
              <a:avLst/>
              <a:gdLst/>
              <a:ahLst/>
              <a:cxnLst/>
              <a:rect l="l" t="t" r="r" b="b"/>
              <a:pathLst>
                <a:path w="11424285" h="6861809">
                  <a:moveTo>
                    <a:pt x="8915" y="0"/>
                  </a:moveTo>
                  <a:lnTo>
                    <a:pt x="0" y="0"/>
                  </a:lnTo>
                  <a:lnTo>
                    <a:pt x="0" y="6402070"/>
                  </a:lnTo>
                  <a:lnTo>
                    <a:pt x="8915" y="6402070"/>
                  </a:lnTo>
                  <a:lnTo>
                    <a:pt x="8915" y="0"/>
                  </a:lnTo>
                  <a:close/>
                </a:path>
                <a:path w="11424285" h="6861809">
                  <a:moveTo>
                    <a:pt x="11423688" y="6410515"/>
                  </a:moveTo>
                  <a:lnTo>
                    <a:pt x="0" y="6410515"/>
                  </a:lnTo>
                  <a:lnTo>
                    <a:pt x="0" y="6861797"/>
                  </a:lnTo>
                  <a:lnTo>
                    <a:pt x="11423688" y="6861797"/>
                  </a:lnTo>
                  <a:lnTo>
                    <a:pt x="11423688" y="6410515"/>
                  </a:lnTo>
                  <a:close/>
                </a:path>
                <a:path w="11424285" h="6861809">
                  <a:moveTo>
                    <a:pt x="11423688" y="25"/>
                  </a:moveTo>
                  <a:lnTo>
                    <a:pt x="11421186" y="25"/>
                  </a:lnTo>
                  <a:lnTo>
                    <a:pt x="11421186" y="6401600"/>
                  </a:lnTo>
                  <a:lnTo>
                    <a:pt x="11423688" y="6401600"/>
                  </a:lnTo>
                  <a:lnTo>
                    <a:pt x="11423688" y="25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915" y="0"/>
              <a:ext cx="11412855" cy="6419850"/>
            </a:xfrm>
            <a:custGeom>
              <a:avLst/>
              <a:gdLst/>
              <a:ahLst/>
              <a:cxnLst/>
              <a:rect l="l" t="t" r="r" b="b"/>
              <a:pathLst>
                <a:path w="11412855" h="6419850">
                  <a:moveTo>
                    <a:pt x="11412278" y="6419406"/>
                  </a:moveTo>
                  <a:lnTo>
                    <a:pt x="0" y="6419406"/>
                  </a:lnTo>
                  <a:lnTo>
                    <a:pt x="0" y="0"/>
                  </a:lnTo>
                  <a:lnTo>
                    <a:pt x="11412278" y="0"/>
                  </a:lnTo>
                  <a:lnTo>
                    <a:pt x="11412278" y="6419406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63272" y="0"/>
              <a:ext cx="4458335" cy="4457700"/>
            </a:xfrm>
            <a:custGeom>
              <a:avLst/>
              <a:gdLst/>
              <a:ahLst/>
              <a:cxnLst/>
              <a:rect l="l" t="t" r="r" b="b"/>
              <a:pathLst>
                <a:path w="4458334" h="4457700">
                  <a:moveTo>
                    <a:pt x="3482544" y="4330699"/>
                  </a:moveTo>
                  <a:lnTo>
                    <a:pt x="1866958" y="4330699"/>
                  </a:lnTo>
                  <a:lnTo>
                    <a:pt x="1651167" y="4241799"/>
                  </a:lnTo>
                  <a:lnTo>
                    <a:pt x="1413881" y="4140199"/>
                  </a:lnTo>
                  <a:lnTo>
                    <a:pt x="1385027" y="4114799"/>
                  </a:lnTo>
                  <a:lnTo>
                    <a:pt x="1299654" y="4076699"/>
                  </a:lnTo>
                  <a:lnTo>
                    <a:pt x="1271602" y="4051299"/>
                  </a:lnTo>
                  <a:lnTo>
                    <a:pt x="1243765" y="4038599"/>
                  </a:lnTo>
                  <a:lnTo>
                    <a:pt x="1216144" y="4013199"/>
                  </a:lnTo>
                  <a:lnTo>
                    <a:pt x="1161556" y="3987799"/>
                  </a:lnTo>
                  <a:lnTo>
                    <a:pt x="1134607" y="3962399"/>
                  </a:lnTo>
                  <a:lnTo>
                    <a:pt x="1107889" y="3949699"/>
                  </a:lnTo>
                  <a:lnTo>
                    <a:pt x="1081403" y="3924299"/>
                  </a:lnTo>
                  <a:lnTo>
                    <a:pt x="1055157" y="3911599"/>
                  </a:lnTo>
                  <a:lnTo>
                    <a:pt x="1003409" y="3860799"/>
                  </a:lnTo>
                  <a:lnTo>
                    <a:pt x="977906" y="3848099"/>
                  </a:lnTo>
                  <a:lnTo>
                    <a:pt x="952659" y="3822699"/>
                  </a:lnTo>
                  <a:lnTo>
                    <a:pt x="927676" y="3797299"/>
                  </a:lnTo>
                  <a:lnTo>
                    <a:pt x="902955" y="3784599"/>
                  </a:lnTo>
                  <a:lnTo>
                    <a:pt x="878497" y="3759199"/>
                  </a:lnTo>
                  <a:lnTo>
                    <a:pt x="854310" y="3733799"/>
                  </a:lnTo>
                  <a:lnTo>
                    <a:pt x="830401" y="3708399"/>
                  </a:lnTo>
                  <a:lnTo>
                    <a:pt x="806770" y="3695699"/>
                  </a:lnTo>
                  <a:lnTo>
                    <a:pt x="760347" y="3644899"/>
                  </a:lnTo>
                  <a:lnTo>
                    <a:pt x="715084" y="3594099"/>
                  </a:lnTo>
                  <a:lnTo>
                    <a:pt x="670995" y="3543299"/>
                  </a:lnTo>
                  <a:lnTo>
                    <a:pt x="649405" y="3517899"/>
                  </a:lnTo>
                  <a:lnTo>
                    <a:pt x="628120" y="3505199"/>
                  </a:lnTo>
                  <a:lnTo>
                    <a:pt x="607140" y="3479799"/>
                  </a:lnTo>
                  <a:lnTo>
                    <a:pt x="586471" y="3454399"/>
                  </a:lnTo>
                  <a:lnTo>
                    <a:pt x="566120" y="3416299"/>
                  </a:lnTo>
                  <a:lnTo>
                    <a:pt x="546086" y="3390899"/>
                  </a:lnTo>
                  <a:lnTo>
                    <a:pt x="506977" y="3340099"/>
                  </a:lnTo>
                  <a:lnTo>
                    <a:pt x="469180" y="3289299"/>
                  </a:lnTo>
                  <a:lnTo>
                    <a:pt x="432706" y="3238499"/>
                  </a:lnTo>
                  <a:lnTo>
                    <a:pt x="397588" y="3174999"/>
                  </a:lnTo>
                  <a:lnTo>
                    <a:pt x="380539" y="3149599"/>
                  </a:lnTo>
                  <a:lnTo>
                    <a:pt x="363836" y="3124199"/>
                  </a:lnTo>
                  <a:lnTo>
                    <a:pt x="347484" y="3098799"/>
                  </a:lnTo>
                  <a:lnTo>
                    <a:pt x="331482" y="3060699"/>
                  </a:lnTo>
                  <a:lnTo>
                    <a:pt x="315831" y="3035299"/>
                  </a:lnTo>
                  <a:lnTo>
                    <a:pt x="300534" y="3009899"/>
                  </a:lnTo>
                  <a:lnTo>
                    <a:pt x="285597" y="2984499"/>
                  </a:lnTo>
                  <a:lnTo>
                    <a:pt x="271020" y="2946399"/>
                  </a:lnTo>
                  <a:lnTo>
                    <a:pt x="256803" y="2920999"/>
                  </a:lnTo>
                  <a:lnTo>
                    <a:pt x="242951" y="2895599"/>
                  </a:lnTo>
                  <a:lnTo>
                    <a:pt x="229466" y="2857499"/>
                  </a:lnTo>
                  <a:lnTo>
                    <a:pt x="216350" y="2832099"/>
                  </a:lnTo>
                  <a:lnTo>
                    <a:pt x="203602" y="2806699"/>
                  </a:lnTo>
                  <a:lnTo>
                    <a:pt x="191226" y="2768599"/>
                  </a:lnTo>
                  <a:lnTo>
                    <a:pt x="179226" y="2743199"/>
                  </a:lnTo>
                  <a:lnTo>
                    <a:pt x="167602" y="2705099"/>
                  </a:lnTo>
                  <a:lnTo>
                    <a:pt x="156354" y="2679699"/>
                  </a:lnTo>
                  <a:lnTo>
                    <a:pt x="145485" y="2641599"/>
                  </a:lnTo>
                  <a:lnTo>
                    <a:pt x="134999" y="2616199"/>
                  </a:lnTo>
                  <a:lnTo>
                    <a:pt x="124895" y="2590799"/>
                  </a:lnTo>
                  <a:lnTo>
                    <a:pt x="115174" y="2552699"/>
                  </a:lnTo>
                  <a:lnTo>
                    <a:pt x="105837" y="2527299"/>
                  </a:lnTo>
                  <a:lnTo>
                    <a:pt x="96889" y="2489199"/>
                  </a:lnTo>
                  <a:lnTo>
                    <a:pt x="88330" y="2463799"/>
                  </a:lnTo>
                  <a:lnTo>
                    <a:pt x="80158" y="2425699"/>
                  </a:lnTo>
                  <a:lnTo>
                    <a:pt x="72377" y="2400299"/>
                  </a:lnTo>
                  <a:lnTo>
                    <a:pt x="64990" y="2362199"/>
                  </a:lnTo>
                  <a:lnTo>
                    <a:pt x="57995" y="2336799"/>
                  </a:lnTo>
                  <a:lnTo>
                    <a:pt x="51393" y="2298699"/>
                  </a:lnTo>
                  <a:lnTo>
                    <a:pt x="45187" y="2260599"/>
                  </a:lnTo>
                  <a:lnTo>
                    <a:pt x="39378" y="2235199"/>
                  </a:lnTo>
                  <a:lnTo>
                    <a:pt x="33965" y="2197099"/>
                  </a:lnTo>
                  <a:lnTo>
                    <a:pt x="28949" y="2171699"/>
                  </a:lnTo>
                  <a:lnTo>
                    <a:pt x="24332" y="2133599"/>
                  </a:lnTo>
                  <a:lnTo>
                    <a:pt x="20115" y="2108199"/>
                  </a:lnTo>
                  <a:lnTo>
                    <a:pt x="16297" y="2070099"/>
                  </a:lnTo>
                  <a:lnTo>
                    <a:pt x="12879" y="2044699"/>
                  </a:lnTo>
                  <a:lnTo>
                    <a:pt x="9862" y="2006599"/>
                  </a:lnTo>
                  <a:lnTo>
                    <a:pt x="7247" y="1968499"/>
                  </a:lnTo>
                  <a:lnTo>
                    <a:pt x="5033" y="1943099"/>
                  </a:lnTo>
                  <a:lnTo>
                    <a:pt x="3222" y="1904999"/>
                  </a:lnTo>
                  <a:lnTo>
                    <a:pt x="1812" y="1879599"/>
                  </a:lnTo>
                  <a:lnTo>
                    <a:pt x="805" y="1841499"/>
                  </a:lnTo>
                  <a:lnTo>
                    <a:pt x="201" y="1803399"/>
                  </a:lnTo>
                  <a:lnTo>
                    <a:pt x="0" y="1777999"/>
                  </a:lnTo>
                  <a:lnTo>
                    <a:pt x="201" y="1739899"/>
                  </a:lnTo>
                  <a:lnTo>
                    <a:pt x="805" y="1714499"/>
                  </a:lnTo>
                  <a:lnTo>
                    <a:pt x="1812" y="1676399"/>
                  </a:lnTo>
                  <a:lnTo>
                    <a:pt x="3222" y="1650999"/>
                  </a:lnTo>
                  <a:lnTo>
                    <a:pt x="5033" y="1612899"/>
                  </a:lnTo>
                  <a:lnTo>
                    <a:pt x="7247" y="1574799"/>
                  </a:lnTo>
                  <a:lnTo>
                    <a:pt x="9862" y="1549399"/>
                  </a:lnTo>
                  <a:lnTo>
                    <a:pt x="12879" y="1511299"/>
                  </a:lnTo>
                  <a:lnTo>
                    <a:pt x="16297" y="1485899"/>
                  </a:lnTo>
                  <a:lnTo>
                    <a:pt x="20114" y="1447799"/>
                  </a:lnTo>
                  <a:lnTo>
                    <a:pt x="24332" y="1422399"/>
                  </a:lnTo>
                  <a:lnTo>
                    <a:pt x="28949" y="1384299"/>
                  </a:lnTo>
                  <a:lnTo>
                    <a:pt x="33964" y="1346199"/>
                  </a:lnTo>
                  <a:lnTo>
                    <a:pt x="39377" y="1320799"/>
                  </a:lnTo>
                  <a:lnTo>
                    <a:pt x="45187" y="1282699"/>
                  </a:lnTo>
                  <a:lnTo>
                    <a:pt x="51393" y="1257299"/>
                  </a:lnTo>
                  <a:lnTo>
                    <a:pt x="57994" y="1219199"/>
                  </a:lnTo>
                  <a:lnTo>
                    <a:pt x="64989" y="1193799"/>
                  </a:lnTo>
                  <a:lnTo>
                    <a:pt x="72377" y="1155699"/>
                  </a:lnTo>
                  <a:lnTo>
                    <a:pt x="80157" y="1130299"/>
                  </a:lnTo>
                  <a:lnTo>
                    <a:pt x="88329" y="1092199"/>
                  </a:lnTo>
                  <a:lnTo>
                    <a:pt x="96888" y="1066799"/>
                  </a:lnTo>
                  <a:lnTo>
                    <a:pt x="105836" y="1028699"/>
                  </a:lnTo>
                  <a:lnTo>
                    <a:pt x="115172" y="1003299"/>
                  </a:lnTo>
                  <a:lnTo>
                    <a:pt x="124894" y="965199"/>
                  </a:lnTo>
                  <a:lnTo>
                    <a:pt x="134998" y="939799"/>
                  </a:lnTo>
                  <a:lnTo>
                    <a:pt x="145484" y="901699"/>
                  </a:lnTo>
                  <a:lnTo>
                    <a:pt x="156353" y="876299"/>
                  </a:lnTo>
                  <a:lnTo>
                    <a:pt x="167602" y="850899"/>
                  </a:lnTo>
                  <a:lnTo>
                    <a:pt x="179226" y="812799"/>
                  </a:lnTo>
                  <a:lnTo>
                    <a:pt x="191226" y="787399"/>
                  </a:lnTo>
                  <a:lnTo>
                    <a:pt x="203602" y="749299"/>
                  </a:lnTo>
                  <a:lnTo>
                    <a:pt x="216349" y="723899"/>
                  </a:lnTo>
                  <a:lnTo>
                    <a:pt x="229465" y="698499"/>
                  </a:lnTo>
                  <a:lnTo>
                    <a:pt x="242950" y="660399"/>
                  </a:lnTo>
                  <a:lnTo>
                    <a:pt x="256802" y="634999"/>
                  </a:lnTo>
                  <a:lnTo>
                    <a:pt x="271019" y="609599"/>
                  </a:lnTo>
                  <a:lnTo>
                    <a:pt x="285596" y="571499"/>
                  </a:lnTo>
                  <a:lnTo>
                    <a:pt x="300533" y="546099"/>
                  </a:lnTo>
                  <a:lnTo>
                    <a:pt x="315829" y="520699"/>
                  </a:lnTo>
                  <a:lnTo>
                    <a:pt x="331481" y="482599"/>
                  </a:lnTo>
                  <a:lnTo>
                    <a:pt x="347483" y="457199"/>
                  </a:lnTo>
                  <a:lnTo>
                    <a:pt x="363835" y="431799"/>
                  </a:lnTo>
                  <a:lnTo>
                    <a:pt x="380538" y="406399"/>
                  </a:lnTo>
                  <a:lnTo>
                    <a:pt x="397587" y="368299"/>
                  </a:lnTo>
                  <a:lnTo>
                    <a:pt x="432705" y="317499"/>
                  </a:lnTo>
                  <a:lnTo>
                    <a:pt x="469180" y="266699"/>
                  </a:lnTo>
                  <a:lnTo>
                    <a:pt x="506977" y="215899"/>
                  </a:lnTo>
                  <a:lnTo>
                    <a:pt x="526370" y="177799"/>
                  </a:lnTo>
                  <a:lnTo>
                    <a:pt x="566119" y="126999"/>
                  </a:lnTo>
                  <a:lnTo>
                    <a:pt x="607140" y="76199"/>
                  </a:lnTo>
                  <a:lnTo>
                    <a:pt x="649405" y="25399"/>
                  </a:lnTo>
                  <a:lnTo>
                    <a:pt x="4457920" y="0"/>
                  </a:lnTo>
                  <a:lnTo>
                    <a:pt x="4457920" y="3771899"/>
                  </a:lnTo>
                  <a:lnTo>
                    <a:pt x="4446548" y="3784599"/>
                  </a:lnTo>
                  <a:lnTo>
                    <a:pt x="4421827" y="3797299"/>
                  </a:lnTo>
                  <a:lnTo>
                    <a:pt x="4396843" y="3822699"/>
                  </a:lnTo>
                  <a:lnTo>
                    <a:pt x="4371596" y="3848099"/>
                  </a:lnTo>
                  <a:lnTo>
                    <a:pt x="4346094" y="3860799"/>
                  </a:lnTo>
                  <a:lnTo>
                    <a:pt x="4294345" y="3911599"/>
                  </a:lnTo>
                  <a:lnTo>
                    <a:pt x="4268099" y="3924299"/>
                  </a:lnTo>
                  <a:lnTo>
                    <a:pt x="4241613" y="3949699"/>
                  </a:lnTo>
                  <a:lnTo>
                    <a:pt x="4214895" y="3962399"/>
                  </a:lnTo>
                  <a:lnTo>
                    <a:pt x="4187945" y="3987799"/>
                  </a:lnTo>
                  <a:lnTo>
                    <a:pt x="4133357" y="4013199"/>
                  </a:lnTo>
                  <a:lnTo>
                    <a:pt x="4105736" y="4038599"/>
                  </a:lnTo>
                  <a:lnTo>
                    <a:pt x="4077900" y="4051299"/>
                  </a:lnTo>
                  <a:lnTo>
                    <a:pt x="4049848" y="4076699"/>
                  </a:lnTo>
                  <a:lnTo>
                    <a:pt x="3964476" y="4114799"/>
                  </a:lnTo>
                  <a:lnTo>
                    <a:pt x="3935621" y="4140199"/>
                  </a:lnTo>
                  <a:lnTo>
                    <a:pt x="3698335" y="4241799"/>
                  </a:lnTo>
                  <a:lnTo>
                    <a:pt x="3482544" y="4330699"/>
                  </a:lnTo>
                  <a:close/>
                </a:path>
                <a:path w="4458334" h="4457700">
                  <a:moveTo>
                    <a:pt x="3356456" y="4368799"/>
                  </a:moveTo>
                  <a:lnTo>
                    <a:pt x="1993046" y="4368799"/>
                  </a:lnTo>
                  <a:lnTo>
                    <a:pt x="1898312" y="4330699"/>
                  </a:lnTo>
                  <a:lnTo>
                    <a:pt x="3451190" y="4330699"/>
                  </a:lnTo>
                  <a:lnTo>
                    <a:pt x="3356456" y="4368799"/>
                  </a:lnTo>
                  <a:close/>
                </a:path>
                <a:path w="4458334" h="4457700">
                  <a:moveTo>
                    <a:pt x="3292772" y="4381499"/>
                  </a:moveTo>
                  <a:lnTo>
                    <a:pt x="2056730" y="4381499"/>
                  </a:lnTo>
                  <a:lnTo>
                    <a:pt x="2024839" y="4368799"/>
                  </a:lnTo>
                  <a:lnTo>
                    <a:pt x="3324663" y="4368799"/>
                  </a:lnTo>
                  <a:lnTo>
                    <a:pt x="3292772" y="4381499"/>
                  </a:lnTo>
                  <a:close/>
                </a:path>
                <a:path w="4458334" h="4457700">
                  <a:moveTo>
                    <a:pt x="3228725" y="4394199"/>
                  </a:moveTo>
                  <a:lnTo>
                    <a:pt x="2120777" y="4394199"/>
                  </a:lnTo>
                  <a:lnTo>
                    <a:pt x="2088709" y="4381499"/>
                  </a:lnTo>
                  <a:lnTo>
                    <a:pt x="3260792" y="4381499"/>
                  </a:lnTo>
                  <a:lnTo>
                    <a:pt x="3228725" y="4394199"/>
                  </a:lnTo>
                  <a:close/>
                </a:path>
                <a:path w="4458334" h="4457700">
                  <a:moveTo>
                    <a:pt x="3164335" y="4406899"/>
                  </a:moveTo>
                  <a:lnTo>
                    <a:pt x="2185167" y="4406899"/>
                  </a:lnTo>
                  <a:lnTo>
                    <a:pt x="2152933" y="4394199"/>
                  </a:lnTo>
                  <a:lnTo>
                    <a:pt x="3196569" y="4394199"/>
                  </a:lnTo>
                  <a:lnTo>
                    <a:pt x="3164335" y="4406899"/>
                  </a:lnTo>
                  <a:close/>
                </a:path>
                <a:path w="4458334" h="4457700">
                  <a:moveTo>
                    <a:pt x="3099660" y="4419599"/>
                  </a:moveTo>
                  <a:lnTo>
                    <a:pt x="2249843" y="4419599"/>
                  </a:lnTo>
                  <a:lnTo>
                    <a:pt x="2217470" y="4406899"/>
                  </a:lnTo>
                  <a:lnTo>
                    <a:pt x="3132032" y="4406899"/>
                  </a:lnTo>
                  <a:lnTo>
                    <a:pt x="3099660" y="4419599"/>
                  </a:lnTo>
                  <a:close/>
                </a:path>
                <a:path w="4458334" h="4457700">
                  <a:moveTo>
                    <a:pt x="3034719" y="4432299"/>
                  </a:moveTo>
                  <a:lnTo>
                    <a:pt x="2314784" y="4432299"/>
                  </a:lnTo>
                  <a:lnTo>
                    <a:pt x="2282284" y="4419599"/>
                  </a:lnTo>
                  <a:lnTo>
                    <a:pt x="3067219" y="4419599"/>
                  </a:lnTo>
                  <a:lnTo>
                    <a:pt x="3034719" y="4432299"/>
                  </a:lnTo>
                  <a:close/>
                </a:path>
                <a:path w="4458334" h="4457700">
                  <a:moveTo>
                    <a:pt x="2936923" y="4444999"/>
                  </a:moveTo>
                  <a:lnTo>
                    <a:pt x="2412582" y="4444999"/>
                  </a:lnTo>
                  <a:lnTo>
                    <a:pt x="2379933" y="4432299"/>
                  </a:lnTo>
                  <a:lnTo>
                    <a:pt x="2969571" y="4432299"/>
                  </a:lnTo>
                  <a:lnTo>
                    <a:pt x="2936923" y="4444999"/>
                  </a:lnTo>
                  <a:close/>
                </a:path>
                <a:path w="4458334" h="4457700">
                  <a:moveTo>
                    <a:pt x="2707578" y="4457699"/>
                  </a:moveTo>
                  <a:lnTo>
                    <a:pt x="2641926" y="4457699"/>
                  </a:lnTo>
                  <a:lnTo>
                    <a:pt x="2609110" y="4444999"/>
                  </a:lnTo>
                  <a:lnTo>
                    <a:pt x="2740394" y="4444999"/>
                  </a:lnTo>
                  <a:lnTo>
                    <a:pt x="2707578" y="4457699"/>
                  </a:lnTo>
                  <a:close/>
                </a:path>
              </a:pathLst>
            </a:custGeom>
            <a:solidFill>
              <a:srgbClr val="FFF0D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" y="4190546"/>
              <a:ext cx="2229485" cy="2229485"/>
            </a:xfrm>
            <a:custGeom>
              <a:avLst/>
              <a:gdLst/>
              <a:ahLst/>
              <a:cxnLst/>
              <a:rect l="l" t="t" r="r" b="b"/>
              <a:pathLst>
                <a:path w="2229485" h="2229485">
                  <a:moveTo>
                    <a:pt x="1888371" y="2228859"/>
                  </a:moveTo>
                  <a:lnTo>
                    <a:pt x="0" y="2228859"/>
                  </a:lnTo>
                  <a:lnTo>
                    <a:pt x="0" y="340487"/>
                  </a:lnTo>
                  <a:lnTo>
                    <a:pt x="30538" y="313959"/>
                  </a:lnTo>
                  <a:lnTo>
                    <a:pt x="68788" y="282959"/>
                  </a:lnTo>
                  <a:lnTo>
                    <a:pt x="108153" y="253388"/>
                  </a:lnTo>
                  <a:lnTo>
                    <a:pt x="148577" y="225287"/>
                  </a:lnTo>
                  <a:lnTo>
                    <a:pt x="190009" y="198693"/>
                  </a:lnTo>
                  <a:lnTo>
                    <a:pt x="232393" y="173641"/>
                  </a:lnTo>
                  <a:lnTo>
                    <a:pt x="275671" y="150166"/>
                  </a:lnTo>
                  <a:lnTo>
                    <a:pt x="319782" y="128300"/>
                  </a:lnTo>
                  <a:lnTo>
                    <a:pt x="364667" y="108074"/>
                  </a:lnTo>
                  <a:lnTo>
                    <a:pt x="410269" y="89512"/>
                  </a:lnTo>
                  <a:lnTo>
                    <a:pt x="456524" y="72641"/>
                  </a:lnTo>
                  <a:lnTo>
                    <a:pt x="503365" y="57486"/>
                  </a:lnTo>
                  <a:lnTo>
                    <a:pt x="550731" y="44064"/>
                  </a:lnTo>
                  <a:lnTo>
                    <a:pt x="598563" y="32394"/>
                  </a:lnTo>
                  <a:lnTo>
                    <a:pt x="646792" y="22493"/>
                  </a:lnTo>
                  <a:lnTo>
                    <a:pt x="695350" y="14374"/>
                  </a:lnTo>
                  <a:lnTo>
                    <a:pt x="744174" y="8048"/>
                  </a:lnTo>
                  <a:lnTo>
                    <a:pt x="793200" y="3523"/>
                  </a:lnTo>
                  <a:lnTo>
                    <a:pt x="842360" y="805"/>
                  </a:lnTo>
                  <a:lnTo>
                    <a:pt x="875171" y="0"/>
                  </a:lnTo>
                  <a:lnTo>
                    <a:pt x="907997" y="0"/>
                  </a:lnTo>
                  <a:lnTo>
                    <a:pt x="957206" y="1510"/>
                  </a:lnTo>
                  <a:lnTo>
                    <a:pt x="1006326" y="4830"/>
                  </a:lnTo>
                  <a:lnTo>
                    <a:pt x="1055293" y="9957"/>
                  </a:lnTo>
                  <a:lnTo>
                    <a:pt x="1104038" y="16882"/>
                  </a:lnTo>
                  <a:lnTo>
                    <a:pt x="1152493" y="25596"/>
                  </a:lnTo>
                  <a:lnTo>
                    <a:pt x="1200594" y="36088"/>
                  </a:lnTo>
                  <a:lnTo>
                    <a:pt x="1248279" y="48344"/>
                  </a:lnTo>
                  <a:lnTo>
                    <a:pt x="1295480" y="62346"/>
                  </a:lnTo>
                  <a:lnTo>
                    <a:pt x="1342132" y="78076"/>
                  </a:lnTo>
                  <a:lnTo>
                    <a:pt x="1388173" y="95512"/>
                  </a:lnTo>
                  <a:lnTo>
                    <a:pt x="1433543" y="114632"/>
                  </a:lnTo>
                  <a:lnTo>
                    <a:pt x="1478179" y="135409"/>
                  </a:lnTo>
                  <a:lnTo>
                    <a:pt x="1522018" y="157814"/>
                  </a:lnTo>
                  <a:lnTo>
                    <a:pt x="1565002" y="181817"/>
                  </a:lnTo>
                  <a:lnTo>
                    <a:pt x="1607076" y="207388"/>
                  </a:lnTo>
                  <a:lnTo>
                    <a:pt x="1648180" y="234489"/>
                  </a:lnTo>
                  <a:lnTo>
                    <a:pt x="1688257" y="263084"/>
                  </a:lnTo>
                  <a:lnTo>
                    <a:pt x="1727255" y="293135"/>
                  </a:lnTo>
                  <a:lnTo>
                    <a:pt x="1765121" y="324602"/>
                  </a:lnTo>
                  <a:lnTo>
                    <a:pt x="1801804" y="357441"/>
                  </a:lnTo>
                  <a:lnTo>
                    <a:pt x="1837251" y="391607"/>
                  </a:lnTo>
                  <a:lnTo>
                    <a:pt x="1871417" y="427055"/>
                  </a:lnTo>
                  <a:lnTo>
                    <a:pt x="1904257" y="463737"/>
                  </a:lnTo>
                  <a:lnTo>
                    <a:pt x="1935724" y="501604"/>
                  </a:lnTo>
                  <a:lnTo>
                    <a:pt x="1965774" y="540601"/>
                  </a:lnTo>
                  <a:lnTo>
                    <a:pt x="1994369" y="580678"/>
                  </a:lnTo>
                  <a:lnTo>
                    <a:pt x="2021471" y="621782"/>
                  </a:lnTo>
                  <a:lnTo>
                    <a:pt x="2047041" y="663856"/>
                  </a:lnTo>
                  <a:lnTo>
                    <a:pt x="2071044" y="706840"/>
                  </a:lnTo>
                  <a:lnTo>
                    <a:pt x="2093449" y="750678"/>
                  </a:lnTo>
                  <a:lnTo>
                    <a:pt x="2114226" y="795314"/>
                  </a:lnTo>
                  <a:lnTo>
                    <a:pt x="2133346" y="840685"/>
                  </a:lnTo>
                  <a:lnTo>
                    <a:pt x="2150782" y="886726"/>
                  </a:lnTo>
                  <a:lnTo>
                    <a:pt x="2166512" y="933378"/>
                  </a:lnTo>
                  <a:lnTo>
                    <a:pt x="2180515" y="980580"/>
                  </a:lnTo>
                  <a:lnTo>
                    <a:pt x="2192771" y="1028265"/>
                  </a:lnTo>
                  <a:lnTo>
                    <a:pt x="2203263" y="1076366"/>
                  </a:lnTo>
                  <a:lnTo>
                    <a:pt x="2211977" y="1124820"/>
                  </a:lnTo>
                  <a:lnTo>
                    <a:pt x="2218902" y="1173566"/>
                  </a:lnTo>
                  <a:lnTo>
                    <a:pt x="2224029" y="1222534"/>
                  </a:lnTo>
                  <a:lnTo>
                    <a:pt x="2227349" y="1271654"/>
                  </a:lnTo>
                  <a:lnTo>
                    <a:pt x="2228859" y="1320862"/>
                  </a:lnTo>
                  <a:lnTo>
                    <a:pt x="2228859" y="1353688"/>
                  </a:lnTo>
                  <a:lnTo>
                    <a:pt x="2227349" y="1402897"/>
                  </a:lnTo>
                  <a:lnTo>
                    <a:pt x="2224029" y="1452017"/>
                  </a:lnTo>
                  <a:lnTo>
                    <a:pt x="2218902" y="1500984"/>
                  </a:lnTo>
                  <a:lnTo>
                    <a:pt x="2211977" y="1549729"/>
                  </a:lnTo>
                  <a:lnTo>
                    <a:pt x="2203263" y="1598184"/>
                  </a:lnTo>
                  <a:lnTo>
                    <a:pt x="2192771" y="1646285"/>
                  </a:lnTo>
                  <a:lnTo>
                    <a:pt x="2180515" y="1693969"/>
                  </a:lnTo>
                  <a:lnTo>
                    <a:pt x="2166512" y="1741171"/>
                  </a:lnTo>
                  <a:lnTo>
                    <a:pt x="2150782" y="1787822"/>
                  </a:lnTo>
                  <a:lnTo>
                    <a:pt x="2133346" y="1833864"/>
                  </a:lnTo>
                  <a:lnTo>
                    <a:pt x="2114226" y="1879234"/>
                  </a:lnTo>
                  <a:lnTo>
                    <a:pt x="2093449" y="1923870"/>
                  </a:lnTo>
                  <a:lnTo>
                    <a:pt x="2071044" y="1967709"/>
                  </a:lnTo>
                  <a:lnTo>
                    <a:pt x="2047041" y="2010693"/>
                  </a:lnTo>
                  <a:lnTo>
                    <a:pt x="2021471" y="2052767"/>
                  </a:lnTo>
                  <a:lnTo>
                    <a:pt x="1994369" y="2093872"/>
                  </a:lnTo>
                  <a:lnTo>
                    <a:pt x="1965774" y="2133948"/>
                  </a:lnTo>
                  <a:lnTo>
                    <a:pt x="1935724" y="2172945"/>
                  </a:lnTo>
                  <a:lnTo>
                    <a:pt x="1904257" y="2210812"/>
                  </a:lnTo>
                  <a:lnTo>
                    <a:pt x="1888371" y="2228859"/>
                  </a:lnTo>
                  <a:close/>
                </a:path>
              </a:pathLst>
            </a:custGeom>
            <a:solidFill>
              <a:srgbClr val="FEF2C7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836" y="873752"/>
              <a:ext cx="2389505" cy="321310"/>
            </a:xfrm>
            <a:custGeom>
              <a:avLst/>
              <a:gdLst/>
              <a:ahLst/>
              <a:cxnLst/>
              <a:rect l="l" t="t" r="r" b="b"/>
              <a:pathLst>
                <a:path w="2389504" h="321309">
                  <a:moveTo>
                    <a:pt x="2228960" y="320970"/>
                  </a:moveTo>
                  <a:lnTo>
                    <a:pt x="160485" y="320970"/>
                  </a:lnTo>
                  <a:lnTo>
                    <a:pt x="152600" y="320777"/>
                  </a:lnTo>
                  <a:lnTo>
                    <a:pt x="113898" y="314061"/>
                  </a:lnTo>
                  <a:lnTo>
                    <a:pt x="77986" y="298143"/>
                  </a:lnTo>
                  <a:lnTo>
                    <a:pt x="47004" y="273965"/>
                  </a:lnTo>
                  <a:lnTo>
                    <a:pt x="22826" y="242983"/>
                  </a:lnTo>
                  <a:lnTo>
                    <a:pt x="6908" y="207071"/>
                  </a:lnTo>
                  <a:lnTo>
                    <a:pt x="192" y="168369"/>
                  </a:lnTo>
                  <a:lnTo>
                    <a:pt x="0" y="160485"/>
                  </a:lnTo>
                  <a:lnTo>
                    <a:pt x="192" y="152600"/>
                  </a:lnTo>
                  <a:lnTo>
                    <a:pt x="6908" y="113898"/>
                  </a:lnTo>
                  <a:lnTo>
                    <a:pt x="22826" y="77986"/>
                  </a:lnTo>
                  <a:lnTo>
                    <a:pt x="47004" y="47004"/>
                  </a:lnTo>
                  <a:lnTo>
                    <a:pt x="77986" y="22826"/>
                  </a:lnTo>
                  <a:lnTo>
                    <a:pt x="113898" y="6908"/>
                  </a:lnTo>
                  <a:lnTo>
                    <a:pt x="152600" y="192"/>
                  </a:lnTo>
                  <a:lnTo>
                    <a:pt x="160485" y="0"/>
                  </a:lnTo>
                  <a:lnTo>
                    <a:pt x="2228960" y="0"/>
                  </a:lnTo>
                  <a:lnTo>
                    <a:pt x="2267964" y="4810"/>
                  </a:lnTo>
                  <a:lnTo>
                    <a:pt x="2304613" y="18948"/>
                  </a:lnTo>
                  <a:lnTo>
                    <a:pt x="2336729" y="41566"/>
                  </a:lnTo>
                  <a:lnTo>
                    <a:pt x="2362398" y="71324"/>
                  </a:lnTo>
                  <a:lnTo>
                    <a:pt x="2380068" y="106427"/>
                  </a:lnTo>
                  <a:lnTo>
                    <a:pt x="2388674" y="144754"/>
                  </a:lnTo>
                  <a:lnTo>
                    <a:pt x="2389445" y="160485"/>
                  </a:lnTo>
                  <a:lnTo>
                    <a:pt x="2389253" y="168369"/>
                  </a:lnTo>
                  <a:lnTo>
                    <a:pt x="2382537" y="207071"/>
                  </a:lnTo>
                  <a:lnTo>
                    <a:pt x="2366619" y="242983"/>
                  </a:lnTo>
                  <a:lnTo>
                    <a:pt x="2342440" y="273965"/>
                  </a:lnTo>
                  <a:lnTo>
                    <a:pt x="2311458" y="298143"/>
                  </a:lnTo>
                  <a:lnTo>
                    <a:pt x="2275547" y="314061"/>
                  </a:lnTo>
                  <a:lnTo>
                    <a:pt x="2236844" y="320777"/>
                  </a:lnTo>
                  <a:lnTo>
                    <a:pt x="2228960" y="320970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7490" y="980742"/>
              <a:ext cx="106990" cy="10699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173107" y="937425"/>
            <a:ext cx="194119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dirty="0">
                <a:solidFill>
                  <a:srgbClr val="E9580C"/>
                </a:solidFill>
                <a:latin typeface="Tahoma"/>
                <a:cs typeface="Tahoma"/>
              </a:rPr>
              <a:t>WEB</a:t>
            </a:r>
            <a:r>
              <a:rPr sz="1000" b="1" spc="35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E9580C"/>
                </a:solidFill>
                <a:latin typeface="Tahoma"/>
                <a:cs typeface="Tahoma"/>
              </a:rPr>
              <a:t>DEVELOPMENT</a:t>
            </a:r>
            <a:r>
              <a:rPr sz="1000" b="1" spc="33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00" b="1" spc="-50" dirty="0">
                <a:solidFill>
                  <a:srgbClr val="E9580C"/>
                </a:solidFill>
                <a:latin typeface="Tahoma"/>
                <a:cs typeface="Tahoma"/>
              </a:rPr>
              <a:t>SERI</a:t>
            </a:r>
            <a:r>
              <a:rPr sz="1000" b="1" spc="-6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000" b="1" spc="-25" dirty="0">
                <a:solidFill>
                  <a:srgbClr val="E9580C"/>
                </a:solidFill>
                <a:latin typeface="Tahoma"/>
                <a:cs typeface="Tahoma"/>
              </a:rPr>
              <a:t>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852136" y="1280319"/>
            <a:ext cx="4258945" cy="16979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6570"/>
              </a:lnSpc>
              <a:spcBef>
                <a:spcPts val="125"/>
              </a:spcBef>
            </a:pPr>
            <a:r>
              <a:rPr sz="5800" spc="-45" dirty="0">
                <a:latin typeface="Trebuchet MS"/>
                <a:cs typeface="Trebuchet MS"/>
              </a:rPr>
              <a:t>Penempatan</a:t>
            </a:r>
            <a:endParaRPr sz="5800">
              <a:latin typeface="Trebuchet MS"/>
              <a:cs typeface="Trebuchet MS"/>
            </a:endParaRPr>
          </a:p>
          <a:p>
            <a:pPr marL="12700">
              <a:lnSpc>
                <a:spcPts val="6570"/>
              </a:lnSpc>
            </a:pPr>
            <a:r>
              <a:rPr sz="5800" spc="500" dirty="0">
                <a:solidFill>
                  <a:srgbClr val="E9580C"/>
                </a:solidFill>
                <a:latin typeface="Trebuchet MS"/>
                <a:cs typeface="Trebuchet MS"/>
              </a:rPr>
              <a:t>CSS</a:t>
            </a:r>
            <a:endParaRPr sz="5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2136" y="3061567"/>
            <a:ext cx="3894454" cy="88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sz="2400" b="1" spc="-150" dirty="0">
                <a:solidFill>
                  <a:srgbClr val="DB2525"/>
                </a:solidFill>
                <a:latin typeface="Tahoma"/>
                <a:cs typeface="Tahoma"/>
              </a:rPr>
              <a:t>Mengatur</a:t>
            </a:r>
            <a:r>
              <a:rPr sz="2400" b="1" spc="-55" dirty="0">
                <a:solidFill>
                  <a:srgbClr val="DB2525"/>
                </a:solidFill>
                <a:latin typeface="Tahoma"/>
                <a:cs typeface="Tahoma"/>
              </a:rPr>
              <a:t> </a:t>
            </a:r>
            <a:r>
              <a:rPr sz="2400" b="1" spc="-170" dirty="0">
                <a:solidFill>
                  <a:srgbClr val="DB2525"/>
                </a:solidFill>
                <a:latin typeface="Tahoma"/>
                <a:cs typeface="Tahoma"/>
              </a:rPr>
              <a:t>Tampilan</a:t>
            </a:r>
            <a:r>
              <a:rPr sz="2400" b="1" spc="30" dirty="0">
                <a:solidFill>
                  <a:srgbClr val="DB2525"/>
                </a:solidFill>
                <a:latin typeface="Tahoma"/>
                <a:cs typeface="Tahoma"/>
              </a:rPr>
              <a:t> </a:t>
            </a:r>
            <a:r>
              <a:rPr sz="2400" b="1" spc="-140" dirty="0">
                <a:solidFill>
                  <a:srgbClr val="DB2525"/>
                </a:solidFill>
                <a:latin typeface="Tahoma"/>
                <a:cs typeface="Tahoma"/>
              </a:rPr>
              <a:t>Website dengan</a:t>
            </a:r>
            <a:r>
              <a:rPr sz="2400" b="1" spc="-10" dirty="0">
                <a:solidFill>
                  <a:srgbClr val="DB2525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DB2525"/>
                </a:solidFill>
                <a:latin typeface="Tahoma"/>
                <a:cs typeface="Tahoma"/>
              </a:rPr>
              <a:t>Baik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4836" y="676177"/>
            <a:ext cx="10467975" cy="5424170"/>
            <a:chOff x="864836" y="676177"/>
            <a:chExt cx="10467975" cy="5424170"/>
          </a:xfrm>
        </p:grpSpPr>
        <p:sp>
          <p:nvSpPr>
            <p:cNvPr id="13" name="object 13"/>
            <p:cNvSpPr/>
            <p:nvPr/>
          </p:nvSpPr>
          <p:spPr>
            <a:xfrm>
              <a:off x="864836" y="4689733"/>
              <a:ext cx="4565015" cy="9525"/>
            </a:xfrm>
            <a:custGeom>
              <a:avLst/>
              <a:gdLst/>
              <a:ahLst/>
              <a:cxnLst/>
              <a:rect l="l" t="t" r="r" b="b"/>
              <a:pathLst>
                <a:path w="4565015" h="9525">
                  <a:moveTo>
                    <a:pt x="4564911" y="8915"/>
                  </a:moveTo>
                  <a:lnTo>
                    <a:pt x="0" y="8915"/>
                  </a:lnTo>
                  <a:lnTo>
                    <a:pt x="0" y="0"/>
                  </a:lnTo>
                  <a:lnTo>
                    <a:pt x="4564911" y="0"/>
                  </a:lnTo>
                  <a:lnTo>
                    <a:pt x="4564911" y="8915"/>
                  </a:lnTo>
                  <a:close/>
                </a:path>
              </a:pathLst>
            </a:custGeom>
            <a:solidFill>
              <a:srgbClr val="FED6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3752" y="4992871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5">
                  <a:moveTo>
                    <a:pt x="276391" y="552782"/>
                  </a:moveTo>
                  <a:lnTo>
                    <a:pt x="235836" y="549790"/>
                  </a:lnTo>
                  <a:lnTo>
                    <a:pt x="196158" y="540881"/>
                  </a:lnTo>
                  <a:lnTo>
                    <a:pt x="158218" y="526246"/>
                  </a:lnTo>
                  <a:lnTo>
                    <a:pt x="122836" y="506202"/>
                  </a:lnTo>
                  <a:lnTo>
                    <a:pt x="90777" y="481183"/>
                  </a:lnTo>
                  <a:lnTo>
                    <a:pt x="62737" y="451731"/>
                  </a:lnTo>
                  <a:lnTo>
                    <a:pt x="39322" y="418484"/>
                  </a:lnTo>
                  <a:lnTo>
                    <a:pt x="21038" y="382161"/>
                  </a:lnTo>
                  <a:lnTo>
                    <a:pt x="8282" y="343548"/>
                  </a:lnTo>
                  <a:lnTo>
                    <a:pt x="1330" y="303481"/>
                  </a:lnTo>
                  <a:lnTo>
                    <a:pt x="0" y="276391"/>
                  </a:lnTo>
                  <a:lnTo>
                    <a:pt x="332" y="262829"/>
                  </a:lnTo>
                  <a:lnTo>
                    <a:pt x="5310" y="222469"/>
                  </a:lnTo>
                  <a:lnTo>
                    <a:pt x="16156" y="183277"/>
                  </a:lnTo>
                  <a:lnTo>
                    <a:pt x="32635" y="146100"/>
                  </a:lnTo>
                  <a:lnTo>
                    <a:pt x="54391" y="111744"/>
                  </a:lnTo>
                  <a:lnTo>
                    <a:pt x="80953" y="80952"/>
                  </a:lnTo>
                  <a:lnTo>
                    <a:pt x="111744" y="54390"/>
                  </a:lnTo>
                  <a:lnTo>
                    <a:pt x="146101" y="32635"/>
                  </a:lnTo>
                  <a:lnTo>
                    <a:pt x="183277" y="16156"/>
                  </a:lnTo>
                  <a:lnTo>
                    <a:pt x="222469" y="5310"/>
                  </a:lnTo>
                  <a:lnTo>
                    <a:pt x="262829" y="333"/>
                  </a:lnTo>
                  <a:lnTo>
                    <a:pt x="276391" y="0"/>
                  </a:lnTo>
                  <a:lnTo>
                    <a:pt x="289952" y="333"/>
                  </a:lnTo>
                  <a:lnTo>
                    <a:pt x="330312" y="5310"/>
                  </a:lnTo>
                  <a:lnTo>
                    <a:pt x="369504" y="16156"/>
                  </a:lnTo>
                  <a:lnTo>
                    <a:pt x="406680" y="32635"/>
                  </a:lnTo>
                  <a:lnTo>
                    <a:pt x="441037" y="54390"/>
                  </a:lnTo>
                  <a:lnTo>
                    <a:pt x="471829" y="80952"/>
                  </a:lnTo>
                  <a:lnTo>
                    <a:pt x="498390" y="111744"/>
                  </a:lnTo>
                  <a:lnTo>
                    <a:pt x="520146" y="146100"/>
                  </a:lnTo>
                  <a:lnTo>
                    <a:pt x="536625" y="183277"/>
                  </a:lnTo>
                  <a:lnTo>
                    <a:pt x="547471" y="222469"/>
                  </a:lnTo>
                  <a:lnTo>
                    <a:pt x="552449" y="262829"/>
                  </a:lnTo>
                  <a:lnTo>
                    <a:pt x="552782" y="276391"/>
                  </a:lnTo>
                  <a:lnTo>
                    <a:pt x="552449" y="289953"/>
                  </a:lnTo>
                  <a:lnTo>
                    <a:pt x="547471" y="330311"/>
                  </a:lnTo>
                  <a:lnTo>
                    <a:pt x="536625" y="369504"/>
                  </a:lnTo>
                  <a:lnTo>
                    <a:pt x="520146" y="406680"/>
                  </a:lnTo>
                  <a:lnTo>
                    <a:pt x="498390" y="441037"/>
                  </a:lnTo>
                  <a:lnTo>
                    <a:pt x="471829" y="471828"/>
                  </a:lnTo>
                  <a:lnTo>
                    <a:pt x="441037" y="498390"/>
                  </a:lnTo>
                  <a:lnTo>
                    <a:pt x="406680" y="520146"/>
                  </a:lnTo>
                  <a:lnTo>
                    <a:pt x="369504" y="536625"/>
                  </a:lnTo>
                  <a:lnTo>
                    <a:pt x="330312" y="547471"/>
                  </a:lnTo>
                  <a:lnTo>
                    <a:pt x="289952" y="552449"/>
                  </a:lnTo>
                  <a:lnTo>
                    <a:pt x="276391" y="552782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3752" y="4992871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5">
                  <a:moveTo>
                    <a:pt x="552782" y="276391"/>
                  </a:moveTo>
                  <a:lnTo>
                    <a:pt x="549790" y="316946"/>
                  </a:lnTo>
                  <a:lnTo>
                    <a:pt x="540880" y="356623"/>
                  </a:lnTo>
                  <a:lnTo>
                    <a:pt x="526245" y="394563"/>
                  </a:lnTo>
                  <a:lnTo>
                    <a:pt x="506201" y="429945"/>
                  </a:lnTo>
                  <a:lnTo>
                    <a:pt x="481183" y="462004"/>
                  </a:lnTo>
                  <a:lnTo>
                    <a:pt x="451731" y="490044"/>
                  </a:lnTo>
                  <a:lnTo>
                    <a:pt x="418484" y="513460"/>
                  </a:lnTo>
                  <a:lnTo>
                    <a:pt x="382161" y="531743"/>
                  </a:lnTo>
                  <a:lnTo>
                    <a:pt x="343548" y="544499"/>
                  </a:lnTo>
                  <a:lnTo>
                    <a:pt x="303482" y="551451"/>
                  </a:lnTo>
                  <a:lnTo>
                    <a:pt x="276391" y="552782"/>
                  </a:lnTo>
                  <a:lnTo>
                    <a:pt x="269606" y="552699"/>
                  </a:lnTo>
                  <a:lnTo>
                    <a:pt x="229140" y="548713"/>
                  </a:lnTo>
                  <a:lnTo>
                    <a:pt x="189690" y="538831"/>
                  </a:lnTo>
                  <a:lnTo>
                    <a:pt x="152124" y="523271"/>
                  </a:lnTo>
                  <a:lnTo>
                    <a:pt x="117240" y="502363"/>
                  </a:lnTo>
                  <a:lnTo>
                    <a:pt x="85809" y="476568"/>
                  </a:lnTo>
                  <a:lnTo>
                    <a:pt x="58497" y="446433"/>
                  </a:lnTo>
                  <a:lnTo>
                    <a:pt x="35907" y="412625"/>
                  </a:lnTo>
                  <a:lnTo>
                    <a:pt x="18519" y="375860"/>
                  </a:lnTo>
                  <a:lnTo>
                    <a:pt x="6716" y="336950"/>
                  </a:lnTo>
                  <a:lnTo>
                    <a:pt x="748" y="296721"/>
                  </a:lnTo>
                  <a:lnTo>
                    <a:pt x="0" y="276391"/>
                  </a:lnTo>
                  <a:lnTo>
                    <a:pt x="83" y="269606"/>
                  </a:lnTo>
                  <a:lnTo>
                    <a:pt x="4068" y="229140"/>
                  </a:lnTo>
                  <a:lnTo>
                    <a:pt x="13950" y="189689"/>
                  </a:lnTo>
                  <a:lnTo>
                    <a:pt x="29510" y="152123"/>
                  </a:lnTo>
                  <a:lnTo>
                    <a:pt x="50418" y="117240"/>
                  </a:lnTo>
                  <a:lnTo>
                    <a:pt x="76214" y="85809"/>
                  </a:lnTo>
                  <a:lnTo>
                    <a:pt x="106348" y="58497"/>
                  </a:lnTo>
                  <a:lnTo>
                    <a:pt x="140156" y="35907"/>
                  </a:lnTo>
                  <a:lnTo>
                    <a:pt x="176921" y="18519"/>
                  </a:lnTo>
                  <a:lnTo>
                    <a:pt x="215831" y="6715"/>
                  </a:lnTo>
                  <a:lnTo>
                    <a:pt x="256060" y="749"/>
                  </a:lnTo>
                  <a:lnTo>
                    <a:pt x="276391" y="0"/>
                  </a:lnTo>
                  <a:lnTo>
                    <a:pt x="283176" y="83"/>
                  </a:lnTo>
                  <a:lnTo>
                    <a:pt x="323641" y="4068"/>
                  </a:lnTo>
                  <a:lnTo>
                    <a:pt x="363091" y="13950"/>
                  </a:lnTo>
                  <a:lnTo>
                    <a:pt x="400657" y="29510"/>
                  </a:lnTo>
                  <a:lnTo>
                    <a:pt x="435540" y="50418"/>
                  </a:lnTo>
                  <a:lnTo>
                    <a:pt x="466972" y="76213"/>
                  </a:lnTo>
                  <a:lnTo>
                    <a:pt x="494284" y="106347"/>
                  </a:lnTo>
                  <a:lnTo>
                    <a:pt x="516874" y="140155"/>
                  </a:lnTo>
                  <a:lnTo>
                    <a:pt x="534262" y="176920"/>
                  </a:lnTo>
                  <a:lnTo>
                    <a:pt x="546066" y="215831"/>
                  </a:lnTo>
                  <a:lnTo>
                    <a:pt x="552033" y="256060"/>
                  </a:lnTo>
                  <a:lnTo>
                    <a:pt x="552782" y="276391"/>
                  </a:lnTo>
                  <a:close/>
                </a:path>
              </a:pathLst>
            </a:custGeom>
            <a:ln w="17831">
              <a:solidFill>
                <a:srgbClr val="E958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058" y="5188448"/>
              <a:ext cx="269874" cy="1619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61272" y="5090946"/>
              <a:ext cx="9525" cy="356870"/>
            </a:xfrm>
            <a:custGeom>
              <a:avLst/>
              <a:gdLst/>
              <a:ahLst/>
              <a:cxnLst/>
              <a:rect l="l" t="t" r="r" b="b"/>
              <a:pathLst>
                <a:path w="9525" h="356870">
                  <a:moveTo>
                    <a:pt x="8915" y="356633"/>
                  </a:moveTo>
                  <a:lnTo>
                    <a:pt x="0" y="356633"/>
                  </a:lnTo>
                  <a:lnTo>
                    <a:pt x="0" y="0"/>
                  </a:lnTo>
                  <a:lnTo>
                    <a:pt x="8915" y="0"/>
                  </a:lnTo>
                  <a:lnTo>
                    <a:pt x="8915" y="356633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91720" y="676185"/>
              <a:ext cx="5541010" cy="5424170"/>
            </a:xfrm>
            <a:custGeom>
              <a:avLst/>
              <a:gdLst/>
              <a:ahLst/>
              <a:cxnLst/>
              <a:rect l="l" t="t" r="r" b="b"/>
              <a:pathLst>
                <a:path w="5541009" h="5424170">
                  <a:moveTo>
                    <a:pt x="5540667" y="0"/>
                  </a:moveTo>
                  <a:lnTo>
                    <a:pt x="5270284" y="0"/>
                  </a:lnTo>
                  <a:lnTo>
                    <a:pt x="5270284" y="595795"/>
                  </a:lnTo>
                  <a:lnTo>
                    <a:pt x="5270106" y="613321"/>
                  </a:lnTo>
                  <a:lnTo>
                    <a:pt x="5130063" y="4623219"/>
                  </a:lnTo>
                  <a:lnTo>
                    <a:pt x="5124399" y="4675149"/>
                  </a:lnTo>
                  <a:lnTo>
                    <a:pt x="5111127" y="4725924"/>
                  </a:lnTo>
                  <a:lnTo>
                    <a:pt x="5090528" y="4774209"/>
                  </a:lnTo>
                  <a:lnTo>
                    <a:pt x="5063096" y="4818913"/>
                  </a:lnTo>
                  <a:lnTo>
                    <a:pt x="5029403" y="4859121"/>
                  </a:lnTo>
                  <a:lnTo>
                    <a:pt x="4990147" y="4893970"/>
                  </a:lnTo>
                  <a:lnTo>
                    <a:pt x="4946205" y="4922672"/>
                  </a:lnTo>
                  <a:lnTo>
                    <a:pt x="4898555" y="4944605"/>
                  </a:lnTo>
                  <a:lnTo>
                    <a:pt x="4848212" y="4959312"/>
                  </a:lnTo>
                  <a:lnTo>
                    <a:pt x="4796206" y="4966474"/>
                  </a:lnTo>
                  <a:lnTo>
                    <a:pt x="4778743" y="4967160"/>
                  </a:lnTo>
                  <a:lnTo>
                    <a:pt x="4761217" y="4966970"/>
                  </a:lnTo>
                  <a:lnTo>
                    <a:pt x="626783" y="4822596"/>
                  </a:lnTo>
                  <a:lnTo>
                    <a:pt x="574649" y="4816919"/>
                  </a:lnTo>
                  <a:lnTo>
                    <a:pt x="523862" y="4803635"/>
                  </a:lnTo>
                  <a:lnTo>
                    <a:pt x="475576" y="4783048"/>
                  </a:lnTo>
                  <a:lnTo>
                    <a:pt x="430872" y="4755616"/>
                  </a:lnTo>
                  <a:lnTo>
                    <a:pt x="390664" y="4721923"/>
                  </a:lnTo>
                  <a:lnTo>
                    <a:pt x="355815" y="4682668"/>
                  </a:lnTo>
                  <a:lnTo>
                    <a:pt x="327113" y="4638713"/>
                  </a:lnTo>
                  <a:lnTo>
                    <a:pt x="305181" y="4591075"/>
                  </a:lnTo>
                  <a:lnTo>
                    <a:pt x="290474" y="4540732"/>
                  </a:lnTo>
                  <a:lnTo>
                    <a:pt x="283311" y="4488726"/>
                  </a:lnTo>
                  <a:lnTo>
                    <a:pt x="282638" y="4471251"/>
                  </a:lnTo>
                  <a:lnTo>
                    <a:pt x="282816" y="4453737"/>
                  </a:lnTo>
                  <a:lnTo>
                    <a:pt x="422846" y="443826"/>
                  </a:lnTo>
                  <a:lnTo>
                    <a:pt x="428510" y="391909"/>
                  </a:lnTo>
                  <a:lnTo>
                    <a:pt x="441794" y="341122"/>
                  </a:lnTo>
                  <a:lnTo>
                    <a:pt x="462381" y="292836"/>
                  </a:lnTo>
                  <a:lnTo>
                    <a:pt x="489813" y="248132"/>
                  </a:lnTo>
                  <a:lnTo>
                    <a:pt x="523506" y="207924"/>
                  </a:lnTo>
                  <a:lnTo>
                    <a:pt x="562762" y="173075"/>
                  </a:lnTo>
                  <a:lnTo>
                    <a:pt x="606704" y="144373"/>
                  </a:lnTo>
                  <a:lnTo>
                    <a:pt x="654354" y="122440"/>
                  </a:lnTo>
                  <a:lnTo>
                    <a:pt x="704697" y="107734"/>
                  </a:lnTo>
                  <a:lnTo>
                    <a:pt x="756704" y="100571"/>
                  </a:lnTo>
                  <a:lnTo>
                    <a:pt x="774179" y="99898"/>
                  </a:lnTo>
                  <a:lnTo>
                    <a:pt x="791705" y="100076"/>
                  </a:lnTo>
                  <a:lnTo>
                    <a:pt x="4926127" y="244449"/>
                  </a:lnTo>
                  <a:lnTo>
                    <a:pt x="4978273" y="250126"/>
                  </a:lnTo>
                  <a:lnTo>
                    <a:pt x="5029060" y="263410"/>
                  </a:lnTo>
                  <a:lnTo>
                    <a:pt x="5077345" y="283997"/>
                  </a:lnTo>
                  <a:lnTo>
                    <a:pt x="5122049" y="311442"/>
                  </a:lnTo>
                  <a:lnTo>
                    <a:pt x="5162245" y="345122"/>
                  </a:lnTo>
                  <a:lnTo>
                    <a:pt x="5197094" y="384378"/>
                  </a:lnTo>
                  <a:lnTo>
                    <a:pt x="5225808" y="428332"/>
                  </a:lnTo>
                  <a:lnTo>
                    <a:pt x="5247729" y="475970"/>
                  </a:lnTo>
                  <a:lnTo>
                    <a:pt x="5262435" y="526326"/>
                  </a:lnTo>
                  <a:lnTo>
                    <a:pt x="5269611" y="578319"/>
                  </a:lnTo>
                  <a:lnTo>
                    <a:pt x="5270284" y="595795"/>
                  </a:lnTo>
                  <a:lnTo>
                    <a:pt x="5270284" y="0"/>
                  </a:lnTo>
                  <a:lnTo>
                    <a:pt x="0" y="0"/>
                  </a:lnTo>
                  <a:lnTo>
                    <a:pt x="0" y="5423687"/>
                  </a:lnTo>
                  <a:lnTo>
                    <a:pt x="5540667" y="5423687"/>
                  </a:lnTo>
                  <a:lnTo>
                    <a:pt x="5540667" y="4967160"/>
                  </a:lnTo>
                  <a:lnTo>
                    <a:pt x="5540667" y="99898"/>
                  </a:lnTo>
                  <a:lnTo>
                    <a:pt x="5540667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4359" y="776073"/>
              <a:ext cx="4987651" cy="486726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07505" y="2437381"/>
              <a:ext cx="807862" cy="28385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636730" y="5022430"/>
            <a:ext cx="1454785" cy="45656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350" b="1" spc="-20" dirty="0">
                <a:solidFill>
                  <a:srgbClr val="292524"/>
                </a:solidFill>
                <a:latin typeface="Trebuchet MS"/>
                <a:cs typeface="Trebuchet MS"/>
              </a:rPr>
              <a:t>Web</a:t>
            </a:r>
            <a:r>
              <a:rPr sz="1350" b="1" spc="-7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292524"/>
                </a:solidFill>
                <a:latin typeface="Trebuchet MS"/>
                <a:cs typeface="Trebuchet MS"/>
              </a:rPr>
              <a:t>Development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50" dirty="0">
                <a:solidFill>
                  <a:srgbClr val="6A7280"/>
                </a:solidFill>
                <a:latin typeface="Trebuchet MS"/>
                <a:cs typeface="Trebuchet MS"/>
              </a:rPr>
              <a:t>HTML</a:t>
            </a:r>
            <a:r>
              <a:rPr sz="1050" spc="-3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6A7280"/>
                </a:solidFill>
                <a:latin typeface="Trebuchet MS"/>
                <a:cs typeface="Trebuchet MS"/>
              </a:rPr>
              <a:t>&amp;</a:t>
            </a:r>
            <a:r>
              <a:rPr sz="1050" spc="-8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6A7280"/>
                </a:solidFill>
                <a:latin typeface="Trebuchet MS"/>
                <a:cs typeface="Trebuchet MS"/>
              </a:rPr>
              <a:t>CSS</a:t>
            </a:r>
            <a:r>
              <a:rPr sz="1050" spc="-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6A7280"/>
                </a:solidFill>
                <a:latin typeface="Trebuchet MS"/>
                <a:cs typeface="Trebuchet MS"/>
              </a:rPr>
              <a:t>Guide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44048" y="5022430"/>
            <a:ext cx="1149350" cy="45656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350" b="1" spc="-20" dirty="0">
                <a:solidFill>
                  <a:srgbClr val="292524"/>
                </a:solidFill>
                <a:latin typeface="Trebuchet MS"/>
                <a:cs typeface="Trebuchet MS"/>
              </a:rPr>
              <a:t>2026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50" spc="-40" dirty="0">
                <a:solidFill>
                  <a:srgbClr val="6A7280"/>
                </a:solidFill>
                <a:latin typeface="Trebuchet MS"/>
                <a:cs typeface="Trebuchet MS"/>
              </a:rPr>
              <a:t>Interactive</a:t>
            </a:r>
            <a:r>
              <a:rPr sz="1050" spc="2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6A7280"/>
                </a:solidFill>
                <a:latin typeface="Trebuchet MS"/>
                <a:cs typeface="Trebuchet MS"/>
              </a:rPr>
              <a:t>Training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 rot="60000">
            <a:off x="6574650" y="3495286"/>
            <a:ext cx="3964013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3900" b="1" spc="-254" baseline="2136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3900" b="1" spc="-254" baseline="1068" dirty="0">
                <a:solidFill>
                  <a:srgbClr val="FFFFFF"/>
                </a:solidFill>
                <a:latin typeface="Trebuchet MS"/>
                <a:cs typeface="Trebuchet MS"/>
              </a:rPr>
              <a:t>lin</a:t>
            </a:r>
            <a:r>
              <a:rPr sz="2600" b="1" spc="-17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600" b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900" b="1" spc="-254" baseline="-1068" dirty="0">
                <a:solidFill>
                  <a:srgbClr val="FFFFFF"/>
                </a:solidFill>
                <a:latin typeface="Trebuchet MS"/>
                <a:cs typeface="Trebuchet MS"/>
              </a:rPr>
              <a:t>•</a:t>
            </a:r>
            <a:r>
              <a:rPr sz="3900" b="1" spc="-112" baseline="-1068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900" b="1" spc="-247" baseline="-1068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3900" b="1" spc="-247" baseline="-2136" dirty="0">
                <a:solidFill>
                  <a:srgbClr val="FFFFFF"/>
                </a:solidFill>
                <a:latin typeface="Trebuchet MS"/>
                <a:cs typeface="Trebuchet MS"/>
              </a:rPr>
              <a:t>nt</a:t>
            </a:r>
            <a:r>
              <a:rPr sz="3900" b="1" spc="-247" baseline="-3205" dirty="0">
                <a:solidFill>
                  <a:srgbClr val="FFFFFF"/>
                </a:solidFill>
                <a:latin typeface="Trebuchet MS"/>
                <a:cs typeface="Trebuchet MS"/>
              </a:rPr>
              <a:t>ern</a:t>
            </a:r>
            <a:r>
              <a:rPr sz="3900" b="1" spc="-247" baseline="-4273" dirty="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sz="3900" b="1" spc="-390" baseline="-4273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900" b="1" spc="-254" baseline="-5341" dirty="0">
                <a:solidFill>
                  <a:srgbClr val="FFFFFF"/>
                </a:solidFill>
                <a:latin typeface="Trebuchet MS"/>
                <a:cs typeface="Trebuchet MS"/>
              </a:rPr>
              <a:t>•</a:t>
            </a:r>
            <a:r>
              <a:rPr sz="3900" b="1" spc="-112" baseline="-534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900" b="1" spc="-30" baseline="-6410" dirty="0">
                <a:solidFill>
                  <a:srgbClr val="FFFFFF"/>
                </a:solidFill>
                <a:latin typeface="Trebuchet MS"/>
                <a:cs typeface="Trebuchet MS"/>
              </a:rPr>
              <a:t>Ex</a:t>
            </a:r>
            <a:r>
              <a:rPr sz="3900" b="1" spc="-30" baseline="-7478" dirty="0">
                <a:solidFill>
                  <a:srgbClr val="FFFFFF"/>
                </a:solidFill>
                <a:latin typeface="Trebuchet MS"/>
                <a:cs typeface="Trebuchet MS"/>
              </a:rPr>
              <a:t>ter</a:t>
            </a:r>
            <a:r>
              <a:rPr sz="3900" b="1" spc="-30" baseline="-8547" dirty="0">
                <a:solidFill>
                  <a:srgbClr val="FFFFFF"/>
                </a:solidFill>
                <a:latin typeface="Trebuchet MS"/>
                <a:cs typeface="Trebuchet MS"/>
              </a:rPr>
              <a:t>na</a:t>
            </a:r>
            <a:r>
              <a:rPr sz="3900" b="1" spc="-30" baseline="-961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endParaRPr sz="3900" baseline="-9615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 rot="60000">
            <a:off x="6758154" y="4021136"/>
            <a:ext cx="3560473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2250" spc="-15" baseline="9259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2250" spc="-165" baseline="925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spc="-142" baseline="9259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2250" spc="-142" baseline="7407" dirty="0">
                <a:solidFill>
                  <a:srgbClr val="FFFFFF"/>
                </a:solidFill>
                <a:latin typeface="Trebuchet MS"/>
                <a:cs typeface="Trebuchet MS"/>
              </a:rPr>
              <a:t>ara</a:t>
            </a:r>
            <a:r>
              <a:rPr sz="2250" spc="-97" baseline="740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spc="-75" baseline="7407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2250" spc="-75" baseline="5555" dirty="0">
                <a:solidFill>
                  <a:srgbClr val="FFFFFF"/>
                </a:solidFill>
                <a:latin typeface="Trebuchet MS"/>
                <a:cs typeface="Trebuchet MS"/>
              </a:rPr>
              <a:t>eng</a:t>
            </a:r>
            <a:r>
              <a:rPr sz="2250" spc="-75" baseline="3703" dirty="0">
                <a:solidFill>
                  <a:srgbClr val="FFFFFF"/>
                </a:solidFill>
                <a:latin typeface="Trebuchet MS"/>
                <a:cs typeface="Trebuchet MS"/>
              </a:rPr>
              <a:t>hub</a:t>
            </a:r>
            <a:r>
              <a:rPr sz="2250" spc="-75" baseline="1851" dirty="0">
                <a:solidFill>
                  <a:srgbClr val="FFFFFF"/>
                </a:solidFill>
                <a:latin typeface="Trebuchet MS"/>
                <a:cs typeface="Trebuchet MS"/>
              </a:rPr>
              <a:t>ungk</a:t>
            </a:r>
            <a:r>
              <a:rPr sz="1500" spc="-5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2250" spc="-52" baseline="-1851" dirty="0">
                <a:solidFill>
                  <a:srgbClr val="FFFFFF"/>
                </a:solidFill>
                <a:latin typeface="Trebuchet MS"/>
                <a:cs typeface="Trebuchet MS"/>
              </a:rPr>
              <a:t>SS</a:t>
            </a:r>
            <a:r>
              <a:rPr sz="2250" spc="-187" baseline="-185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spc="-97" baseline="-1851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2250" spc="-97" baseline="-3703" dirty="0">
                <a:solidFill>
                  <a:srgbClr val="FFFFFF"/>
                </a:solidFill>
                <a:latin typeface="Trebuchet MS"/>
                <a:cs typeface="Trebuchet MS"/>
              </a:rPr>
              <a:t>eng</a:t>
            </a:r>
            <a:r>
              <a:rPr sz="2250" spc="-97" baseline="-555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2250" spc="-104" baseline="-55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spc="-30" baseline="-5555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2250" spc="-30" baseline="-7407" dirty="0">
                <a:solidFill>
                  <a:srgbClr val="FFFFFF"/>
                </a:solidFill>
                <a:latin typeface="Trebuchet MS"/>
                <a:cs typeface="Trebuchet MS"/>
              </a:rPr>
              <a:t>TML</a:t>
            </a:r>
            <a:endParaRPr sz="2250" baseline="-7407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099" y="720724"/>
            <a:ext cx="285750" cy="2349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54125" y="510489"/>
            <a:ext cx="5738495" cy="60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800" spc="-165" dirty="0"/>
              <a:t>Apa</a:t>
            </a:r>
            <a:r>
              <a:rPr sz="3800" spc="-80" dirty="0"/>
              <a:t> </a:t>
            </a:r>
            <a:r>
              <a:rPr sz="3800" spc="-275" dirty="0"/>
              <a:t>itu</a:t>
            </a:r>
            <a:r>
              <a:rPr sz="3800" spc="-40" dirty="0"/>
              <a:t> </a:t>
            </a:r>
            <a:r>
              <a:rPr sz="3800" spc="-200" dirty="0"/>
              <a:t>Penempatan</a:t>
            </a:r>
            <a:r>
              <a:rPr sz="3800" spc="-50" dirty="0"/>
              <a:t> </a:t>
            </a:r>
            <a:r>
              <a:rPr sz="3800" spc="-290" dirty="0"/>
              <a:t>CSS?</a:t>
            </a:r>
            <a:endParaRPr sz="3800"/>
          </a:p>
        </p:txBody>
      </p:sp>
      <p:sp>
        <p:nvSpPr>
          <p:cNvPr id="4" name="object 4"/>
          <p:cNvSpPr/>
          <p:nvPr/>
        </p:nvSpPr>
        <p:spPr>
          <a:xfrm>
            <a:off x="771524" y="2733674"/>
            <a:ext cx="3095625" cy="314325"/>
          </a:xfrm>
          <a:custGeom>
            <a:avLst/>
            <a:gdLst/>
            <a:ahLst/>
            <a:cxnLst/>
            <a:rect l="l" t="t" r="r" b="b"/>
            <a:pathLst>
              <a:path w="3095625" h="314325">
                <a:moveTo>
                  <a:pt x="3062577" y="314324"/>
                </a:moveTo>
                <a:lnTo>
                  <a:pt x="33047" y="314324"/>
                </a:lnTo>
                <a:lnTo>
                  <a:pt x="28187" y="313357"/>
                </a:lnTo>
                <a:lnTo>
                  <a:pt x="966" y="286137"/>
                </a:lnTo>
                <a:lnTo>
                  <a:pt x="0" y="281277"/>
                </a:lnTo>
                <a:lnTo>
                  <a:pt x="0" y="2762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062577" y="0"/>
                </a:lnTo>
                <a:lnTo>
                  <a:pt x="3094657" y="28187"/>
                </a:lnTo>
                <a:lnTo>
                  <a:pt x="3095624" y="33047"/>
                </a:lnTo>
                <a:lnTo>
                  <a:pt x="3095624" y="281277"/>
                </a:lnTo>
                <a:lnTo>
                  <a:pt x="3067437" y="313357"/>
                </a:lnTo>
                <a:lnTo>
                  <a:pt x="3062577" y="314324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pc="-30" dirty="0"/>
              <a:t>Penempatan</a:t>
            </a:r>
            <a:r>
              <a:rPr spc="-70" dirty="0"/>
              <a:t> </a:t>
            </a:r>
            <a:r>
              <a:rPr dirty="0"/>
              <a:t>CSS</a:t>
            </a:r>
            <a:r>
              <a:rPr spc="-125" dirty="0"/>
              <a:t> </a:t>
            </a:r>
            <a:r>
              <a:rPr spc="-35" dirty="0"/>
              <a:t>adalah</a:t>
            </a:r>
            <a:r>
              <a:rPr spc="-65" dirty="0"/>
              <a:t> </a:t>
            </a:r>
            <a:r>
              <a:rPr spc="-20" dirty="0"/>
              <a:t>cara</a:t>
            </a:r>
            <a:r>
              <a:rPr spc="500" dirty="0"/>
              <a:t> </a:t>
            </a:r>
            <a:r>
              <a:rPr b="1" spc="-20" dirty="0">
                <a:solidFill>
                  <a:srgbClr val="E9580C"/>
                </a:solidFill>
                <a:latin typeface="Trebuchet MS"/>
                <a:cs typeface="Trebuchet MS"/>
              </a:rPr>
              <a:t>menghubungkan</a:t>
            </a:r>
            <a:r>
              <a:rPr b="1" spc="-125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b="1" spc="-45" dirty="0">
                <a:solidFill>
                  <a:srgbClr val="E9580C"/>
                </a:solidFill>
                <a:latin typeface="Trebuchet MS"/>
                <a:cs typeface="Trebuchet MS"/>
              </a:rPr>
              <a:t>kode</a:t>
            </a:r>
            <a:r>
              <a:rPr b="1" spc="-125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E9580C"/>
                </a:solidFill>
                <a:latin typeface="Trebuchet MS"/>
                <a:cs typeface="Trebuchet MS"/>
              </a:rPr>
              <a:t>CSS</a:t>
            </a:r>
            <a:r>
              <a:rPr b="1" spc="415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spc="-10" dirty="0"/>
              <a:t>dengan</a:t>
            </a:r>
            <a:r>
              <a:rPr spc="-85" dirty="0"/>
              <a:t> </a:t>
            </a:r>
            <a:r>
              <a:rPr spc="-10" dirty="0"/>
              <a:t>dokumen </a:t>
            </a:r>
            <a:r>
              <a:rPr dirty="0"/>
              <a:t>HTML</a:t>
            </a:r>
            <a:r>
              <a:rPr spc="-125" dirty="0"/>
              <a:t> </a:t>
            </a:r>
            <a:r>
              <a:rPr spc="-30" dirty="0"/>
              <a:t>agar</a:t>
            </a:r>
            <a:r>
              <a:rPr spc="-125" dirty="0"/>
              <a:t> </a:t>
            </a:r>
            <a:r>
              <a:rPr spc="-50" dirty="0"/>
              <a:t>tampilan</a:t>
            </a:r>
            <a:r>
              <a:rPr spc="-20" dirty="0"/>
              <a:t> </a:t>
            </a:r>
            <a:r>
              <a:rPr spc="-55" dirty="0"/>
              <a:t>website</a:t>
            </a:r>
            <a:r>
              <a:rPr spc="-80" dirty="0"/>
              <a:t> </a:t>
            </a:r>
            <a:r>
              <a:rPr spc="-40" dirty="0"/>
              <a:t>dapat</a:t>
            </a:r>
            <a:r>
              <a:rPr spc="-114" dirty="0"/>
              <a:t> </a:t>
            </a:r>
            <a:r>
              <a:rPr spc="-10" dirty="0"/>
              <a:t>diatur sesuai</a:t>
            </a:r>
            <a:r>
              <a:rPr spc="-105" dirty="0"/>
              <a:t> </a:t>
            </a:r>
            <a:r>
              <a:rPr spc="-10" dirty="0"/>
              <a:t>kebutuhan.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1420367"/>
            <a:ext cx="11545823" cy="50474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73150" y="4352452"/>
            <a:ext cx="227329" cy="685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300" spc="130" dirty="0">
                <a:solidFill>
                  <a:srgbClr val="DB2525"/>
                </a:solidFill>
                <a:latin typeface="Trebuchet MS"/>
                <a:cs typeface="Trebuchet MS"/>
              </a:rPr>
              <a:t>"</a:t>
            </a:r>
            <a:endParaRPr sz="4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4134" y="4413358"/>
            <a:ext cx="4050665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id-ID" sz="2000" dirty="0"/>
              <a:t>Terdapat 3 cara utama penempatan CSS dalam pengembangan web.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2844" y="2211640"/>
            <a:ext cx="113030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spc="-37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50149" y="2030976"/>
            <a:ext cx="2094230" cy="59245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600" b="1" spc="-160" dirty="0">
                <a:latin typeface="Tahoma"/>
                <a:cs typeface="Tahoma"/>
              </a:rPr>
              <a:t>Inline</a:t>
            </a:r>
            <a:r>
              <a:rPr sz="1600" b="1" spc="-25" dirty="0">
                <a:latin typeface="Tahoma"/>
                <a:cs typeface="Tahoma"/>
              </a:rPr>
              <a:t> CSS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50" dirty="0">
                <a:solidFill>
                  <a:srgbClr val="4A5462"/>
                </a:solidFill>
                <a:latin typeface="Trebuchet MS"/>
                <a:cs typeface="Trebuchet MS"/>
              </a:rPr>
              <a:t>CSS</a:t>
            </a:r>
            <a:r>
              <a:rPr sz="1150" spc="-6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4A5462"/>
                </a:solidFill>
                <a:latin typeface="Trebuchet MS"/>
                <a:cs typeface="Trebuchet MS"/>
              </a:rPr>
              <a:t>langsung</a:t>
            </a:r>
            <a:r>
              <a:rPr sz="115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Trebuchet MS"/>
                <a:cs typeface="Trebuchet MS"/>
              </a:rPr>
              <a:t>pada</a:t>
            </a:r>
            <a:r>
              <a:rPr sz="1150" spc="-1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4A5462"/>
                </a:solidFill>
                <a:latin typeface="Trebuchet MS"/>
                <a:cs typeface="Trebuchet MS"/>
              </a:rPr>
              <a:t>elemen</a:t>
            </a:r>
            <a:r>
              <a:rPr sz="1150" spc="-20" dirty="0">
                <a:solidFill>
                  <a:srgbClr val="4A5462"/>
                </a:solidFill>
                <a:latin typeface="Trebuchet MS"/>
                <a:cs typeface="Trebuchet MS"/>
              </a:rPr>
              <a:t> HTML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50669" y="3678490"/>
            <a:ext cx="165100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spc="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50149" y="3497826"/>
            <a:ext cx="1529080" cy="59245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600" b="1" spc="-130" dirty="0">
                <a:latin typeface="Tahoma"/>
                <a:cs typeface="Tahoma"/>
              </a:rPr>
              <a:t>Internal</a:t>
            </a:r>
            <a:r>
              <a:rPr sz="1600" b="1" spc="5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CSS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50" dirty="0">
                <a:solidFill>
                  <a:srgbClr val="4A5462"/>
                </a:solidFill>
                <a:latin typeface="Trebuchet MS"/>
                <a:cs typeface="Trebuchet MS"/>
              </a:rPr>
              <a:t>CSS</a:t>
            </a:r>
            <a:r>
              <a:rPr sz="1150" spc="-6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60" dirty="0">
                <a:solidFill>
                  <a:srgbClr val="4A5462"/>
                </a:solidFill>
                <a:latin typeface="Trebuchet MS"/>
                <a:cs typeface="Trebuchet MS"/>
              </a:rPr>
              <a:t>di</a:t>
            </a:r>
            <a:r>
              <a:rPr sz="1150" spc="1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4A5462"/>
                </a:solidFill>
                <a:latin typeface="Trebuchet MS"/>
                <a:cs typeface="Trebuchet MS"/>
              </a:rPr>
              <a:t>dalam</a:t>
            </a:r>
            <a:r>
              <a:rPr sz="1150" spc="-5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4A5462"/>
                </a:solidFill>
                <a:latin typeface="Trebuchet MS"/>
                <a:cs typeface="Trebuchet MS"/>
              </a:rPr>
              <a:t>tag</a:t>
            </a:r>
            <a:r>
              <a:rPr sz="115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4A5462"/>
                </a:solidFill>
                <a:latin typeface="Trebuchet MS"/>
                <a:cs typeface="Trebuchet MS"/>
              </a:rPr>
              <a:t>&lt;style&gt;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51264" y="5145340"/>
            <a:ext cx="16319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spc="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50149" y="4964676"/>
            <a:ext cx="1706880" cy="59245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600" b="1" spc="-100" dirty="0">
                <a:latin typeface="Tahoma"/>
                <a:cs typeface="Tahoma"/>
              </a:rPr>
              <a:t>External</a:t>
            </a:r>
            <a:r>
              <a:rPr sz="1600" b="1" spc="10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CSS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50" dirty="0">
                <a:solidFill>
                  <a:srgbClr val="4A5462"/>
                </a:solidFill>
                <a:latin typeface="Trebuchet MS"/>
                <a:cs typeface="Trebuchet MS"/>
              </a:rPr>
              <a:t>CSS</a:t>
            </a:r>
            <a:r>
              <a:rPr sz="1150" spc="-7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Trebuchet MS"/>
                <a:cs typeface="Trebuchet MS"/>
              </a:rPr>
              <a:t>pada</a:t>
            </a:r>
            <a:r>
              <a:rPr sz="1150" spc="-3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70" dirty="0">
                <a:solidFill>
                  <a:srgbClr val="4A5462"/>
                </a:solidFill>
                <a:latin typeface="Trebuchet MS"/>
                <a:cs typeface="Trebuchet MS"/>
              </a:rPr>
              <a:t>file</a:t>
            </a:r>
            <a:r>
              <a:rPr sz="1150" spc="-6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4A5462"/>
                </a:solidFill>
                <a:latin typeface="Trebuchet MS"/>
                <a:cs typeface="Trebuchet MS"/>
              </a:rPr>
              <a:t>terpisah</a:t>
            </a:r>
            <a:r>
              <a:rPr sz="1150" spc="-3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45" dirty="0">
                <a:solidFill>
                  <a:srgbClr val="4A5462"/>
                </a:solidFill>
                <a:latin typeface="Trebuchet MS"/>
                <a:cs typeface="Trebuchet MS"/>
              </a:rPr>
              <a:t>(.css)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2231" y="609599"/>
            <a:ext cx="11546205" cy="6248400"/>
            <a:chOff x="332231" y="609599"/>
            <a:chExt cx="11546205" cy="6248400"/>
          </a:xfrm>
        </p:grpSpPr>
        <p:sp>
          <p:nvSpPr>
            <p:cNvPr id="3" name="object 3"/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1" y="596475"/>
                  </a:lnTo>
                  <a:lnTo>
                    <a:pt x="174481" y="580336"/>
                  </a:lnTo>
                  <a:lnTo>
                    <a:pt x="135462" y="558231"/>
                  </a:lnTo>
                  <a:lnTo>
                    <a:pt x="100108" y="530641"/>
                  </a:lnTo>
                  <a:lnTo>
                    <a:pt x="69186" y="498162"/>
                  </a:lnTo>
                  <a:lnTo>
                    <a:pt x="43364" y="461498"/>
                  </a:lnTo>
                  <a:lnTo>
                    <a:pt x="23201" y="421441"/>
                  </a:lnTo>
                  <a:lnTo>
                    <a:pt x="9134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7" y="202115"/>
                  </a:lnTo>
                  <a:lnTo>
                    <a:pt x="35990" y="161118"/>
                  </a:lnTo>
                  <a:lnTo>
                    <a:pt x="59982" y="123230"/>
                  </a:lnTo>
                  <a:lnTo>
                    <a:pt x="89273" y="89273"/>
                  </a:lnTo>
                  <a:lnTo>
                    <a:pt x="123230" y="59982"/>
                  </a:lnTo>
                  <a:lnTo>
                    <a:pt x="161118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6"/>
                  </a:lnTo>
                  <a:lnTo>
                    <a:pt x="304799" y="0"/>
                  </a:lnTo>
                  <a:lnTo>
                    <a:pt x="319755" y="366"/>
                  </a:lnTo>
                  <a:lnTo>
                    <a:pt x="364263" y="5856"/>
                  </a:lnTo>
                  <a:lnTo>
                    <a:pt x="407484" y="17817"/>
                  </a:lnTo>
                  <a:lnTo>
                    <a:pt x="448481" y="35990"/>
                  </a:lnTo>
                  <a:lnTo>
                    <a:pt x="486369" y="59982"/>
                  </a:lnTo>
                  <a:lnTo>
                    <a:pt x="520326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3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6" y="520326"/>
                  </a:lnTo>
                  <a:lnTo>
                    <a:pt x="486369" y="549617"/>
                  </a:lnTo>
                  <a:lnTo>
                    <a:pt x="448481" y="573609"/>
                  </a:lnTo>
                  <a:lnTo>
                    <a:pt x="407484" y="591782"/>
                  </a:lnTo>
                  <a:lnTo>
                    <a:pt x="364263" y="603743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5674" y="841374"/>
              <a:ext cx="241300" cy="1460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231" y="1258823"/>
              <a:ext cx="11545823" cy="55991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774" y="1971674"/>
              <a:ext cx="158750" cy="1905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520825" y="586689"/>
            <a:ext cx="2583180" cy="60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800" spc="-750" dirty="0"/>
              <a:t>1.</a:t>
            </a:r>
            <a:r>
              <a:rPr sz="3800" spc="70" dirty="0"/>
              <a:t> </a:t>
            </a:r>
            <a:r>
              <a:rPr sz="3800" spc="-350" dirty="0"/>
              <a:t>Inline</a:t>
            </a:r>
            <a:r>
              <a:rPr sz="3800" spc="-135" dirty="0"/>
              <a:t> </a:t>
            </a:r>
            <a:r>
              <a:rPr sz="3800" spc="-285" dirty="0"/>
              <a:t>CSS</a:t>
            </a:r>
            <a:endParaRPr sz="3800"/>
          </a:p>
        </p:txBody>
      </p:sp>
      <p:sp>
        <p:nvSpPr>
          <p:cNvPr id="8" name="object 8"/>
          <p:cNvSpPr txBox="1"/>
          <p:nvPr/>
        </p:nvSpPr>
        <p:spPr>
          <a:xfrm>
            <a:off x="1377950" y="1896719"/>
            <a:ext cx="829944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100" dirty="0">
                <a:solidFill>
                  <a:srgbClr val="E9580C"/>
                </a:solidFill>
                <a:latin typeface="Tahoma"/>
                <a:cs typeface="Tahoma"/>
              </a:rPr>
              <a:t>Sintaks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5549" y="2511425"/>
            <a:ext cx="31121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&lt;tag</a:t>
            </a:r>
            <a:r>
              <a:rPr sz="1350" spc="-8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style="</a:t>
            </a:r>
            <a:r>
              <a:rPr sz="1350" dirty="0">
                <a:solidFill>
                  <a:srgbClr val="FACC15"/>
                </a:solidFill>
                <a:latin typeface="Courier New"/>
                <a:cs typeface="Courier New"/>
              </a:rPr>
              <a:t>property:</a:t>
            </a:r>
            <a:r>
              <a:rPr sz="1350" spc="-80" dirty="0">
                <a:solidFill>
                  <a:srgbClr val="FACC15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FACC15"/>
                </a:solidFill>
                <a:latin typeface="Courier New"/>
                <a:cs typeface="Courier New"/>
              </a:rPr>
              <a:t>value;</a:t>
            </a: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"&gt;</a:t>
            </a:r>
            <a:endParaRPr sz="135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14425" y="3514725"/>
            <a:ext cx="5667375" cy="1809750"/>
            <a:chOff x="1114425" y="3514725"/>
            <a:chExt cx="5667375" cy="180975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425" y="3921124"/>
              <a:ext cx="171450" cy="1936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1299" y="3514725"/>
              <a:ext cx="190500" cy="1905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1299" y="5133974"/>
              <a:ext cx="190500" cy="1905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377950" y="3858869"/>
            <a:ext cx="81216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105" dirty="0">
                <a:solidFill>
                  <a:srgbClr val="E9580C"/>
                </a:solidFill>
                <a:latin typeface="Tahoma"/>
                <a:cs typeface="Tahoma"/>
              </a:rPr>
              <a:t>Contoh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5549" y="4412614"/>
            <a:ext cx="25977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marR="5080" indent="-206375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&lt;h1</a:t>
            </a:r>
            <a:r>
              <a:rPr sz="1350" spc="-6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style="</a:t>
            </a:r>
            <a:r>
              <a:rPr sz="1350" dirty="0">
                <a:solidFill>
                  <a:srgbClr val="FACC15"/>
                </a:solidFill>
                <a:latin typeface="Courier New"/>
                <a:cs typeface="Courier New"/>
              </a:rPr>
              <a:t>color:</a:t>
            </a:r>
            <a:r>
              <a:rPr sz="1350" spc="-65" dirty="0">
                <a:solidFill>
                  <a:srgbClr val="FACC15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FACC15"/>
                </a:solidFill>
                <a:latin typeface="Courier New"/>
                <a:cs typeface="Courier New"/>
              </a:rPr>
              <a:t>blue;</a:t>
            </a: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"&gt; </a:t>
            </a:r>
            <a:r>
              <a:rPr sz="1350" dirty="0">
                <a:solidFill>
                  <a:srgbClr val="4ADE80"/>
                </a:solidFill>
                <a:latin typeface="Courier New"/>
                <a:cs typeface="Courier New"/>
              </a:rPr>
              <a:t>Hello</a:t>
            </a:r>
            <a:r>
              <a:rPr sz="1350" spc="-4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World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5549" y="5006975"/>
            <a:ext cx="54038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4ADE80"/>
                </a:solidFill>
                <a:latin typeface="Courier New"/>
                <a:cs typeface="Courier New"/>
              </a:rPr>
              <a:t>&lt;/h1&gt;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59549" y="1822957"/>
            <a:ext cx="102361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292524"/>
                </a:solidFill>
                <a:latin typeface="Tahoma"/>
                <a:cs typeface="Tahoma"/>
              </a:rPr>
              <a:t>Penjelasan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59549" y="2212607"/>
            <a:ext cx="29552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indent="-99695">
              <a:lnSpc>
                <a:spcPct val="100000"/>
              </a:lnSpc>
              <a:spcBef>
                <a:spcPts val="100"/>
              </a:spcBef>
              <a:buChar char="•"/>
              <a:tabLst>
                <a:tab pos="109220" algn="l"/>
              </a:tabLst>
            </a:pP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CSS</a:t>
            </a:r>
            <a:r>
              <a:rPr sz="1300" spc="-7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Trebuchet MS"/>
                <a:cs typeface="Trebuchet MS"/>
              </a:rPr>
              <a:t>ditulis</a:t>
            </a:r>
            <a:r>
              <a:rPr sz="1300" spc="-7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langsung</a:t>
            </a:r>
            <a:r>
              <a:rPr sz="1300" spc="-114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pada</a:t>
            </a:r>
            <a:r>
              <a:rPr sz="1300" spc="-30" dirty="0">
                <a:solidFill>
                  <a:srgbClr val="374050"/>
                </a:solidFill>
                <a:latin typeface="Trebuchet MS"/>
                <a:cs typeface="Trebuchet MS"/>
              </a:rPr>
              <a:t> elemen</a:t>
            </a:r>
            <a:r>
              <a:rPr sz="1300" spc="-3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374050"/>
                </a:solidFill>
                <a:latin typeface="Trebuchet MS"/>
                <a:cs typeface="Trebuchet MS"/>
              </a:rPr>
              <a:t>HTML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9549" y="2517407"/>
            <a:ext cx="22275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indent="-99695">
              <a:lnSpc>
                <a:spcPct val="100000"/>
              </a:lnSpc>
              <a:spcBef>
                <a:spcPts val="100"/>
              </a:spcBef>
              <a:buChar char="•"/>
              <a:tabLst>
                <a:tab pos="109220" algn="l"/>
              </a:tabLst>
            </a:pP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Menggunakan</a:t>
            </a:r>
            <a:r>
              <a:rPr sz="1300" spc="-8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atribut</a:t>
            </a:r>
            <a:r>
              <a:rPr sz="1300" spc="40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374050"/>
                </a:solidFill>
                <a:latin typeface="Courier New"/>
                <a:cs typeface="Courier New"/>
              </a:rPr>
              <a:t>style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64349" y="3461257"/>
            <a:ext cx="926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5" dirty="0">
                <a:solidFill>
                  <a:srgbClr val="16A24A"/>
                </a:solidFill>
                <a:latin typeface="Tahoma"/>
                <a:cs typeface="Tahoma"/>
              </a:rPr>
              <a:t>Kelebihan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9549" y="3850907"/>
            <a:ext cx="294195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indent="-99695">
              <a:lnSpc>
                <a:spcPct val="100000"/>
              </a:lnSpc>
              <a:spcBef>
                <a:spcPts val="100"/>
              </a:spcBef>
              <a:buChar char="•"/>
              <a:tabLst>
                <a:tab pos="109220" algn="l"/>
              </a:tabLst>
            </a:pPr>
            <a:r>
              <a:rPr sz="1300" spc="-35" dirty="0">
                <a:solidFill>
                  <a:srgbClr val="374050"/>
                </a:solidFill>
                <a:latin typeface="Trebuchet MS"/>
                <a:cs typeface="Trebuchet MS"/>
              </a:rPr>
              <a:t>Cepat</a:t>
            </a:r>
            <a:r>
              <a:rPr sz="1300" spc="-9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374050"/>
                </a:solidFill>
                <a:latin typeface="Trebuchet MS"/>
                <a:cs typeface="Trebuchet MS"/>
              </a:rPr>
              <a:t>digunakan</a:t>
            </a:r>
            <a:r>
              <a:rPr sz="1300" spc="-4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untuk</a:t>
            </a:r>
            <a:r>
              <a:rPr sz="1300" spc="-12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perubahan</a:t>
            </a:r>
            <a:r>
              <a:rPr sz="1300" spc="-4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Trebuchet MS"/>
                <a:cs typeface="Trebuchet MS"/>
              </a:rPr>
              <a:t>kecil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9549" y="4155707"/>
            <a:ext cx="25419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indent="-99695">
              <a:lnSpc>
                <a:spcPct val="100000"/>
              </a:lnSpc>
              <a:spcBef>
                <a:spcPts val="100"/>
              </a:spcBef>
              <a:buChar char="•"/>
              <a:tabLst>
                <a:tab pos="109220" algn="l"/>
              </a:tabLst>
            </a:pPr>
            <a:r>
              <a:rPr sz="1300" spc="-20" dirty="0">
                <a:solidFill>
                  <a:srgbClr val="374050"/>
                </a:solidFill>
                <a:latin typeface="Trebuchet MS"/>
                <a:cs typeface="Trebuchet MS"/>
              </a:rPr>
              <a:t>Cocok</a:t>
            </a:r>
            <a:r>
              <a:rPr sz="1300" spc="-114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untuk</a:t>
            </a:r>
            <a:r>
              <a:rPr sz="1300" spc="-11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374050"/>
                </a:solidFill>
                <a:latin typeface="Trebuchet MS"/>
                <a:cs typeface="Trebuchet MS"/>
              </a:rPr>
              <a:t>pengujian</a:t>
            </a:r>
            <a:r>
              <a:rPr sz="1300" spc="-2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374050"/>
                </a:solidFill>
                <a:latin typeface="Trebuchet MS"/>
                <a:cs typeface="Trebuchet MS"/>
              </a:rPr>
              <a:t>sederhana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64349" y="5080507"/>
            <a:ext cx="1141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95" dirty="0">
                <a:solidFill>
                  <a:srgbClr val="DB2525"/>
                </a:solidFill>
                <a:latin typeface="Tahoma"/>
                <a:cs typeface="Tahoma"/>
              </a:rPr>
              <a:t>Kekurangan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59549" y="5363918"/>
            <a:ext cx="2496820" cy="9398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09220" indent="-99695">
              <a:lnSpc>
                <a:spcPct val="100000"/>
              </a:lnSpc>
              <a:spcBef>
                <a:spcPts val="940"/>
              </a:spcBef>
              <a:buChar char="•"/>
              <a:tabLst>
                <a:tab pos="109220" algn="l"/>
              </a:tabLst>
            </a:pPr>
            <a:r>
              <a:rPr sz="1300" spc="-40" dirty="0">
                <a:solidFill>
                  <a:srgbClr val="374050"/>
                </a:solidFill>
                <a:latin typeface="Trebuchet MS"/>
                <a:cs typeface="Trebuchet MS"/>
              </a:rPr>
              <a:t>Sulit</a:t>
            </a:r>
            <a:r>
              <a:rPr sz="1300" spc="-7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45" dirty="0">
                <a:solidFill>
                  <a:srgbClr val="374050"/>
                </a:solidFill>
                <a:latin typeface="Trebuchet MS"/>
                <a:cs typeface="Trebuchet MS"/>
              </a:rPr>
              <a:t>dikelola</a:t>
            </a:r>
            <a:r>
              <a:rPr sz="1300" spc="-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90" dirty="0">
                <a:solidFill>
                  <a:srgbClr val="374050"/>
                </a:solidFill>
                <a:latin typeface="Trebuchet MS"/>
                <a:cs typeface="Trebuchet MS"/>
              </a:rPr>
              <a:t>jika</a:t>
            </a:r>
            <a:r>
              <a:rPr sz="1300" spc="-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Trebuchet MS"/>
                <a:cs typeface="Trebuchet MS"/>
              </a:rPr>
              <a:t>website</a:t>
            </a:r>
            <a:r>
              <a:rPr sz="1300" spc="-5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374050"/>
                </a:solidFill>
                <a:latin typeface="Trebuchet MS"/>
                <a:cs typeface="Trebuchet MS"/>
              </a:rPr>
              <a:t>besar</a:t>
            </a:r>
            <a:endParaRPr sz="1300">
              <a:latin typeface="Trebuchet MS"/>
              <a:cs typeface="Trebuchet MS"/>
            </a:endParaRPr>
          </a:p>
          <a:p>
            <a:pPr marL="109220" indent="-99695">
              <a:lnSpc>
                <a:spcPct val="100000"/>
              </a:lnSpc>
              <a:spcBef>
                <a:spcPts val="840"/>
              </a:spcBef>
              <a:buChar char="•"/>
              <a:tabLst>
                <a:tab pos="109220" algn="l"/>
              </a:tabLst>
            </a:pPr>
            <a:r>
              <a:rPr sz="1300" spc="-10" dirty="0">
                <a:solidFill>
                  <a:srgbClr val="374050"/>
                </a:solidFill>
                <a:latin typeface="Trebuchet MS"/>
                <a:cs typeface="Trebuchet MS"/>
              </a:rPr>
              <a:t>Kode</a:t>
            </a:r>
            <a:r>
              <a:rPr sz="1300" spc="-6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HTML</a:t>
            </a:r>
            <a:r>
              <a:rPr sz="1300" spc="-9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Trebuchet MS"/>
                <a:cs typeface="Trebuchet MS"/>
              </a:rPr>
              <a:t>menjadi</a:t>
            </a:r>
            <a:r>
              <a:rPr sz="1300" spc="1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Trebuchet MS"/>
                <a:cs typeface="Trebuchet MS"/>
              </a:rPr>
              <a:t>tidak</a:t>
            </a:r>
            <a:r>
              <a:rPr sz="1300" spc="-114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374050"/>
                </a:solidFill>
                <a:latin typeface="Trebuchet MS"/>
                <a:cs typeface="Trebuchet MS"/>
              </a:rPr>
              <a:t>rapi</a:t>
            </a:r>
            <a:endParaRPr sz="1300">
              <a:latin typeface="Trebuchet MS"/>
              <a:cs typeface="Trebuchet MS"/>
            </a:endParaRPr>
          </a:p>
          <a:p>
            <a:pPr marL="109220" indent="-99695">
              <a:lnSpc>
                <a:spcPct val="100000"/>
              </a:lnSpc>
              <a:spcBef>
                <a:spcPts val="840"/>
              </a:spcBef>
              <a:buChar char="•"/>
              <a:tabLst>
                <a:tab pos="109220" algn="l"/>
              </a:tabLst>
            </a:pPr>
            <a:r>
              <a:rPr sz="1300" spc="-40" dirty="0">
                <a:solidFill>
                  <a:srgbClr val="374050"/>
                </a:solidFill>
                <a:latin typeface="Trebuchet MS"/>
                <a:cs typeface="Trebuchet MS"/>
              </a:rPr>
              <a:t>Tidak</a:t>
            </a:r>
            <a:r>
              <a:rPr sz="1300" spc="-11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55" dirty="0">
                <a:solidFill>
                  <a:srgbClr val="374050"/>
                </a:solidFill>
                <a:latin typeface="Trebuchet MS"/>
                <a:cs typeface="Trebuchet MS"/>
              </a:rPr>
              <a:t>efisien,</a:t>
            </a:r>
            <a:r>
              <a:rPr sz="1300" spc="1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CSS</a:t>
            </a:r>
            <a:r>
              <a:rPr sz="130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Trebuchet MS"/>
                <a:cs typeface="Trebuchet MS"/>
              </a:rPr>
              <a:t>ditulis</a:t>
            </a:r>
            <a:r>
              <a:rPr sz="1300" spc="-5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374050"/>
                </a:solidFill>
                <a:latin typeface="Trebuchet MS"/>
                <a:cs typeface="Trebuchet MS"/>
              </a:rPr>
              <a:t>berulang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8825" y="690340"/>
            <a:ext cx="2114550" cy="1308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5040"/>
              </a:lnSpc>
              <a:spcBef>
                <a:spcPts val="115"/>
              </a:spcBef>
            </a:pPr>
            <a:r>
              <a:rPr sz="4650" spc="-420" dirty="0">
                <a:solidFill>
                  <a:srgbClr val="E9580C"/>
                </a:solidFill>
                <a:latin typeface="Trebuchet MS"/>
                <a:cs typeface="Trebuchet MS"/>
              </a:rPr>
              <a:t>2.</a:t>
            </a:r>
            <a:endParaRPr sz="4650">
              <a:latin typeface="Trebuchet MS"/>
              <a:cs typeface="Trebuchet MS"/>
            </a:endParaRPr>
          </a:p>
          <a:p>
            <a:pPr marL="12700">
              <a:lnSpc>
                <a:spcPts val="5040"/>
              </a:lnSpc>
            </a:pPr>
            <a:r>
              <a:rPr sz="4650" spc="190" dirty="0">
                <a:solidFill>
                  <a:srgbClr val="E9580C"/>
                </a:solidFill>
                <a:latin typeface="Trebuchet MS"/>
                <a:cs typeface="Trebuchet MS"/>
              </a:rPr>
              <a:t>I</a:t>
            </a:r>
            <a:r>
              <a:rPr sz="4650" spc="-25" dirty="0">
                <a:solidFill>
                  <a:srgbClr val="E9580C"/>
                </a:solidFill>
                <a:latin typeface="Trebuchet MS"/>
                <a:cs typeface="Trebuchet MS"/>
              </a:rPr>
              <a:t>n</a:t>
            </a:r>
            <a:r>
              <a:rPr sz="4650" spc="-320" dirty="0">
                <a:solidFill>
                  <a:srgbClr val="E9580C"/>
                </a:solidFill>
                <a:latin typeface="Trebuchet MS"/>
                <a:cs typeface="Trebuchet MS"/>
              </a:rPr>
              <a:t>t</a:t>
            </a:r>
            <a:r>
              <a:rPr sz="4650" spc="-160" dirty="0">
                <a:solidFill>
                  <a:srgbClr val="E9580C"/>
                </a:solidFill>
                <a:latin typeface="Trebuchet MS"/>
                <a:cs typeface="Trebuchet MS"/>
              </a:rPr>
              <a:t>e</a:t>
            </a:r>
            <a:r>
              <a:rPr sz="4650" spc="-245" dirty="0">
                <a:solidFill>
                  <a:srgbClr val="E9580C"/>
                </a:solidFill>
                <a:latin typeface="Trebuchet MS"/>
                <a:cs typeface="Trebuchet MS"/>
              </a:rPr>
              <a:t>r</a:t>
            </a:r>
            <a:r>
              <a:rPr sz="4650" spc="-25" dirty="0">
                <a:solidFill>
                  <a:srgbClr val="E9580C"/>
                </a:solidFill>
                <a:latin typeface="Trebuchet MS"/>
                <a:cs typeface="Trebuchet MS"/>
              </a:rPr>
              <a:t>n</a:t>
            </a:r>
            <a:r>
              <a:rPr sz="4650" spc="-15" dirty="0">
                <a:solidFill>
                  <a:srgbClr val="E9580C"/>
                </a:solidFill>
                <a:latin typeface="Trebuchet MS"/>
                <a:cs typeface="Trebuchet MS"/>
              </a:rPr>
              <a:t>a</a:t>
            </a:r>
            <a:r>
              <a:rPr sz="4650" spc="-95" dirty="0">
                <a:solidFill>
                  <a:srgbClr val="E9580C"/>
                </a:solidFill>
                <a:latin typeface="Trebuchet MS"/>
                <a:cs typeface="Trebuchet MS"/>
              </a:rPr>
              <a:t>l</a:t>
            </a:r>
            <a:endParaRPr sz="46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8825" y="1833340"/>
            <a:ext cx="3093085" cy="14497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650" b="1" spc="345" dirty="0">
                <a:solidFill>
                  <a:srgbClr val="E9580C"/>
                </a:solidFill>
                <a:latin typeface="Trebuchet MS"/>
                <a:cs typeface="Trebuchet MS"/>
              </a:rPr>
              <a:t>CSS</a:t>
            </a:r>
            <a:endParaRPr sz="4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600" dirty="0">
                <a:solidFill>
                  <a:srgbClr val="4A5462"/>
                </a:solidFill>
                <a:latin typeface="Trebuchet MS"/>
                <a:cs typeface="Trebuchet MS"/>
              </a:rPr>
              <a:t>CSS</a:t>
            </a:r>
            <a:r>
              <a:rPr sz="1600" spc="-8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Trebuchet MS"/>
                <a:cs typeface="Trebuchet MS"/>
              </a:rPr>
              <a:t>dalam</a:t>
            </a:r>
            <a:r>
              <a:rPr sz="1600" spc="-7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4A5462"/>
                </a:solidFill>
                <a:latin typeface="Trebuchet MS"/>
                <a:cs typeface="Trebuchet MS"/>
              </a:rPr>
              <a:t>tag</a:t>
            </a:r>
            <a:r>
              <a:rPr sz="1600" spc="-13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4A5462"/>
                </a:solidFill>
                <a:latin typeface="Trebuchet MS"/>
                <a:cs typeface="Trebuchet MS"/>
              </a:rPr>
              <a:t>&lt;style&gt;</a:t>
            </a:r>
            <a:r>
              <a:rPr sz="1600" spc="-8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A5462"/>
                </a:solidFill>
                <a:latin typeface="Trebuchet MS"/>
                <a:cs typeface="Trebuchet MS"/>
              </a:rPr>
              <a:t>pada</a:t>
            </a:r>
            <a:r>
              <a:rPr sz="1600" spc="-2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Trebuchet MS"/>
                <a:cs typeface="Trebuchet MS"/>
              </a:rPr>
              <a:t>bagian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spc="-10" dirty="0">
                <a:solidFill>
                  <a:srgbClr val="4A5462"/>
                </a:solidFill>
                <a:latin typeface="Trebuchet MS"/>
                <a:cs typeface="Trebuchet MS"/>
              </a:rPr>
              <a:t>&lt;head&gt;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455" y="420623"/>
            <a:ext cx="11277600" cy="6209030"/>
            <a:chOff x="600455" y="420623"/>
            <a:chExt cx="11277600" cy="62090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455" y="420623"/>
              <a:ext cx="11277599" cy="62087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5650" y="1038224"/>
              <a:ext cx="190500" cy="1143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238700" y="946658"/>
            <a:ext cx="6959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95" dirty="0">
                <a:solidFill>
                  <a:srgbClr val="E9580C"/>
                </a:solidFill>
                <a:latin typeface="Tahoma"/>
                <a:cs typeface="Tahoma"/>
              </a:rPr>
              <a:t>Sintaks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6300" y="1442719"/>
            <a:ext cx="1946275" cy="9779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050" spc="-10" dirty="0">
                <a:solidFill>
                  <a:srgbClr val="4ADE80"/>
                </a:solidFill>
                <a:latin typeface="Courier New"/>
                <a:cs typeface="Courier New"/>
              </a:rPr>
              <a:t>&lt;style&gt;</a:t>
            </a:r>
            <a:endParaRPr sz="10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4ADE80"/>
                </a:solidFill>
                <a:latin typeface="Courier New"/>
                <a:cs typeface="Courier New"/>
              </a:rPr>
              <a:t>selector </a:t>
            </a:r>
            <a:r>
              <a:rPr sz="105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65278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4ADE80"/>
                </a:solidFill>
                <a:latin typeface="Courier New"/>
                <a:cs typeface="Courier New"/>
              </a:rPr>
              <a:t>property: </a:t>
            </a:r>
            <a:r>
              <a:rPr sz="1050" spc="-10" dirty="0">
                <a:solidFill>
                  <a:srgbClr val="4ADE80"/>
                </a:solidFill>
                <a:latin typeface="Courier New"/>
                <a:cs typeface="Courier New"/>
              </a:rPr>
              <a:t>value;</a:t>
            </a:r>
            <a:endParaRPr sz="10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240"/>
              </a:spcBef>
            </a:pPr>
            <a:r>
              <a:rPr sz="105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4ADE80"/>
                </a:solidFill>
                <a:latin typeface="Courier New"/>
                <a:cs typeface="Courier New"/>
              </a:rPr>
              <a:t>&lt;/style&gt;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96975" y="3225799"/>
            <a:ext cx="6474460" cy="2190750"/>
            <a:chOff x="1996975" y="3225799"/>
            <a:chExt cx="6474460" cy="21907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5175" y="3225799"/>
              <a:ext cx="171450" cy="1936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6900" y="5270499"/>
              <a:ext cx="146050" cy="1460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24899" y="5270499"/>
              <a:ext cx="146050" cy="1460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6975" y="4533899"/>
              <a:ext cx="952500" cy="5715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238700" y="3185032"/>
            <a:ext cx="681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95" dirty="0">
                <a:solidFill>
                  <a:srgbClr val="E9580C"/>
                </a:solidFill>
                <a:latin typeface="Tahoma"/>
                <a:cs typeface="Tahoma"/>
              </a:rPr>
              <a:t>Contoh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6300" y="3681094"/>
            <a:ext cx="2106295" cy="7874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050" spc="-10" dirty="0">
                <a:solidFill>
                  <a:srgbClr val="4ADE80"/>
                </a:solidFill>
                <a:latin typeface="Courier New"/>
                <a:cs typeface="Courier New"/>
              </a:rPr>
              <a:t>&lt;style&gt;</a:t>
            </a:r>
            <a:endParaRPr sz="10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4ADE80"/>
                </a:solidFill>
                <a:latin typeface="Courier New"/>
                <a:cs typeface="Courier New"/>
              </a:rPr>
              <a:t>h1 { color: red; </a:t>
            </a:r>
            <a:r>
              <a:rPr sz="105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0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4ADE80"/>
                </a:solidFill>
                <a:latin typeface="Courier New"/>
                <a:cs typeface="Courier New"/>
              </a:rPr>
              <a:t>p { font-size: 18px; </a:t>
            </a:r>
            <a:r>
              <a:rPr sz="105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4ADE80"/>
                </a:solidFill>
                <a:latin typeface="Courier New"/>
                <a:cs typeface="Courier New"/>
              </a:rPr>
              <a:t>&lt;/style&gt;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29150" y="5225821"/>
            <a:ext cx="74676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-65" dirty="0">
                <a:solidFill>
                  <a:srgbClr val="0FB981"/>
                </a:solidFill>
                <a:latin typeface="Tahoma"/>
                <a:cs typeface="Tahoma"/>
              </a:rPr>
              <a:t>Kelebihan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81500" y="5538466"/>
            <a:ext cx="279844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35" dirty="0">
                <a:solidFill>
                  <a:srgbClr val="4A5462"/>
                </a:solidFill>
                <a:latin typeface="Trebuchet MS"/>
                <a:cs typeface="Trebuchet MS"/>
              </a:rPr>
              <a:t>Lebih </a:t>
            </a:r>
            <a:r>
              <a:rPr sz="1150" spc="-45" dirty="0">
                <a:solidFill>
                  <a:srgbClr val="4A5462"/>
                </a:solidFill>
                <a:latin typeface="Trebuchet MS"/>
                <a:cs typeface="Trebuchet MS"/>
              </a:rPr>
              <a:t>rapi</a:t>
            </a:r>
            <a:r>
              <a:rPr sz="1150" spc="-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4A5462"/>
                </a:solidFill>
                <a:latin typeface="Trebuchet MS"/>
                <a:cs typeface="Trebuchet MS"/>
              </a:rPr>
              <a:t>dari</a:t>
            </a:r>
            <a:r>
              <a:rPr sz="1150" spc="-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70" dirty="0">
                <a:solidFill>
                  <a:srgbClr val="4A5462"/>
                </a:solidFill>
                <a:latin typeface="Trebuchet MS"/>
                <a:cs typeface="Trebuchet MS"/>
              </a:rPr>
              <a:t>inline,</a:t>
            </a:r>
            <a:r>
              <a:rPr sz="1150" spc="-1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4A5462"/>
                </a:solidFill>
                <a:latin typeface="Trebuchet MS"/>
                <a:cs typeface="Trebuchet MS"/>
              </a:rPr>
              <a:t>tidak</a:t>
            </a:r>
            <a:r>
              <a:rPr sz="1150" spc="-11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4A5462"/>
                </a:solidFill>
                <a:latin typeface="Trebuchet MS"/>
                <a:cs typeface="Trebuchet MS"/>
              </a:rPr>
              <a:t>perlu </a:t>
            </a:r>
            <a:r>
              <a:rPr sz="1150" spc="-70" dirty="0">
                <a:solidFill>
                  <a:srgbClr val="4A5462"/>
                </a:solidFill>
                <a:latin typeface="Trebuchet MS"/>
                <a:cs typeface="Trebuchet MS"/>
              </a:rPr>
              <a:t>file </a:t>
            </a:r>
            <a:r>
              <a:rPr sz="1150" spc="-10" dirty="0">
                <a:solidFill>
                  <a:srgbClr val="4A5462"/>
                </a:solidFill>
                <a:latin typeface="Trebuchet MS"/>
                <a:cs typeface="Trebuchet MS"/>
              </a:rPr>
              <a:t>terpisah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7148" y="5225821"/>
            <a:ext cx="918844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-60" dirty="0">
                <a:solidFill>
                  <a:srgbClr val="DB2525"/>
                </a:solidFill>
                <a:latin typeface="Tahoma"/>
                <a:cs typeface="Tahoma"/>
              </a:rPr>
              <a:t>Kekurangan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99498" y="5521706"/>
            <a:ext cx="26828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150" spc="-45" dirty="0">
                <a:solidFill>
                  <a:srgbClr val="4A5462"/>
                </a:solidFill>
                <a:latin typeface="Trebuchet MS"/>
                <a:cs typeface="Trebuchet MS"/>
              </a:rPr>
              <a:t>Tidak</a:t>
            </a:r>
            <a:r>
              <a:rPr sz="115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4A5462"/>
                </a:solidFill>
                <a:latin typeface="Trebuchet MS"/>
                <a:cs typeface="Trebuchet MS"/>
              </a:rPr>
              <a:t>efisien</a:t>
            </a:r>
            <a:r>
              <a:rPr sz="1150" spc="-1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4A5462"/>
                </a:solidFill>
                <a:latin typeface="Trebuchet MS"/>
                <a:cs typeface="Trebuchet MS"/>
              </a:rPr>
              <a:t>untuk</a:t>
            </a:r>
            <a:r>
              <a:rPr sz="115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Trebuchet MS"/>
                <a:cs typeface="Trebuchet MS"/>
              </a:rPr>
              <a:t>banyak</a:t>
            </a:r>
            <a:r>
              <a:rPr sz="115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4A5462"/>
                </a:solidFill>
                <a:latin typeface="Trebuchet MS"/>
                <a:cs typeface="Trebuchet MS"/>
              </a:rPr>
              <a:t>halaman,</a:t>
            </a:r>
            <a:r>
              <a:rPr sz="1150" spc="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Trebuchet MS"/>
                <a:cs typeface="Trebuchet MS"/>
              </a:rPr>
              <a:t>harus </a:t>
            </a:r>
            <a:r>
              <a:rPr sz="1150" spc="-40" dirty="0">
                <a:solidFill>
                  <a:srgbClr val="4A5462"/>
                </a:solidFill>
                <a:latin typeface="Trebuchet MS"/>
                <a:cs typeface="Trebuchet MS"/>
              </a:rPr>
              <a:t>ditulis</a:t>
            </a:r>
            <a:r>
              <a:rPr sz="1150" spc="-5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Trebuchet MS"/>
                <a:cs typeface="Trebuchet MS"/>
              </a:rPr>
              <a:t>ulang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8901"/>
            <a:ext cx="12195770" cy="7312649"/>
          </a:xfrm>
          <a:custGeom>
            <a:avLst/>
            <a:gdLst/>
            <a:ahLst/>
            <a:cxnLst/>
            <a:rect l="l" t="t" r="r" b="b"/>
            <a:pathLst>
              <a:path w="11442700" h="6861809">
                <a:moveTo>
                  <a:pt x="8928" y="0"/>
                </a:moveTo>
                <a:lnTo>
                  <a:pt x="0" y="0"/>
                </a:lnTo>
                <a:lnTo>
                  <a:pt x="0" y="6412230"/>
                </a:lnTo>
                <a:lnTo>
                  <a:pt x="8928" y="6412230"/>
                </a:lnTo>
                <a:lnTo>
                  <a:pt x="8928" y="0"/>
                </a:lnTo>
                <a:close/>
              </a:path>
              <a:path w="11442700" h="6861809">
                <a:moveTo>
                  <a:pt x="11442687" y="6421196"/>
                </a:moveTo>
                <a:lnTo>
                  <a:pt x="0" y="6421196"/>
                </a:lnTo>
                <a:lnTo>
                  <a:pt x="0" y="6861797"/>
                </a:lnTo>
                <a:lnTo>
                  <a:pt x="11442687" y="6861797"/>
                </a:lnTo>
                <a:lnTo>
                  <a:pt x="11442687" y="6421196"/>
                </a:lnTo>
                <a:close/>
              </a:path>
              <a:path w="11442700" h="6861809">
                <a:moveTo>
                  <a:pt x="11442687" y="38"/>
                </a:moveTo>
                <a:lnTo>
                  <a:pt x="11440185" y="38"/>
                </a:lnTo>
                <a:lnTo>
                  <a:pt x="11440185" y="6412268"/>
                </a:lnTo>
                <a:lnTo>
                  <a:pt x="11442687" y="6412268"/>
                </a:lnTo>
                <a:lnTo>
                  <a:pt x="11442687" y="38"/>
                </a:lnTo>
                <a:close/>
              </a:path>
            </a:pathLst>
          </a:custGeom>
          <a:solidFill>
            <a:srgbClr val="000000">
              <a:alpha val="2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30" y="0"/>
            <a:ext cx="11431270" cy="6430645"/>
          </a:xfrm>
          <a:custGeom>
            <a:avLst/>
            <a:gdLst/>
            <a:ahLst/>
            <a:cxnLst/>
            <a:rect l="l" t="t" r="r" b="b"/>
            <a:pathLst>
              <a:path w="11431270" h="6430645">
                <a:moveTo>
                  <a:pt x="11431267" y="6430087"/>
                </a:moveTo>
                <a:lnTo>
                  <a:pt x="0" y="6430087"/>
                </a:lnTo>
                <a:lnTo>
                  <a:pt x="0" y="0"/>
                </a:lnTo>
                <a:lnTo>
                  <a:pt x="11431267" y="0"/>
                </a:lnTo>
                <a:lnTo>
                  <a:pt x="11431267" y="6430087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02" y="428672"/>
            <a:ext cx="10825410" cy="60058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5068" y="554635"/>
            <a:ext cx="15430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spc="1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425139" y="475772"/>
            <a:ext cx="2000885" cy="436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00" spc="-160" dirty="0"/>
              <a:t>External</a:t>
            </a:r>
            <a:r>
              <a:rPr sz="2700" spc="-20" dirty="0"/>
              <a:t> </a:t>
            </a:r>
            <a:r>
              <a:rPr sz="2700" spc="-160" dirty="0"/>
              <a:t>CSS</a:t>
            </a:r>
            <a:endParaRPr sz="2700"/>
          </a:p>
        </p:txBody>
      </p:sp>
      <p:sp>
        <p:nvSpPr>
          <p:cNvPr id="8" name="object 8"/>
          <p:cNvSpPr/>
          <p:nvPr/>
        </p:nvSpPr>
        <p:spPr>
          <a:xfrm>
            <a:off x="3554409" y="589424"/>
            <a:ext cx="1223645" cy="250190"/>
          </a:xfrm>
          <a:custGeom>
            <a:avLst/>
            <a:gdLst/>
            <a:ahLst/>
            <a:cxnLst/>
            <a:rect l="l" t="t" r="r" b="b"/>
            <a:pathLst>
              <a:path w="1223645" h="250190">
                <a:moveTo>
                  <a:pt x="1106682" y="250058"/>
                </a:moveTo>
                <a:lnTo>
                  <a:pt x="116819" y="250058"/>
                </a:lnTo>
                <a:lnTo>
                  <a:pt x="108688" y="249258"/>
                </a:lnTo>
                <a:lnTo>
                  <a:pt x="69597" y="237399"/>
                </a:lnTo>
                <a:lnTo>
                  <a:pt x="30815" y="207633"/>
                </a:lnTo>
                <a:lnTo>
                  <a:pt x="6375" y="165291"/>
                </a:lnTo>
                <a:lnTo>
                  <a:pt x="0" y="133239"/>
                </a:lnTo>
                <a:lnTo>
                  <a:pt x="0" y="125029"/>
                </a:lnTo>
                <a:lnTo>
                  <a:pt x="0" y="116819"/>
                </a:lnTo>
                <a:lnTo>
                  <a:pt x="12658" y="69598"/>
                </a:lnTo>
                <a:lnTo>
                  <a:pt x="42424" y="30815"/>
                </a:lnTo>
                <a:lnTo>
                  <a:pt x="84766" y="6375"/>
                </a:lnTo>
                <a:lnTo>
                  <a:pt x="116819" y="0"/>
                </a:lnTo>
                <a:lnTo>
                  <a:pt x="1106682" y="0"/>
                </a:lnTo>
                <a:lnTo>
                  <a:pt x="1153904" y="12658"/>
                </a:lnTo>
                <a:lnTo>
                  <a:pt x="1192687" y="42425"/>
                </a:lnTo>
                <a:lnTo>
                  <a:pt x="1217126" y="84767"/>
                </a:lnTo>
                <a:lnTo>
                  <a:pt x="1223502" y="116819"/>
                </a:lnTo>
                <a:lnTo>
                  <a:pt x="1223502" y="133239"/>
                </a:lnTo>
                <a:lnTo>
                  <a:pt x="1210843" y="180460"/>
                </a:lnTo>
                <a:lnTo>
                  <a:pt x="1181077" y="219243"/>
                </a:lnTo>
                <a:lnTo>
                  <a:pt x="1138734" y="243683"/>
                </a:lnTo>
                <a:lnTo>
                  <a:pt x="1114813" y="249258"/>
                </a:lnTo>
                <a:lnTo>
                  <a:pt x="1106682" y="250058"/>
                </a:lnTo>
                <a:close/>
              </a:path>
            </a:pathLst>
          </a:custGeom>
          <a:solidFill>
            <a:srgbClr val="0FB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82507" y="612447"/>
            <a:ext cx="96774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125" dirty="0">
                <a:solidFill>
                  <a:srgbClr val="FFFFFF"/>
                </a:solidFill>
                <a:latin typeface="Trebuchet MS"/>
                <a:cs typeface="Trebuchet MS"/>
              </a:rPr>
              <a:t>Rekomendasi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62526" y="1559318"/>
            <a:ext cx="5400040" cy="3840479"/>
            <a:chOff x="962526" y="1559318"/>
            <a:chExt cx="5400040" cy="3840479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1576" y="1559318"/>
              <a:ext cx="146049" cy="1841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526" y="4758878"/>
              <a:ext cx="184149" cy="1079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8042" y="1630763"/>
              <a:ext cx="184149" cy="1841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5171" y="4015254"/>
              <a:ext cx="126999" cy="1841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3421" y="4460990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3421" y="4853940"/>
              <a:ext cx="152399" cy="152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3421" y="5246890"/>
              <a:ext cx="152399" cy="1523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19733" y="1491797"/>
            <a:ext cx="1024255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110" dirty="0">
                <a:solidFill>
                  <a:srgbClr val="0FB981"/>
                </a:solidFill>
                <a:latin typeface="Tahoma"/>
                <a:cs typeface="Tahoma"/>
              </a:rPr>
              <a:t>File</a:t>
            </a:r>
            <a:r>
              <a:rPr sz="1800" b="1" spc="-55" dirty="0">
                <a:solidFill>
                  <a:srgbClr val="0FB981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0FB981"/>
                </a:solidFill>
                <a:latin typeface="Tahoma"/>
                <a:cs typeface="Tahoma"/>
              </a:rPr>
              <a:t>HTML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6842" y="2030638"/>
            <a:ext cx="3326765" cy="181165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950" dirty="0">
                <a:solidFill>
                  <a:srgbClr val="4ADE80"/>
                </a:solidFill>
                <a:latin typeface="Courier New"/>
                <a:cs typeface="Courier New"/>
              </a:rPr>
              <a:t>&lt;!DOCTYPE</a:t>
            </a:r>
            <a:r>
              <a:rPr sz="950" spc="12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html&gt;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&lt;html&gt;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&lt;head&gt;</a:t>
            </a:r>
            <a:endParaRPr sz="950">
              <a:latin typeface="Courier New"/>
              <a:cs typeface="Courier New"/>
            </a:endParaRPr>
          </a:p>
          <a:p>
            <a:pPr marL="312420">
              <a:lnSpc>
                <a:spcPct val="100000"/>
              </a:lnSpc>
              <a:spcBef>
                <a:spcPts val="265"/>
              </a:spcBef>
            </a:pPr>
            <a:r>
              <a:rPr sz="950" dirty="0">
                <a:solidFill>
                  <a:srgbClr val="FACC15"/>
                </a:solidFill>
                <a:latin typeface="Courier New"/>
                <a:cs typeface="Courier New"/>
              </a:rPr>
              <a:t>&lt;link</a:t>
            </a:r>
            <a:r>
              <a:rPr sz="950" spc="140" dirty="0">
                <a:solidFill>
                  <a:srgbClr val="FACC15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FACC15"/>
                </a:solidFill>
                <a:latin typeface="Courier New"/>
                <a:cs typeface="Courier New"/>
              </a:rPr>
              <a:t>rel="stylesheet"</a:t>
            </a:r>
            <a:r>
              <a:rPr sz="950" spc="140" dirty="0">
                <a:solidFill>
                  <a:srgbClr val="FACC15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FACC15"/>
                </a:solidFill>
                <a:latin typeface="Courier New"/>
                <a:cs typeface="Courier New"/>
              </a:rPr>
              <a:t>href="style.css"&gt;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&lt;/head&gt;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&lt;body&gt;</a:t>
            </a:r>
            <a:endParaRPr sz="950">
              <a:latin typeface="Courier New"/>
              <a:cs typeface="Courier New"/>
            </a:endParaRPr>
          </a:p>
          <a:p>
            <a:pPr marL="312420">
              <a:lnSpc>
                <a:spcPct val="100000"/>
              </a:lnSpc>
              <a:spcBef>
                <a:spcPts val="265"/>
              </a:spcBef>
            </a:pPr>
            <a:r>
              <a:rPr sz="950" dirty="0">
                <a:solidFill>
                  <a:srgbClr val="4ADE80"/>
                </a:solidFill>
                <a:latin typeface="Courier New"/>
                <a:cs typeface="Courier New"/>
              </a:rPr>
              <a:t>&lt;h1&gt;Website</a:t>
            </a:r>
            <a:r>
              <a:rPr sz="950" spc="14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Saya&lt;/h1&gt;</a:t>
            </a:r>
            <a:endParaRPr sz="950">
              <a:latin typeface="Courier New"/>
              <a:cs typeface="Courier New"/>
            </a:endParaRPr>
          </a:p>
          <a:p>
            <a:pPr marL="312420">
              <a:lnSpc>
                <a:spcPct val="100000"/>
              </a:lnSpc>
              <a:spcBef>
                <a:spcPts val="270"/>
              </a:spcBef>
            </a:pPr>
            <a:r>
              <a:rPr sz="950" dirty="0">
                <a:solidFill>
                  <a:srgbClr val="4ADE80"/>
                </a:solidFill>
                <a:latin typeface="Courier New"/>
                <a:cs typeface="Courier New"/>
              </a:rPr>
              <a:t>&lt;p&gt;Belajar</a:t>
            </a:r>
            <a:r>
              <a:rPr sz="950" spc="13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CSS&lt;/p&gt;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&lt;/body&gt;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&lt;/html&gt;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19733" y="4653257"/>
            <a:ext cx="1913255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110" dirty="0">
                <a:solidFill>
                  <a:srgbClr val="0FB981"/>
                </a:solidFill>
                <a:latin typeface="Tahoma"/>
                <a:cs typeface="Tahoma"/>
              </a:rPr>
              <a:t>File</a:t>
            </a:r>
            <a:r>
              <a:rPr sz="1800" b="1" spc="-55" dirty="0">
                <a:solidFill>
                  <a:srgbClr val="0FB981"/>
                </a:solidFill>
                <a:latin typeface="Tahoma"/>
                <a:cs typeface="Tahoma"/>
              </a:rPr>
              <a:t> </a:t>
            </a:r>
            <a:r>
              <a:rPr sz="1800" b="1" spc="-145" dirty="0">
                <a:solidFill>
                  <a:srgbClr val="0FB981"/>
                </a:solidFill>
                <a:latin typeface="Tahoma"/>
                <a:cs typeface="Tahoma"/>
              </a:rPr>
              <a:t>CSS</a:t>
            </a:r>
            <a:r>
              <a:rPr sz="1800" b="1" spc="-55" dirty="0">
                <a:solidFill>
                  <a:srgbClr val="0FB981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0FB981"/>
                </a:solidFill>
                <a:latin typeface="Tahoma"/>
                <a:cs typeface="Tahoma"/>
              </a:rPr>
              <a:t>(style.css)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6842" y="5192098"/>
            <a:ext cx="1526540" cy="127571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950" dirty="0">
                <a:solidFill>
                  <a:srgbClr val="4ADE80"/>
                </a:solidFill>
                <a:latin typeface="Courier New"/>
                <a:cs typeface="Courier New"/>
              </a:rPr>
              <a:t>h1</a:t>
            </a:r>
            <a:r>
              <a:rPr sz="950" spc="4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950">
              <a:latin typeface="Courier New"/>
              <a:cs typeface="Courier New"/>
            </a:endParaRPr>
          </a:p>
          <a:p>
            <a:pPr marL="312420">
              <a:lnSpc>
                <a:spcPct val="100000"/>
              </a:lnSpc>
              <a:spcBef>
                <a:spcPts val="265"/>
              </a:spcBef>
            </a:pPr>
            <a:r>
              <a:rPr sz="950" dirty="0">
                <a:solidFill>
                  <a:srgbClr val="4ADE80"/>
                </a:solidFill>
                <a:latin typeface="Courier New"/>
                <a:cs typeface="Courier New"/>
              </a:rPr>
              <a:t>color:</a:t>
            </a:r>
            <a:r>
              <a:rPr sz="950" spc="8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green;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5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4ADE80"/>
                </a:solidFill>
                <a:latin typeface="Courier New"/>
                <a:cs typeface="Courier New"/>
              </a:rPr>
              <a:t>p</a:t>
            </a:r>
            <a:r>
              <a:rPr sz="950" spc="30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4ADE80"/>
                </a:solidFill>
                <a:latin typeface="Courier New"/>
                <a:cs typeface="Courier New"/>
              </a:rPr>
              <a:t>{</a:t>
            </a:r>
            <a:endParaRPr sz="950">
              <a:latin typeface="Courier New"/>
              <a:cs typeface="Courier New"/>
            </a:endParaRPr>
          </a:p>
          <a:p>
            <a:pPr marL="312420">
              <a:lnSpc>
                <a:spcPct val="100000"/>
              </a:lnSpc>
              <a:spcBef>
                <a:spcPts val="270"/>
              </a:spcBef>
            </a:pPr>
            <a:r>
              <a:rPr sz="950" dirty="0">
                <a:solidFill>
                  <a:srgbClr val="4ADE80"/>
                </a:solidFill>
                <a:latin typeface="Courier New"/>
                <a:cs typeface="Courier New"/>
              </a:rPr>
              <a:t>font-size:</a:t>
            </a:r>
            <a:r>
              <a:rPr sz="950" spc="135" dirty="0">
                <a:solidFill>
                  <a:srgbClr val="4ADE8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4ADE80"/>
                </a:solidFill>
                <a:latin typeface="Courier New"/>
                <a:cs typeface="Courier New"/>
              </a:rPr>
              <a:t>20px;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50" spc="-50" dirty="0">
                <a:solidFill>
                  <a:srgbClr val="4ADE80"/>
                </a:solidFill>
                <a:latin typeface="Courier New"/>
                <a:cs typeface="Courier New"/>
              </a:rPr>
              <a:t>}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35249" y="1563243"/>
            <a:ext cx="1148080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110" dirty="0">
                <a:solidFill>
                  <a:srgbClr val="292524"/>
                </a:solidFill>
                <a:latin typeface="Tahoma"/>
                <a:cs typeface="Tahoma"/>
              </a:rPr>
              <a:t>Penjelasan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49467" y="1959135"/>
            <a:ext cx="4098925" cy="1238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100"/>
              </a:spcBef>
            </a:pPr>
            <a:r>
              <a:rPr sz="1350" spc="-40" dirty="0">
                <a:solidFill>
                  <a:srgbClr val="374050"/>
                </a:solidFill>
                <a:latin typeface="Trebuchet MS"/>
                <a:cs typeface="Trebuchet MS"/>
              </a:rPr>
              <a:t>External</a:t>
            </a:r>
            <a:r>
              <a:rPr sz="1350" spc="2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CSS</a:t>
            </a:r>
            <a:r>
              <a:rPr sz="1350" spc="-6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374050"/>
                </a:solidFill>
                <a:latin typeface="Trebuchet MS"/>
                <a:cs typeface="Trebuchet MS"/>
              </a:rPr>
              <a:t>adalah</a:t>
            </a:r>
            <a:r>
              <a:rPr sz="1350" spc="-3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CSS</a:t>
            </a:r>
            <a:r>
              <a:rPr sz="1350" spc="-6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yang</a:t>
            </a:r>
            <a:r>
              <a:rPr sz="1350" spc="-114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40" dirty="0">
                <a:solidFill>
                  <a:srgbClr val="374050"/>
                </a:solidFill>
                <a:latin typeface="Trebuchet MS"/>
                <a:cs typeface="Trebuchet MS"/>
              </a:rPr>
              <a:t>ditulis</a:t>
            </a:r>
            <a:r>
              <a:rPr sz="1350" spc="-6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pada</a:t>
            </a:r>
            <a:r>
              <a:rPr sz="1350" spc="-2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b="1" spc="-50" dirty="0">
                <a:solidFill>
                  <a:srgbClr val="0FB981"/>
                </a:solidFill>
                <a:latin typeface="Trebuchet MS"/>
                <a:cs typeface="Trebuchet MS"/>
              </a:rPr>
              <a:t>file</a:t>
            </a:r>
            <a:r>
              <a:rPr sz="1350" b="1" spc="-75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0FB981"/>
                </a:solidFill>
                <a:latin typeface="Trebuchet MS"/>
                <a:cs typeface="Trebuchet MS"/>
              </a:rPr>
              <a:t>terpisah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dengan</a:t>
            </a:r>
            <a:r>
              <a:rPr sz="1350" spc="-10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ekstensi</a:t>
            </a:r>
            <a:r>
              <a:rPr sz="1350" spc="409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250" spc="-20" dirty="0">
                <a:solidFill>
                  <a:srgbClr val="E9580C"/>
                </a:solidFill>
                <a:latin typeface="Courier New"/>
                <a:cs typeface="Courier New"/>
              </a:rPr>
              <a:t>.css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50" spc="-65" dirty="0">
                <a:solidFill>
                  <a:srgbClr val="374050"/>
                </a:solidFill>
                <a:latin typeface="Trebuchet MS"/>
                <a:cs typeface="Trebuchet MS"/>
              </a:rPr>
              <a:t>File</a:t>
            </a:r>
            <a:r>
              <a:rPr sz="1350" spc="-3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374050"/>
                </a:solidFill>
                <a:latin typeface="Trebuchet MS"/>
                <a:cs typeface="Trebuchet MS"/>
              </a:rPr>
              <a:t>tersebut</a:t>
            </a:r>
            <a:r>
              <a:rPr sz="1350" spc="-5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dihubungkan</a:t>
            </a:r>
            <a:r>
              <a:rPr sz="1350" spc="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30" dirty="0">
                <a:solidFill>
                  <a:srgbClr val="374050"/>
                </a:solidFill>
                <a:latin typeface="Trebuchet MS"/>
                <a:cs typeface="Trebuchet MS"/>
              </a:rPr>
              <a:t>ke</a:t>
            </a:r>
            <a:r>
              <a:rPr sz="1350" spc="-3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HTML</a:t>
            </a:r>
            <a:r>
              <a:rPr sz="1350" spc="-7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menggunakan</a:t>
            </a:r>
            <a:r>
              <a:rPr sz="1350" spc="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374050"/>
                </a:solidFill>
                <a:latin typeface="Trebuchet MS"/>
                <a:cs typeface="Trebuchet MS"/>
              </a:rPr>
              <a:t>tag</a:t>
            </a:r>
            <a:endParaRPr sz="1350">
              <a:latin typeface="Trebuchet MS"/>
              <a:cs typeface="Trebuchet MS"/>
            </a:endParaRPr>
          </a:p>
          <a:p>
            <a:pPr marL="83820">
              <a:lnSpc>
                <a:spcPct val="100000"/>
              </a:lnSpc>
              <a:spcBef>
                <a:spcPts val="520"/>
              </a:spcBef>
            </a:pPr>
            <a:r>
              <a:rPr sz="1250" spc="-10" dirty="0">
                <a:solidFill>
                  <a:srgbClr val="E9580C"/>
                </a:solidFill>
                <a:latin typeface="Courier New"/>
                <a:cs typeface="Courier New"/>
              </a:rPr>
              <a:t>&lt;link&gt;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28081" y="3972007"/>
            <a:ext cx="3451225" cy="1425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10"/>
              </a:spcBef>
            </a:pPr>
            <a:r>
              <a:rPr sz="1450" b="1" spc="-30" dirty="0">
                <a:solidFill>
                  <a:srgbClr val="0FB981"/>
                </a:solidFill>
                <a:latin typeface="Tahoma"/>
                <a:cs typeface="Tahoma"/>
              </a:rPr>
              <a:t>Catatan</a:t>
            </a:r>
            <a:r>
              <a:rPr sz="1450" b="1" spc="-75" dirty="0">
                <a:solidFill>
                  <a:srgbClr val="0FB981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0FB981"/>
                </a:solidFill>
                <a:latin typeface="Tahoma"/>
                <a:cs typeface="Tahoma"/>
              </a:rPr>
              <a:t>Penting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ts val="3090"/>
              </a:lnSpc>
              <a:spcBef>
                <a:spcPts val="135"/>
              </a:spcBef>
            </a:pPr>
            <a:r>
              <a:rPr sz="1350" spc="-65" dirty="0">
                <a:solidFill>
                  <a:srgbClr val="374050"/>
                </a:solidFill>
                <a:latin typeface="Trebuchet MS"/>
                <a:cs typeface="Trebuchet MS"/>
              </a:rPr>
              <a:t>File</a:t>
            </a:r>
            <a:r>
              <a:rPr sz="1350" spc="-5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CSS</a:t>
            </a:r>
            <a:r>
              <a:rPr sz="135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harus</a:t>
            </a:r>
            <a:r>
              <a:rPr sz="1350" spc="-5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disimpan</a:t>
            </a:r>
            <a:r>
              <a:rPr sz="1350" spc="-1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74050"/>
                </a:solidFill>
                <a:latin typeface="Trebuchet MS"/>
                <a:cs typeface="Trebuchet MS"/>
              </a:rPr>
              <a:t>dalam</a:t>
            </a:r>
            <a:r>
              <a:rPr sz="135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30" dirty="0">
                <a:solidFill>
                  <a:srgbClr val="374050"/>
                </a:solidFill>
                <a:latin typeface="Trebuchet MS"/>
                <a:cs typeface="Trebuchet MS"/>
              </a:rPr>
              <a:t>folder</a:t>
            </a:r>
            <a:r>
              <a:rPr sz="1350" spc="-8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74050"/>
                </a:solidFill>
                <a:latin typeface="Trebuchet MS"/>
                <a:cs typeface="Trebuchet MS"/>
              </a:rPr>
              <a:t>terpisah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Nama</a:t>
            </a:r>
            <a:r>
              <a:rPr sz="1350" spc="-1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80" dirty="0">
                <a:solidFill>
                  <a:srgbClr val="374050"/>
                </a:solidFill>
                <a:latin typeface="Trebuchet MS"/>
                <a:cs typeface="Trebuchet MS"/>
              </a:rPr>
              <a:t>file</a:t>
            </a:r>
            <a:r>
              <a:rPr sz="1350" spc="-5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CSS</a:t>
            </a:r>
            <a:r>
              <a:rPr sz="135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bisa</a:t>
            </a:r>
            <a:r>
              <a:rPr sz="1350" spc="-10" dirty="0">
                <a:solidFill>
                  <a:srgbClr val="374050"/>
                </a:solidFill>
                <a:latin typeface="Trebuchet MS"/>
                <a:cs typeface="Trebuchet MS"/>
              </a:rPr>
              <a:t> disesuaikan</a:t>
            </a:r>
            <a:r>
              <a:rPr sz="1350" spc="-1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374050"/>
                </a:solidFill>
                <a:latin typeface="Trebuchet MS"/>
                <a:cs typeface="Trebuchet MS"/>
              </a:rPr>
              <a:t>kebutuhan </a:t>
            </a:r>
            <a:r>
              <a:rPr sz="1350" spc="-25" dirty="0">
                <a:solidFill>
                  <a:srgbClr val="374050"/>
                </a:solidFill>
                <a:latin typeface="Trebuchet MS"/>
                <a:cs typeface="Trebuchet MS"/>
              </a:rPr>
              <a:t>Path</a:t>
            </a:r>
            <a:r>
              <a:rPr sz="1350" spc="-7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pada</a:t>
            </a:r>
            <a:r>
              <a:rPr sz="1350" spc="-5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href</a:t>
            </a:r>
            <a:r>
              <a:rPr sz="1350" spc="-18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harus</a:t>
            </a:r>
            <a:r>
              <a:rPr sz="1350" spc="-9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74050"/>
                </a:solidFill>
                <a:latin typeface="Trebuchet MS"/>
                <a:cs typeface="Trebuchet MS"/>
              </a:rPr>
              <a:t>sesuai</a:t>
            </a:r>
            <a:r>
              <a:rPr sz="1350" spc="-20" dirty="0">
                <a:solidFill>
                  <a:srgbClr val="374050"/>
                </a:solidFill>
                <a:latin typeface="Trebuchet MS"/>
                <a:cs typeface="Trebuchet MS"/>
              </a:rPr>
              <a:t> lokasi file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524" y="45719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799" y="609599"/>
                </a:moveTo>
                <a:lnTo>
                  <a:pt x="260076" y="606301"/>
                </a:lnTo>
                <a:lnTo>
                  <a:pt x="216321" y="596475"/>
                </a:lnTo>
                <a:lnTo>
                  <a:pt x="174481" y="580336"/>
                </a:lnTo>
                <a:lnTo>
                  <a:pt x="135462" y="558231"/>
                </a:lnTo>
                <a:lnTo>
                  <a:pt x="100108" y="530642"/>
                </a:lnTo>
                <a:lnTo>
                  <a:pt x="69186" y="498163"/>
                </a:lnTo>
                <a:lnTo>
                  <a:pt x="43364" y="461498"/>
                </a:lnTo>
                <a:lnTo>
                  <a:pt x="23201" y="421441"/>
                </a:lnTo>
                <a:lnTo>
                  <a:pt x="9134" y="378860"/>
                </a:lnTo>
                <a:lnTo>
                  <a:pt x="1467" y="334675"/>
                </a:lnTo>
                <a:lnTo>
                  <a:pt x="0" y="304799"/>
                </a:lnTo>
                <a:lnTo>
                  <a:pt x="366" y="289844"/>
                </a:lnTo>
                <a:lnTo>
                  <a:pt x="5856" y="245336"/>
                </a:lnTo>
                <a:lnTo>
                  <a:pt x="17817" y="202115"/>
                </a:lnTo>
                <a:lnTo>
                  <a:pt x="35990" y="161118"/>
                </a:lnTo>
                <a:lnTo>
                  <a:pt x="59982" y="123230"/>
                </a:lnTo>
                <a:lnTo>
                  <a:pt x="89273" y="89273"/>
                </a:lnTo>
                <a:lnTo>
                  <a:pt x="123230" y="59982"/>
                </a:lnTo>
                <a:lnTo>
                  <a:pt x="161118" y="35990"/>
                </a:lnTo>
                <a:lnTo>
                  <a:pt x="202115" y="17817"/>
                </a:lnTo>
                <a:lnTo>
                  <a:pt x="245336" y="5856"/>
                </a:lnTo>
                <a:lnTo>
                  <a:pt x="289844" y="366"/>
                </a:lnTo>
                <a:lnTo>
                  <a:pt x="304799" y="0"/>
                </a:lnTo>
                <a:lnTo>
                  <a:pt x="319755" y="366"/>
                </a:lnTo>
                <a:lnTo>
                  <a:pt x="364263" y="5856"/>
                </a:lnTo>
                <a:lnTo>
                  <a:pt x="407484" y="17817"/>
                </a:lnTo>
                <a:lnTo>
                  <a:pt x="448481" y="35990"/>
                </a:lnTo>
                <a:lnTo>
                  <a:pt x="486369" y="59982"/>
                </a:lnTo>
                <a:lnTo>
                  <a:pt x="520326" y="89273"/>
                </a:lnTo>
                <a:lnTo>
                  <a:pt x="549617" y="123230"/>
                </a:lnTo>
                <a:lnTo>
                  <a:pt x="573609" y="161118"/>
                </a:lnTo>
                <a:lnTo>
                  <a:pt x="591782" y="202115"/>
                </a:lnTo>
                <a:lnTo>
                  <a:pt x="603743" y="245336"/>
                </a:lnTo>
                <a:lnTo>
                  <a:pt x="609233" y="289844"/>
                </a:lnTo>
                <a:lnTo>
                  <a:pt x="609599" y="304799"/>
                </a:lnTo>
                <a:lnTo>
                  <a:pt x="609233" y="319755"/>
                </a:lnTo>
                <a:lnTo>
                  <a:pt x="603743" y="364263"/>
                </a:lnTo>
                <a:lnTo>
                  <a:pt x="591782" y="407484"/>
                </a:lnTo>
                <a:lnTo>
                  <a:pt x="573609" y="448481"/>
                </a:lnTo>
                <a:lnTo>
                  <a:pt x="549617" y="486369"/>
                </a:lnTo>
                <a:lnTo>
                  <a:pt x="520326" y="520326"/>
                </a:lnTo>
                <a:lnTo>
                  <a:pt x="486369" y="549617"/>
                </a:lnTo>
                <a:lnTo>
                  <a:pt x="448481" y="573609"/>
                </a:lnTo>
                <a:lnTo>
                  <a:pt x="407484" y="591782"/>
                </a:lnTo>
                <a:lnTo>
                  <a:pt x="364263" y="603743"/>
                </a:lnTo>
                <a:lnTo>
                  <a:pt x="319755" y="609232"/>
                </a:lnTo>
                <a:lnTo>
                  <a:pt x="304799" y="609599"/>
                </a:lnTo>
                <a:close/>
              </a:path>
            </a:pathLst>
          </a:custGeom>
          <a:solidFill>
            <a:srgbClr val="0FB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8140" y="592390"/>
            <a:ext cx="16319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spc="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20825" y="508279"/>
            <a:ext cx="6390640" cy="463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50" spc="-155" dirty="0"/>
              <a:t>External</a:t>
            </a:r>
            <a:r>
              <a:rPr sz="2850" spc="35" dirty="0"/>
              <a:t> </a:t>
            </a:r>
            <a:r>
              <a:rPr sz="2850" spc="-275" dirty="0"/>
              <a:t>CSS:</a:t>
            </a:r>
            <a:r>
              <a:rPr sz="2850" spc="70" dirty="0"/>
              <a:t> </a:t>
            </a:r>
            <a:r>
              <a:rPr sz="2850" spc="-175" dirty="0"/>
              <a:t>Kelebihan</a:t>
            </a:r>
            <a:r>
              <a:rPr sz="2850" spc="-35" dirty="0"/>
              <a:t> </a:t>
            </a:r>
            <a:r>
              <a:rPr sz="2850" spc="-229" dirty="0"/>
              <a:t>&amp;</a:t>
            </a:r>
            <a:r>
              <a:rPr sz="2850" spc="-195" dirty="0"/>
              <a:t> </a:t>
            </a:r>
            <a:r>
              <a:rPr sz="2850" spc="-125" dirty="0"/>
              <a:t>Kekurangan</a:t>
            </a:r>
            <a:endParaRPr sz="2850"/>
          </a:p>
        </p:txBody>
      </p:sp>
      <p:sp>
        <p:nvSpPr>
          <p:cNvPr id="5" name="object 5"/>
          <p:cNvSpPr/>
          <p:nvPr/>
        </p:nvSpPr>
        <p:spPr>
          <a:xfrm>
            <a:off x="8058149" y="628649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828674" y="266699"/>
                </a:moveTo>
                <a:lnTo>
                  <a:pt x="133349" y="266699"/>
                </a:lnTo>
                <a:lnTo>
                  <a:pt x="126798" y="266539"/>
                </a:lnTo>
                <a:lnTo>
                  <a:pt x="88432" y="258908"/>
                </a:lnTo>
                <a:lnTo>
                  <a:pt x="53905" y="240453"/>
                </a:lnTo>
                <a:lnTo>
                  <a:pt x="26246" y="212793"/>
                </a:lnTo>
                <a:lnTo>
                  <a:pt x="7791" y="178266"/>
                </a:lnTo>
                <a:lnTo>
                  <a:pt x="160" y="139901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828674" y="0"/>
                </a:lnTo>
                <a:lnTo>
                  <a:pt x="867383" y="5740"/>
                </a:lnTo>
                <a:lnTo>
                  <a:pt x="902759" y="22473"/>
                </a:lnTo>
                <a:lnTo>
                  <a:pt x="931755" y="48752"/>
                </a:lnTo>
                <a:lnTo>
                  <a:pt x="951872" y="82319"/>
                </a:lnTo>
                <a:lnTo>
                  <a:pt x="961383" y="120279"/>
                </a:lnTo>
                <a:lnTo>
                  <a:pt x="962024" y="133349"/>
                </a:lnTo>
                <a:lnTo>
                  <a:pt x="961864" y="139901"/>
                </a:lnTo>
                <a:lnTo>
                  <a:pt x="954231" y="178266"/>
                </a:lnTo>
                <a:lnTo>
                  <a:pt x="935777" y="212793"/>
                </a:lnTo>
                <a:lnTo>
                  <a:pt x="908117" y="240453"/>
                </a:lnTo>
                <a:lnTo>
                  <a:pt x="873591" y="258908"/>
                </a:lnTo>
                <a:lnTo>
                  <a:pt x="835225" y="266539"/>
                </a:lnTo>
                <a:lnTo>
                  <a:pt x="828674" y="266699"/>
                </a:lnTo>
                <a:close/>
              </a:path>
            </a:pathLst>
          </a:custGeom>
          <a:solidFill>
            <a:srgbClr val="0FB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196808" y="654050"/>
            <a:ext cx="6826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5" dirty="0">
                <a:solidFill>
                  <a:srgbClr val="FFFFFF"/>
                </a:solidFill>
                <a:latin typeface="Trebuchet MS"/>
                <a:cs typeface="Trebuchet MS"/>
              </a:rPr>
              <a:t>Bagian</a:t>
            </a:r>
            <a:r>
              <a:rPr sz="105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6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2231" y="1409699"/>
            <a:ext cx="11546205" cy="5448300"/>
            <a:chOff x="332231" y="1409699"/>
            <a:chExt cx="11546205" cy="54483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050" y="1409699"/>
              <a:ext cx="266700" cy="241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231" y="1676399"/>
              <a:ext cx="11545823" cy="51815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699" y="2314574"/>
              <a:ext cx="190500" cy="1905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339850" y="2222992"/>
            <a:ext cx="2950210" cy="5219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 spc="-60" dirty="0">
                <a:solidFill>
                  <a:srgbClr val="292524"/>
                </a:solidFill>
                <a:latin typeface="Tahoma"/>
                <a:cs typeface="Tahoma"/>
              </a:rPr>
              <a:t>Kode</a:t>
            </a:r>
            <a:r>
              <a:rPr sz="1400" b="1" spc="-4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292524"/>
                </a:solidFill>
                <a:latin typeface="Tahoma"/>
                <a:cs typeface="Tahoma"/>
              </a:rPr>
              <a:t>Lebih</a:t>
            </a:r>
            <a:r>
              <a:rPr sz="1400" b="1" spc="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92524"/>
                </a:solidFill>
                <a:latin typeface="Tahoma"/>
                <a:cs typeface="Tahoma"/>
              </a:rPr>
              <a:t>Rapi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70" dirty="0">
                <a:solidFill>
                  <a:srgbClr val="4A5462"/>
                </a:solidFill>
                <a:latin typeface="Trebuchet MS"/>
                <a:cs typeface="Trebuchet MS"/>
              </a:rPr>
              <a:t>Kode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4A5462"/>
                </a:solidFill>
                <a:latin typeface="Trebuchet MS"/>
                <a:cs typeface="Trebuchet MS"/>
              </a:rPr>
              <a:t>lebih</a:t>
            </a:r>
            <a:r>
              <a:rPr sz="1400" spc="-3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terstruktur</a:t>
            </a:r>
            <a:r>
              <a:rPr sz="140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4A5462"/>
                </a:solidFill>
                <a:latin typeface="Trebuchet MS"/>
                <a:cs typeface="Trebuchet MS"/>
              </a:rPr>
              <a:t>dan</a:t>
            </a:r>
            <a:r>
              <a:rPr sz="1400" spc="-3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4A5462"/>
                </a:solidFill>
                <a:latin typeface="Trebuchet MS"/>
                <a:cs typeface="Trebuchet MS"/>
              </a:rPr>
              <a:t>mudah</a:t>
            </a:r>
            <a:r>
              <a:rPr sz="1400" spc="-3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4A5462"/>
                </a:solidFill>
                <a:latin typeface="Trebuchet MS"/>
                <a:cs typeface="Trebuchet MS"/>
              </a:rPr>
              <a:t>dibaca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28700" y="1435099"/>
            <a:ext cx="5505450" cy="4670425"/>
            <a:chOff x="1028700" y="1435099"/>
            <a:chExt cx="5505450" cy="467042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700" y="3514724"/>
              <a:ext cx="190500" cy="190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700" y="4714874"/>
              <a:ext cx="190500" cy="1905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700" y="5915024"/>
              <a:ext cx="190500" cy="190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7449" y="1435099"/>
              <a:ext cx="266700" cy="2413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39850" y="3423142"/>
            <a:ext cx="3818890" cy="5219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 spc="-60" dirty="0">
                <a:solidFill>
                  <a:srgbClr val="292524"/>
                </a:solidFill>
                <a:latin typeface="Tahoma"/>
                <a:cs typeface="Tahoma"/>
              </a:rPr>
              <a:t>Satu</a:t>
            </a:r>
            <a:r>
              <a:rPr sz="1400" b="1" spc="1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292524"/>
                </a:solidFill>
                <a:latin typeface="Tahoma"/>
                <a:cs typeface="Tahoma"/>
              </a:rPr>
              <a:t>File</a:t>
            </a:r>
            <a:r>
              <a:rPr sz="1400" b="1" spc="-3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292524"/>
                </a:solidFill>
                <a:latin typeface="Tahoma"/>
                <a:cs typeface="Tahoma"/>
              </a:rPr>
              <a:t>untuk</a:t>
            </a:r>
            <a:r>
              <a:rPr sz="1400" b="1" spc="-1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292524"/>
                </a:solidFill>
                <a:latin typeface="Tahoma"/>
                <a:cs typeface="Tahoma"/>
              </a:rPr>
              <a:t>Banyak</a:t>
            </a:r>
            <a:r>
              <a:rPr sz="1400" b="1" spc="-2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Halaman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10" dirty="0">
                <a:solidFill>
                  <a:srgbClr val="4A5462"/>
                </a:solidFill>
                <a:latin typeface="Trebuchet MS"/>
                <a:cs typeface="Trebuchet MS"/>
              </a:rPr>
              <a:t>File</a:t>
            </a:r>
            <a:r>
              <a:rPr sz="1400" spc="-8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4A5462"/>
                </a:solidFill>
                <a:latin typeface="Trebuchet MS"/>
                <a:cs typeface="Trebuchet MS"/>
              </a:rPr>
              <a:t>CSS</a:t>
            </a:r>
            <a:r>
              <a:rPr sz="1400" spc="-9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dapat</a:t>
            </a:r>
            <a:r>
              <a:rPr sz="140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4A5462"/>
                </a:solidFill>
                <a:latin typeface="Trebuchet MS"/>
                <a:cs typeface="Trebuchet MS"/>
              </a:rPr>
              <a:t>digunakan</a:t>
            </a:r>
            <a:r>
              <a:rPr sz="1400" spc="-4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4A5462"/>
                </a:solidFill>
                <a:latin typeface="Trebuchet MS"/>
                <a:cs typeface="Trebuchet MS"/>
              </a:rPr>
              <a:t>oleh</a:t>
            </a:r>
            <a:r>
              <a:rPr sz="1400" spc="-4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4A5462"/>
                </a:solidFill>
                <a:latin typeface="Trebuchet MS"/>
                <a:cs typeface="Trebuchet MS"/>
              </a:rPr>
              <a:t>banyak</a:t>
            </a:r>
            <a:r>
              <a:rPr sz="1400" spc="-13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4A5462"/>
                </a:solidFill>
                <a:latin typeface="Trebuchet MS"/>
                <a:cs typeface="Trebuchet MS"/>
              </a:rPr>
              <a:t>halaman</a:t>
            </a:r>
            <a:r>
              <a:rPr sz="1400" spc="-4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4A5462"/>
                </a:solidFill>
                <a:latin typeface="Trebuchet MS"/>
                <a:cs typeface="Trebuchet MS"/>
              </a:rPr>
              <a:t>HTML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39850" y="4623292"/>
            <a:ext cx="3554729" cy="5219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 spc="-90" dirty="0">
                <a:solidFill>
                  <a:srgbClr val="292524"/>
                </a:solidFill>
                <a:latin typeface="Tahoma"/>
                <a:cs typeface="Tahoma"/>
              </a:rPr>
              <a:t>Mudah</a:t>
            </a:r>
            <a:r>
              <a:rPr sz="1400" b="1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Dikelola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60" dirty="0">
                <a:solidFill>
                  <a:srgbClr val="4A5462"/>
                </a:solidFill>
                <a:latin typeface="Trebuchet MS"/>
                <a:cs typeface="Trebuchet MS"/>
              </a:rPr>
              <a:t>Perubahan</a:t>
            </a:r>
            <a:r>
              <a:rPr sz="1400" spc="-4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4A5462"/>
                </a:solidFill>
                <a:latin typeface="Trebuchet MS"/>
                <a:cs typeface="Trebuchet MS"/>
              </a:rPr>
              <a:t>style</a:t>
            </a:r>
            <a:r>
              <a:rPr sz="1400" spc="-8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4A5462"/>
                </a:solidFill>
                <a:latin typeface="Trebuchet MS"/>
                <a:cs typeface="Trebuchet MS"/>
              </a:rPr>
              <a:t>hanya</a:t>
            </a:r>
            <a:r>
              <a:rPr sz="1400" spc="-4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4A5462"/>
                </a:solidFill>
                <a:latin typeface="Trebuchet MS"/>
                <a:cs typeface="Trebuchet MS"/>
              </a:rPr>
              <a:t>perlu</a:t>
            </a:r>
            <a:r>
              <a:rPr sz="1400" spc="-4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dilakukan</a:t>
            </a:r>
            <a:r>
              <a:rPr sz="1400" spc="-4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4A5462"/>
                </a:solidFill>
                <a:latin typeface="Trebuchet MS"/>
                <a:cs typeface="Trebuchet MS"/>
              </a:rPr>
              <a:t>di</a:t>
            </a:r>
            <a:r>
              <a:rPr sz="14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satu</a:t>
            </a:r>
            <a:r>
              <a:rPr sz="1400" spc="-3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4A5462"/>
                </a:solidFill>
                <a:latin typeface="Trebuchet MS"/>
                <a:cs typeface="Trebuchet MS"/>
              </a:rPr>
              <a:t>file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39850" y="5823442"/>
            <a:ext cx="2962910" cy="5219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 spc="-50" dirty="0">
                <a:solidFill>
                  <a:srgbClr val="292524"/>
                </a:solidFill>
                <a:latin typeface="Tahoma"/>
                <a:cs typeface="Tahoma"/>
              </a:rPr>
              <a:t>Loading</a:t>
            </a:r>
            <a:r>
              <a:rPr sz="1400" b="1" spc="-3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292524"/>
                </a:solidFill>
                <a:latin typeface="Tahoma"/>
                <a:cs typeface="Tahoma"/>
              </a:rPr>
              <a:t>Lebih</a:t>
            </a:r>
            <a:r>
              <a:rPr sz="1400" b="1" spc="-2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Cepat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10" dirty="0">
                <a:solidFill>
                  <a:srgbClr val="4A5462"/>
                </a:solidFill>
                <a:latin typeface="Trebuchet MS"/>
                <a:cs typeface="Trebuchet MS"/>
              </a:rPr>
              <a:t>File</a:t>
            </a:r>
            <a:r>
              <a:rPr sz="1400" spc="-8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4A5462"/>
                </a:solidFill>
                <a:latin typeface="Trebuchet MS"/>
                <a:cs typeface="Trebuchet MS"/>
              </a:rPr>
              <a:t>CSS</a:t>
            </a:r>
            <a:r>
              <a:rPr sz="1400" spc="-8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dapat</a:t>
            </a:r>
            <a:r>
              <a:rPr sz="140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4A5462"/>
                </a:solidFill>
                <a:latin typeface="Trebuchet MS"/>
                <a:cs typeface="Trebuchet MS"/>
              </a:rPr>
              <a:t>disimpan</a:t>
            </a:r>
            <a:r>
              <a:rPr sz="1400" spc="-4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4A5462"/>
                </a:solidFill>
                <a:latin typeface="Trebuchet MS"/>
                <a:cs typeface="Trebuchet MS"/>
              </a:rPr>
              <a:t>di</a:t>
            </a:r>
            <a:r>
              <a:rPr sz="14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4A5462"/>
                </a:solidFill>
                <a:latin typeface="Trebuchet MS"/>
                <a:cs typeface="Trebuchet MS"/>
              </a:rPr>
              <a:t>cache</a:t>
            </a:r>
            <a:r>
              <a:rPr sz="1400" spc="-8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4A5462"/>
                </a:solidFill>
                <a:latin typeface="Trebuchet MS"/>
                <a:cs typeface="Trebuchet MS"/>
              </a:rPr>
              <a:t>browser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20774" y="1372844"/>
            <a:ext cx="832421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498465" algn="l"/>
              </a:tabLst>
            </a:pPr>
            <a:r>
              <a:rPr sz="1900" b="1" spc="-120" dirty="0">
                <a:solidFill>
                  <a:srgbClr val="0FB981"/>
                </a:solidFill>
                <a:latin typeface="Tahoma"/>
                <a:cs typeface="Tahoma"/>
              </a:rPr>
              <a:t>Kelebihan</a:t>
            </a:r>
            <a:r>
              <a:rPr sz="1900" b="1" spc="-25" dirty="0">
                <a:solidFill>
                  <a:srgbClr val="0FB981"/>
                </a:solidFill>
                <a:latin typeface="Tahoma"/>
                <a:cs typeface="Tahoma"/>
              </a:rPr>
              <a:t> </a:t>
            </a:r>
            <a:r>
              <a:rPr sz="1900" b="1" spc="-105" dirty="0">
                <a:solidFill>
                  <a:srgbClr val="0FB981"/>
                </a:solidFill>
                <a:latin typeface="Tahoma"/>
                <a:cs typeface="Tahoma"/>
              </a:rPr>
              <a:t>External</a:t>
            </a:r>
            <a:r>
              <a:rPr sz="1900" b="1" spc="30" dirty="0">
                <a:solidFill>
                  <a:srgbClr val="0FB981"/>
                </a:solidFill>
                <a:latin typeface="Tahoma"/>
                <a:cs typeface="Tahoma"/>
              </a:rPr>
              <a:t> </a:t>
            </a:r>
            <a:r>
              <a:rPr sz="1900" b="1" spc="-25" dirty="0">
                <a:solidFill>
                  <a:srgbClr val="0FB981"/>
                </a:solidFill>
                <a:latin typeface="Tahoma"/>
                <a:cs typeface="Tahoma"/>
              </a:rPr>
              <a:t>CSS</a:t>
            </a:r>
            <a:r>
              <a:rPr sz="1900" b="1" dirty="0">
                <a:solidFill>
                  <a:srgbClr val="0FB981"/>
                </a:solidFill>
                <a:latin typeface="Tahoma"/>
                <a:cs typeface="Tahoma"/>
              </a:rPr>
              <a:t>	</a:t>
            </a:r>
            <a:r>
              <a:rPr sz="1900" b="1" spc="-110" dirty="0">
                <a:solidFill>
                  <a:srgbClr val="DB2525"/>
                </a:solidFill>
                <a:latin typeface="Tahoma"/>
                <a:cs typeface="Tahoma"/>
              </a:rPr>
              <a:t>Kekurangan</a:t>
            </a:r>
            <a:r>
              <a:rPr sz="1900" b="1" spc="-35" dirty="0">
                <a:solidFill>
                  <a:srgbClr val="DB2525"/>
                </a:solidFill>
                <a:latin typeface="Tahoma"/>
                <a:cs typeface="Tahoma"/>
              </a:rPr>
              <a:t> </a:t>
            </a:r>
            <a:r>
              <a:rPr sz="1900" b="1" spc="-105" dirty="0">
                <a:solidFill>
                  <a:srgbClr val="DB2525"/>
                </a:solidFill>
                <a:latin typeface="Tahoma"/>
                <a:cs typeface="Tahoma"/>
              </a:rPr>
              <a:t>External</a:t>
            </a:r>
            <a:r>
              <a:rPr sz="1900" b="1" spc="35" dirty="0">
                <a:solidFill>
                  <a:srgbClr val="DB2525"/>
                </a:solidFill>
                <a:latin typeface="Tahoma"/>
                <a:cs typeface="Tahoma"/>
              </a:rPr>
              <a:t> </a:t>
            </a:r>
            <a:r>
              <a:rPr sz="1900" b="1" spc="-65" dirty="0">
                <a:solidFill>
                  <a:srgbClr val="DB2525"/>
                </a:solidFill>
                <a:latin typeface="Tahoma"/>
                <a:cs typeface="Tahoma"/>
              </a:rPr>
              <a:t>CSS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57924" y="2314574"/>
            <a:ext cx="5181600" cy="4257675"/>
            <a:chOff x="6257924" y="2314574"/>
            <a:chExt cx="5181600" cy="425767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15099" y="2314574"/>
              <a:ext cx="190500" cy="1905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15099" y="3514724"/>
              <a:ext cx="190500" cy="1905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7924" y="4419599"/>
              <a:ext cx="5181599" cy="21526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00824" y="4762499"/>
              <a:ext cx="381000" cy="36195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826249" y="2222992"/>
            <a:ext cx="3397250" cy="5219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 spc="-90" dirty="0">
                <a:solidFill>
                  <a:srgbClr val="292524"/>
                </a:solidFill>
                <a:latin typeface="Tahoma"/>
                <a:cs typeface="Tahoma"/>
              </a:rPr>
              <a:t>Membutuhkan</a:t>
            </a:r>
            <a:r>
              <a:rPr sz="1400" b="1" spc="5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292524"/>
                </a:solidFill>
                <a:latin typeface="Tahoma"/>
                <a:cs typeface="Tahoma"/>
              </a:rPr>
              <a:t>File</a:t>
            </a:r>
            <a:r>
              <a:rPr sz="1400" b="1" spc="1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Tambahan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90" dirty="0">
                <a:solidFill>
                  <a:srgbClr val="4A5462"/>
                </a:solidFill>
                <a:latin typeface="Trebuchet MS"/>
                <a:cs typeface="Trebuchet MS"/>
              </a:rPr>
              <a:t>Perlu</a:t>
            </a:r>
            <a:r>
              <a:rPr sz="1400" spc="-3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membuat</a:t>
            </a:r>
            <a:r>
              <a:rPr sz="140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4A5462"/>
                </a:solidFill>
                <a:latin typeface="Trebuchet MS"/>
                <a:cs typeface="Trebuchet MS"/>
              </a:rPr>
              <a:t>dan</a:t>
            </a:r>
            <a:r>
              <a:rPr sz="1400" spc="-4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4A5462"/>
                </a:solidFill>
                <a:latin typeface="Trebuchet MS"/>
                <a:cs typeface="Trebuchet MS"/>
              </a:rPr>
              <a:t>mengelola</a:t>
            </a:r>
            <a:r>
              <a:rPr sz="1400" spc="-3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110" dirty="0">
                <a:solidFill>
                  <a:srgbClr val="4A5462"/>
                </a:solidFill>
                <a:latin typeface="Trebuchet MS"/>
                <a:cs typeface="Trebuchet MS"/>
              </a:rPr>
              <a:t>file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4A5462"/>
                </a:solidFill>
                <a:latin typeface="Trebuchet MS"/>
                <a:cs typeface="Trebuchet MS"/>
              </a:rPr>
              <a:t>CSS</a:t>
            </a:r>
            <a:r>
              <a:rPr sz="1400" spc="-8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4A5462"/>
                </a:solidFill>
                <a:latin typeface="Trebuchet MS"/>
                <a:cs typeface="Trebuchet MS"/>
              </a:rPr>
              <a:t>terpisah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26249" y="3423142"/>
            <a:ext cx="3677920" cy="5219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 spc="-80" dirty="0">
                <a:solidFill>
                  <a:srgbClr val="292524"/>
                </a:solidFill>
                <a:latin typeface="Tahoma"/>
                <a:cs typeface="Tahoma"/>
              </a:rPr>
              <a:t>File</a:t>
            </a:r>
            <a:r>
              <a:rPr sz="1400" b="1" spc="-3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r>
              <a:rPr sz="1400" b="1" spc="-3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292524"/>
                </a:solidFill>
                <a:latin typeface="Tahoma"/>
                <a:cs typeface="Tahoma"/>
              </a:rPr>
              <a:t>Tidak</a:t>
            </a:r>
            <a:r>
              <a:rPr sz="1400" b="1" spc="-2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Ditemukan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65" dirty="0">
                <a:solidFill>
                  <a:srgbClr val="4A5462"/>
                </a:solidFill>
                <a:latin typeface="Trebuchet MS"/>
                <a:cs typeface="Trebuchet MS"/>
              </a:rPr>
              <a:t>Jika</a:t>
            </a:r>
            <a:r>
              <a:rPr sz="1400" spc="-2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110" dirty="0">
                <a:solidFill>
                  <a:srgbClr val="4A5462"/>
                </a:solidFill>
                <a:latin typeface="Trebuchet MS"/>
                <a:cs typeface="Trebuchet MS"/>
              </a:rPr>
              <a:t>file</a:t>
            </a:r>
            <a:r>
              <a:rPr sz="1400" spc="-6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4A5462"/>
                </a:solidFill>
                <a:latin typeface="Trebuchet MS"/>
                <a:cs typeface="Trebuchet MS"/>
              </a:rPr>
              <a:t>CSS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4A5462"/>
                </a:solidFill>
                <a:latin typeface="Trebuchet MS"/>
                <a:cs typeface="Trebuchet MS"/>
              </a:rPr>
              <a:t>tidak</a:t>
            </a:r>
            <a:r>
              <a:rPr sz="1400" spc="-12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100" dirty="0">
                <a:solidFill>
                  <a:srgbClr val="4A5462"/>
                </a:solidFill>
                <a:latin typeface="Trebuchet MS"/>
                <a:cs typeface="Trebuchet MS"/>
              </a:rPr>
              <a:t>ditemukan,</a:t>
            </a:r>
            <a:r>
              <a:rPr sz="1400" spc="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4A5462"/>
                </a:solidFill>
                <a:latin typeface="Trebuchet MS"/>
                <a:cs typeface="Trebuchet MS"/>
              </a:rPr>
              <a:t>style</a:t>
            </a:r>
            <a:r>
              <a:rPr sz="1400" spc="-6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4A5462"/>
                </a:solidFill>
                <a:latin typeface="Trebuchet MS"/>
                <a:cs typeface="Trebuchet MS"/>
              </a:rPr>
              <a:t>tidak</a:t>
            </a:r>
            <a:r>
              <a:rPr sz="1400" spc="-12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4A5462"/>
                </a:solidFill>
                <a:latin typeface="Trebuchet MS"/>
                <a:cs typeface="Trebuchet MS"/>
              </a:rPr>
              <a:t>akan</a:t>
            </a:r>
            <a:r>
              <a:rPr sz="1400" spc="-3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4A5462"/>
                </a:solidFill>
                <a:latin typeface="Trebuchet MS"/>
                <a:cs typeface="Trebuchet MS"/>
              </a:rPr>
              <a:t>tampil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59624" y="4727959"/>
            <a:ext cx="2083435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b="1" spc="-35" dirty="0">
                <a:solidFill>
                  <a:srgbClr val="FFFFFF"/>
                </a:solidFill>
                <a:latin typeface="Trebuchet MS"/>
                <a:cs typeface="Trebuchet MS"/>
              </a:rPr>
              <a:t>Metode</a:t>
            </a:r>
            <a:r>
              <a:rPr sz="235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FFFFFF"/>
                </a:solidFill>
                <a:latin typeface="Trebuchet MS"/>
                <a:cs typeface="Trebuchet MS"/>
              </a:rPr>
              <a:t>Terbaik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50024" y="5271426"/>
            <a:ext cx="4538345" cy="958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30"/>
              </a:spcBef>
            </a:pPr>
            <a:r>
              <a:rPr sz="1750" spc="-130" dirty="0">
                <a:solidFill>
                  <a:srgbClr val="FFFFFF"/>
                </a:solidFill>
                <a:latin typeface="Trebuchet MS"/>
                <a:cs typeface="Trebuchet MS"/>
              </a:rPr>
              <a:t>External</a:t>
            </a:r>
            <a:r>
              <a:rPr sz="175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65" dirty="0">
                <a:solidFill>
                  <a:srgbClr val="FFFFFF"/>
                </a:solidFill>
                <a:latin typeface="Trebuchet MS"/>
                <a:cs typeface="Trebuchet MS"/>
              </a:rPr>
              <a:t>CSS</a:t>
            </a:r>
            <a:r>
              <a:rPr sz="175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00" dirty="0">
                <a:solidFill>
                  <a:srgbClr val="FFFFFF"/>
                </a:solidFill>
                <a:latin typeface="Trebuchet MS"/>
                <a:cs typeface="Trebuchet MS"/>
              </a:rPr>
              <a:t>adalah</a:t>
            </a:r>
            <a:r>
              <a:rPr sz="17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FFFFFF"/>
                </a:solidFill>
                <a:latin typeface="Trebuchet MS"/>
                <a:cs typeface="Trebuchet MS"/>
              </a:rPr>
              <a:t>pilihan</a:t>
            </a:r>
            <a:r>
              <a:rPr sz="16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35" dirty="0">
                <a:solidFill>
                  <a:srgbClr val="FFFFFF"/>
                </a:solidFill>
                <a:latin typeface="Trebuchet MS"/>
                <a:cs typeface="Trebuchet MS"/>
              </a:rPr>
              <a:t>terbaik</a:t>
            </a:r>
            <a:r>
              <a:rPr sz="16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Trebuchet MS"/>
                <a:cs typeface="Trebuchet MS"/>
              </a:rPr>
              <a:t>untuk </a:t>
            </a:r>
            <a:r>
              <a:rPr sz="1750" spc="-85" dirty="0">
                <a:solidFill>
                  <a:srgbClr val="FFFFFF"/>
                </a:solidFill>
                <a:latin typeface="Trebuchet MS"/>
                <a:cs typeface="Trebuchet MS"/>
              </a:rPr>
              <a:t>pengembangan</a:t>
            </a:r>
            <a:r>
              <a:rPr sz="17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14" dirty="0">
                <a:solidFill>
                  <a:srgbClr val="FFFFFF"/>
                </a:solidFill>
                <a:latin typeface="Trebuchet MS"/>
                <a:cs typeface="Trebuchet MS"/>
              </a:rPr>
              <a:t>website</a:t>
            </a:r>
            <a:r>
              <a:rPr sz="175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00" dirty="0">
                <a:solidFill>
                  <a:srgbClr val="FFFFFF"/>
                </a:solidFill>
                <a:latin typeface="Trebuchet MS"/>
                <a:cs typeface="Trebuchet MS"/>
              </a:rPr>
              <a:t>profesional</a:t>
            </a:r>
            <a:r>
              <a:rPr sz="175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00" dirty="0">
                <a:solidFill>
                  <a:srgbClr val="FFFFFF"/>
                </a:solidFill>
                <a:latin typeface="Trebuchet MS"/>
                <a:cs typeface="Trebuchet MS"/>
              </a:rPr>
              <a:t>karena</a:t>
            </a:r>
            <a:r>
              <a:rPr sz="17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95" dirty="0">
                <a:solidFill>
                  <a:srgbClr val="FFFFFF"/>
                </a:solidFill>
                <a:latin typeface="Trebuchet MS"/>
                <a:cs typeface="Trebuchet MS"/>
              </a:rPr>
              <a:t>efisien, </a:t>
            </a:r>
            <a:r>
              <a:rPr sz="1750" spc="-150" dirty="0">
                <a:solidFill>
                  <a:srgbClr val="FFFFFF"/>
                </a:solidFill>
                <a:latin typeface="Trebuchet MS"/>
                <a:cs typeface="Trebuchet MS"/>
              </a:rPr>
              <a:t>rapi,</a:t>
            </a:r>
            <a:r>
              <a:rPr sz="175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95" dirty="0">
                <a:solidFill>
                  <a:srgbClr val="FFFFFF"/>
                </a:solidFill>
                <a:latin typeface="Trebuchet MS"/>
                <a:cs typeface="Trebuchet MS"/>
              </a:rPr>
              <a:t>dan</a:t>
            </a:r>
            <a:r>
              <a:rPr sz="17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85" dirty="0">
                <a:solidFill>
                  <a:srgbClr val="FFFFFF"/>
                </a:solidFill>
                <a:latin typeface="Trebuchet MS"/>
                <a:cs typeface="Trebuchet MS"/>
              </a:rPr>
              <a:t>mudah</a:t>
            </a:r>
            <a:r>
              <a:rPr sz="17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Trebuchet MS"/>
                <a:cs typeface="Trebuchet MS"/>
              </a:rPr>
              <a:t>dikelola.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84350" y="289297"/>
            <a:ext cx="7047865" cy="9556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3800" spc="-200" dirty="0"/>
              <a:t>Perbandingan</a:t>
            </a:r>
            <a:r>
              <a:rPr sz="3800" spc="-35" dirty="0"/>
              <a:t> </a:t>
            </a:r>
            <a:r>
              <a:rPr sz="3800" spc="-200" dirty="0"/>
              <a:t>Penempatan</a:t>
            </a:r>
            <a:r>
              <a:rPr sz="3800" spc="-30" dirty="0"/>
              <a:t> </a:t>
            </a:r>
            <a:r>
              <a:rPr sz="3800" spc="-285" dirty="0"/>
              <a:t>CSS</a:t>
            </a:r>
            <a:endParaRPr sz="3800"/>
          </a:p>
          <a:p>
            <a:pPr marR="4445" algn="ctr">
              <a:lnSpc>
                <a:spcPct val="100000"/>
              </a:lnSpc>
              <a:spcBef>
                <a:spcPts val="265"/>
              </a:spcBef>
            </a:pPr>
            <a:r>
              <a:rPr sz="1600" b="0" dirty="0">
                <a:solidFill>
                  <a:srgbClr val="6A7280"/>
                </a:solidFill>
                <a:latin typeface="Trebuchet MS"/>
                <a:cs typeface="Trebuchet MS"/>
              </a:rPr>
              <a:t>Memilih</a:t>
            </a:r>
            <a:r>
              <a:rPr sz="1600" b="0" spc="-9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600" b="0" spc="-10" dirty="0">
                <a:solidFill>
                  <a:srgbClr val="6A7280"/>
                </a:solidFill>
                <a:latin typeface="Trebuchet MS"/>
                <a:cs typeface="Trebuchet MS"/>
              </a:rPr>
              <a:t>metode</a:t>
            </a:r>
            <a:r>
              <a:rPr sz="1600" b="0" spc="-10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600" b="0" dirty="0">
                <a:solidFill>
                  <a:srgbClr val="6A7280"/>
                </a:solidFill>
                <a:latin typeface="Trebuchet MS"/>
                <a:cs typeface="Trebuchet MS"/>
              </a:rPr>
              <a:t>yang</a:t>
            </a:r>
            <a:r>
              <a:rPr sz="1600" b="0" spc="-14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600" b="0" spc="-50" dirty="0">
                <a:solidFill>
                  <a:srgbClr val="6A7280"/>
                </a:solidFill>
                <a:latin typeface="Trebuchet MS"/>
                <a:cs typeface="Trebuchet MS"/>
              </a:rPr>
              <a:t>tepat</a:t>
            </a:r>
            <a:r>
              <a:rPr sz="1600" b="0" spc="-11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600" b="0" dirty="0">
                <a:solidFill>
                  <a:srgbClr val="6A7280"/>
                </a:solidFill>
                <a:latin typeface="Trebuchet MS"/>
                <a:cs typeface="Trebuchet MS"/>
              </a:rPr>
              <a:t>untuk</a:t>
            </a:r>
            <a:r>
              <a:rPr sz="1600" b="0" spc="-15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600" b="0" dirty="0">
                <a:solidFill>
                  <a:srgbClr val="6A7280"/>
                </a:solidFill>
                <a:latin typeface="Trebuchet MS"/>
                <a:cs typeface="Trebuchet MS"/>
              </a:rPr>
              <a:t>kebutuhan</a:t>
            </a:r>
            <a:r>
              <a:rPr sz="1600" b="0" spc="-5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600" b="0" spc="-20" dirty="0">
                <a:solidFill>
                  <a:srgbClr val="6A7280"/>
                </a:solidFill>
                <a:latin typeface="Trebuchet MS"/>
                <a:cs typeface="Trebuchet MS"/>
              </a:rPr>
              <a:t>Anda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2231" y="1295400"/>
            <a:ext cx="4231005" cy="5447030"/>
            <a:chOff x="332231" y="1295400"/>
            <a:chExt cx="4231005" cy="5447030"/>
          </a:xfrm>
        </p:grpSpPr>
        <p:sp>
          <p:nvSpPr>
            <p:cNvPr id="4" name="object 4"/>
            <p:cNvSpPr/>
            <p:nvPr/>
          </p:nvSpPr>
          <p:spPr>
            <a:xfrm>
              <a:off x="332231" y="1295400"/>
              <a:ext cx="4231005" cy="5447030"/>
            </a:xfrm>
            <a:custGeom>
              <a:avLst/>
              <a:gdLst/>
              <a:ahLst/>
              <a:cxnLst/>
              <a:rect l="l" t="t" r="r" b="b"/>
              <a:pathLst>
                <a:path w="4231005" h="5447030">
                  <a:moveTo>
                    <a:pt x="4230623" y="5446775"/>
                  </a:moveTo>
                  <a:lnTo>
                    <a:pt x="0" y="5446775"/>
                  </a:lnTo>
                  <a:lnTo>
                    <a:pt x="0" y="0"/>
                  </a:lnTo>
                  <a:lnTo>
                    <a:pt x="4230623" y="0"/>
                  </a:lnTo>
                  <a:lnTo>
                    <a:pt x="4230623" y="352424"/>
                  </a:lnTo>
                  <a:lnTo>
                    <a:pt x="667892" y="352424"/>
                  </a:lnTo>
                  <a:lnTo>
                    <a:pt x="657130" y="352688"/>
                  </a:lnTo>
                  <a:lnTo>
                    <a:pt x="614648" y="358992"/>
                  </a:lnTo>
                  <a:lnTo>
                    <a:pt x="574213" y="373462"/>
                  </a:lnTo>
                  <a:lnTo>
                    <a:pt x="537378" y="395543"/>
                  </a:lnTo>
                  <a:lnTo>
                    <a:pt x="505559" y="424386"/>
                  </a:lnTo>
                  <a:lnTo>
                    <a:pt x="479978" y="458883"/>
                  </a:lnTo>
                  <a:lnTo>
                    <a:pt x="461618" y="497707"/>
                  </a:lnTo>
                  <a:lnTo>
                    <a:pt x="451185" y="539367"/>
                  </a:lnTo>
                  <a:lnTo>
                    <a:pt x="448817" y="571499"/>
                  </a:lnTo>
                  <a:lnTo>
                    <a:pt x="448817" y="4686299"/>
                  </a:lnTo>
                  <a:lnTo>
                    <a:pt x="453027" y="4729039"/>
                  </a:lnTo>
                  <a:lnTo>
                    <a:pt x="465493" y="4770135"/>
                  </a:lnTo>
                  <a:lnTo>
                    <a:pt x="485738" y="4808011"/>
                  </a:lnTo>
                  <a:lnTo>
                    <a:pt x="512983" y="4841208"/>
                  </a:lnTo>
                  <a:lnTo>
                    <a:pt x="546181" y="4868453"/>
                  </a:lnTo>
                  <a:lnTo>
                    <a:pt x="584056" y="4888698"/>
                  </a:lnTo>
                  <a:lnTo>
                    <a:pt x="625155" y="4901165"/>
                  </a:lnTo>
                  <a:lnTo>
                    <a:pt x="667892" y="4905374"/>
                  </a:lnTo>
                  <a:lnTo>
                    <a:pt x="4230623" y="4905374"/>
                  </a:lnTo>
                  <a:lnTo>
                    <a:pt x="4230623" y="5446775"/>
                  </a:lnTo>
                  <a:close/>
                </a:path>
                <a:path w="4231005" h="5447030">
                  <a:moveTo>
                    <a:pt x="4230623" y="4905374"/>
                  </a:moveTo>
                  <a:lnTo>
                    <a:pt x="3563492" y="4905374"/>
                  </a:lnTo>
                  <a:lnTo>
                    <a:pt x="3574255" y="4905111"/>
                  </a:lnTo>
                  <a:lnTo>
                    <a:pt x="3584966" y="4904322"/>
                  </a:lnTo>
                  <a:lnTo>
                    <a:pt x="3627087" y="4895943"/>
                  </a:lnTo>
                  <a:lnTo>
                    <a:pt x="3666764" y="4879508"/>
                  </a:lnTo>
                  <a:lnTo>
                    <a:pt x="3702473" y="4855648"/>
                  </a:lnTo>
                  <a:lnTo>
                    <a:pt x="3732841" y="4825280"/>
                  </a:lnTo>
                  <a:lnTo>
                    <a:pt x="3756701" y="4789572"/>
                  </a:lnTo>
                  <a:lnTo>
                    <a:pt x="3773136" y="4749894"/>
                  </a:lnTo>
                  <a:lnTo>
                    <a:pt x="3781515" y="4707773"/>
                  </a:lnTo>
                  <a:lnTo>
                    <a:pt x="3782567" y="4686299"/>
                  </a:lnTo>
                  <a:lnTo>
                    <a:pt x="3782567" y="571499"/>
                  </a:lnTo>
                  <a:lnTo>
                    <a:pt x="3778358" y="528760"/>
                  </a:lnTo>
                  <a:lnTo>
                    <a:pt x="3765891" y="487663"/>
                  </a:lnTo>
                  <a:lnTo>
                    <a:pt x="3745646" y="449788"/>
                  </a:lnTo>
                  <a:lnTo>
                    <a:pt x="3718402" y="416590"/>
                  </a:lnTo>
                  <a:lnTo>
                    <a:pt x="3685203" y="389345"/>
                  </a:lnTo>
                  <a:lnTo>
                    <a:pt x="3647329" y="369100"/>
                  </a:lnTo>
                  <a:lnTo>
                    <a:pt x="3606231" y="356634"/>
                  </a:lnTo>
                  <a:lnTo>
                    <a:pt x="3563492" y="352424"/>
                  </a:lnTo>
                  <a:lnTo>
                    <a:pt x="4230623" y="352424"/>
                  </a:lnTo>
                  <a:lnTo>
                    <a:pt x="4230623" y="4905374"/>
                  </a:lnTo>
                  <a:close/>
                </a:path>
              </a:pathLst>
            </a:custGeom>
            <a:solidFill>
              <a:srgbClr val="E9580C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287" y="1643062"/>
              <a:ext cx="3343275" cy="4562475"/>
            </a:xfrm>
            <a:custGeom>
              <a:avLst/>
              <a:gdLst/>
              <a:ahLst/>
              <a:cxnLst/>
              <a:rect l="l" t="t" r="r" b="b"/>
              <a:pathLst>
                <a:path w="3343275" h="4562475">
                  <a:moveTo>
                    <a:pt x="3126767" y="4562474"/>
                  </a:moveTo>
                  <a:lnTo>
                    <a:pt x="216506" y="4562474"/>
                  </a:lnTo>
                  <a:lnTo>
                    <a:pt x="209193" y="4562115"/>
                  </a:lnTo>
                  <a:lnTo>
                    <a:pt x="165876" y="4554963"/>
                  </a:lnTo>
                  <a:lnTo>
                    <a:pt x="124786" y="4539499"/>
                  </a:lnTo>
                  <a:lnTo>
                    <a:pt x="87503" y="4516316"/>
                  </a:lnTo>
                  <a:lnTo>
                    <a:pt x="55459" y="4486303"/>
                  </a:lnTo>
                  <a:lnTo>
                    <a:pt x="29886" y="4450617"/>
                  </a:lnTo>
                  <a:lnTo>
                    <a:pt x="11766" y="4410627"/>
                  </a:lnTo>
                  <a:lnTo>
                    <a:pt x="1796" y="4367872"/>
                  </a:lnTo>
                  <a:lnTo>
                    <a:pt x="0" y="4345967"/>
                  </a:lnTo>
                  <a:lnTo>
                    <a:pt x="0" y="4338636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6" y="93384"/>
                  </a:lnTo>
                  <a:lnTo>
                    <a:pt x="70744" y="60376"/>
                  </a:lnTo>
                  <a:lnTo>
                    <a:pt x="105575" y="33650"/>
                  </a:lnTo>
                  <a:lnTo>
                    <a:pt x="144951" y="14233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3126767" y="0"/>
                  </a:lnTo>
                  <a:lnTo>
                    <a:pt x="3170295" y="5731"/>
                  </a:lnTo>
                  <a:lnTo>
                    <a:pt x="3211868" y="19843"/>
                  </a:lnTo>
                  <a:lnTo>
                    <a:pt x="3249889" y="41795"/>
                  </a:lnTo>
                  <a:lnTo>
                    <a:pt x="3282897" y="70744"/>
                  </a:lnTo>
                  <a:lnTo>
                    <a:pt x="3309623" y="105574"/>
                  </a:lnTo>
                  <a:lnTo>
                    <a:pt x="3329041" y="144951"/>
                  </a:lnTo>
                  <a:lnTo>
                    <a:pt x="3340403" y="187358"/>
                  </a:lnTo>
                  <a:lnTo>
                    <a:pt x="3343274" y="216506"/>
                  </a:lnTo>
                  <a:lnTo>
                    <a:pt x="3343274" y="4345967"/>
                  </a:lnTo>
                  <a:lnTo>
                    <a:pt x="3337543" y="4389494"/>
                  </a:lnTo>
                  <a:lnTo>
                    <a:pt x="3323430" y="4431067"/>
                  </a:lnTo>
                  <a:lnTo>
                    <a:pt x="3301478" y="4469088"/>
                  </a:lnTo>
                  <a:lnTo>
                    <a:pt x="3272530" y="4502097"/>
                  </a:lnTo>
                  <a:lnTo>
                    <a:pt x="3237698" y="4528823"/>
                  </a:lnTo>
                  <a:lnTo>
                    <a:pt x="3198323" y="4548240"/>
                  </a:lnTo>
                  <a:lnTo>
                    <a:pt x="3155915" y="4559603"/>
                  </a:lnTo>
                  <a:lnTo>
                    <a:pt x="3134081" y="4562115"/>
                  </a:lnTo>
                  <a:lnTo>
                    <a:pt x="3126767" y="4562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6287" y="1643062"/>
              <a:ext cx="3343275" cy="4562475"/>
            </a:xfrm>
            <a:custGeom>
              <a:avLst/>
              <a:gdLst/>
              <a:ahLst/>
              <a:cxnLst/>
              <a:rect l="l" t="t" r="r" b="b"/>
              <a:pathLst>
                <a:path w="3343275" h="4562475">
                  <a:moveTo>
                    <a:pt x="0" y="4338637"/>
                  </a:moveTo>
                  <a:lnTo>
                    <a:pt x="0" y="223837"/>
                  </a:lnTo>
                  <a:lnTo>
                    <a:pt x="0" y="216506"/>
                  </a:lnTo>
                  <a:lnTo>
                    <a:pt x="359" y="209193"/>
                  </a:lnTo>
                  <a:lnTo>
                    <a:pt x="1077" y="201897"/>
                  </a:lnTo>
                  <a:lnTo>
                    <a:pt x="1796" y="194602"/>
                  </a:lnTo>
                  <a:lnTo>
                    <a:pt x="2870" y="187359"/>
                  </a:lnTo>
                  <a:lnTo>
                    <a:pt x="14233" y="144951"/>
                  </a:lnTo>
                  <a:lnTo>
                    <a:pt x="26430" y="118321"/>
                  </a:lnTo>
                  <a:lnTo>
                    <a:pt x="29886" y="111855"/>
                  </a:lnTo>
                  <a:lnTo>
                    <a:pt x="50808" y="81836"/>
                  </a:lnTo>
                  <a:lnTo>
                    <a:pt x="55459" y="76169"/>
                  </a:lnTo>
                  <a:lnTo>
                    <a:pt x="87503" y="46158"/>
                  </a:lnTo>
                  <a:lnTo>
                    <a:pt x="118321" y="26430"/>
                  </a:lnTo>
                  <a:lnTo>
                    <a:pt x="124786" y="22974"/>
                  </a:lnTo>
                  <a:lnTo>
                    <a:pt x="158860" y="9638"/>
                  </a:lnTo>
                  <a:lnTo>
                    <a:pt x="165876" y="7510"/>
                  </a:lnTo>
                  <a:lnTo>
                    <a:pt x="209193" y="359"/>
                  </a:lnTo>
                  <a:lnTo>
                    <a:pt x="223837" y="0"/>
                  </a:lnTo>
                  <a:lnTo>
                    <a:pt x="3119437" y="0"/>
                  </a:lnTo>
                  <a:lnTo>
                    <a:pt x="3126767" y="0"/>
                  </a:lnTo>
                  <a:lnTo>
                    <a:pt x="3134081" y="359"/>
                  </a:lnTo>
                  <a:lnTo>
                    <a:pt x="3141376" y="1077"/>
                  </a:lnTo>
                  <a:lnTo>
                    <a:pt x="3148672" y="1796"/>
                  </a:lnTo>
                  <a:lnTo>
                    <a:pt x="3184412" y="9638"/>
                  </a:lnTo>
                  <a:lnTo>
                    <a:pt x="3191428" y="11766"/>
                  </a:lnTo>
                  <a:lnTo>
                    <a:pt x="3224952" y="26430"/>
                  </a:lnTo>
                  <a:lnTo>
                    <a:pt x="3231418" y="29886"/>
                  </a:lnTo>
                  <a:lnTo>
                    <a:pt x="3261437" y="50808"/>
                  </a:lnTo>
                  <a:lnTo>
                    <a:pt x="3267104" y="55459"/>
                  </a:lnTo>
                  <a:lnTo>
                    <a:pt x="3272530" y="60376"/>
                  </a:lnTo>
                  <a:lnTo>
                    <a:pt x="3277713" y="65560"/>
                  </a:lnTo>
                  <a:lnTo>
                    <a:pt x="3282897" y="70744"/>
                  </a:lnTo>
                  <a:lnTo>
                    <a:pt x="3287815" y="76169"/>
                  </a:lnTo>
                  <a:lnTo>
                    <a:pt x="3292465" y="81836"/>
                  </a:lnTo>
                  <a:lnTo>
                    <a:pt x="3297116" y="87503"/>
                  </a:lnTo>
                  <a:lnTo>
                    <a:pt x="3301478" y="93384"/>
                  </a:lnTo>
                  <a:lnTo>
                    <a:pt x="3305550" y="99479"/>
                  </a:lnTo>
                  <a:lnTo>
                    <a:pt x="3309623" y="105575"/>
                  </a:lnTo>
                  <a:lnTo>
                    <a:pt x="3326235" y="138178"/>
                  </a:lnTo>
                  <a:lnTo>
                    <a:pt x="3329041" y="144951"/>
                  </a:lnTo>
                  <a:lnTo>
                    <a:pt x="3331508" y="151845"/>
                  </a:lnTo>
                  <a:lnTo>
                    <a:pt x="3333636" y="158860"/>
                  </a:lnTo>
                  <a:lnTo>
                    <a:pt x="3335764" y="165876"/>
                  </a:lnTo>
                  <a:lnTo>
                    <a:pt x="3337543" y="172978"/>
                  </a:lnTo>
                  <a:lnTo>
                    <a:pt x="3338973" y="180168"/>
                  </a:lnTo>
                  <a:lnTo>
                    <a:pt x="3340403" y="187358"/>
                  </a:lnTo>
                  <a:lnTo>
                    <a:pt x="3341478" y="194601"/>
                  </a:lnTo>
                  <a:lnTo>
                    <a:pt x="3342196" y="201897"/>
                  </a:lnTo>
                  <a:lnTo>
                    <a:pt x="3342915" y="209193"/>
                  </a:lnTo>
                  <a:lnTo>
                    <a:pt x="3343274" y="216506"/>
                  </a:lnTo>
                  <a:lnTo>
                    <a:pt x="3343274" y="223837"/>
                  </a:lnTo>
                  <a:lnTo>
                    <a:pt x="3343274" y="4338637"/>
                  </a:lnTo>
                  <a:lnTo>
                    <a:pt x="3343274" y="4345968"/>
                  </a:lnTo>
                  <a:lnTo>
                    <a:pt x="3342915" y="4353281"/>
                  </a:lnTo>
                  <a:lnTo>
                    <a:pt x="3342196" y="4360577"/>
                  </a:lnTo>
                  <a:lnTo>
                    <a:pt x="3341478" y="4367872"/>
                  </a:lnTo>
                  <a:lnTo>
                    <a:pt x="3340403" y="4375115"/>
                  </a:lnTo>
                  <a:lnTo>
                    <a:pt x="3338973" y="4382304"/>
                  </a:lnTo>
                  <a:lnTo>
                    <a:pt x="3337543" y="4389495"/>
                  </a:lnTo>
                  <a:lnTo>
                    <a:pt x="3335764" y="4396597"/>
                  </a:lnTo>
                  <a:lnTo>
                    <a:pt x="3333635" y="4403612"/>
                  </a:lnTo>
                  <a:lnTo>
                    <a:pt x="3331508" y="4410628"/>
                  </a:lnTo>
                  <a:lnTo>
                    <a:pt x="3329041" y="4417522"/>
                  </a:lnTo>
                  <a:lnTo>
                    <a:pt x="3326235" y="4424294"/>
                  </a:lnTo>
                  <a:lnTo>
                    <a:pt x="3323430" y="4431068"/>
                  </a:lnTo>
                  <a:lnTo>
                    <a:pt x="3305550" y="4462992"/>
                  </a:lnTo>
                  <a:lnTo>
                    <a:pt x="3301478" y="4469088"/>
                  </a:lnTo>
                  <a:lnTo>
                    <a:pt x="3297116" y="4474970"/>
                  </a:lnTo>
                  <a:lnTo>
                    <a:pt x="3292465" y="4480637"/>
                  </a:lnTo>
                  <a:lnTo>
                    <a:pt x="3287815" y="4486303"/>
                  </a:lnTo>
                  <a:lnTo>
                    <a:pt x="3282897" y="4491729"/>
                  </a:lnTo>
                  <a:lnTo>
                    <a:pt x="3277713" y="4496913"/>
                  </a:lnTo>
                  <a:lnTo>
                    <a:pt x="3272530" y="4502097"/>
                  </a:lnTo>
                  <a:lnTo>
                    <a:pt x="3243794" y="4524750"/>
                  </a:lnTo>
                  <a:lnTo>
                    <a:pt x="3237698" y="4528823"/>
                  </a:lnTo>
                  <a:lnTo>
                    <a:pt x="3231418" y="4532587"/>
                  </a:lnTo>
                  <a:lnTo>
                    <a:pt x="3224953" y="4536043"/>
                  </a:lnTo>
                  <a:lnTo>
                    <a:pt x="3218487" y="4539499"/>
                  </a:lnTo>
                  <a:lnTo>
                    <a:pt x="3211868" y="4542629"/>
                  </a:lnTo>
                  <a:lnTo>
                    <a:pt x="3205095" y="4545434"/>
                  </a:lnTo>
                  <a:lnTo>
                    <a:pt x="3198323" y="4548240"/>
                  </a:lnTo>
                  <a:lnTo>
                    <a:pt x="3191429" y="4550707"/>
                  </a:lnTo>
                  <a:lnTo>
                    <a:pt x="3184413" y="4552835"/>
                  </a:lnTo>
                  <a:lnTo>
                    <a:pt x="3177398" y="4554964"/>
                  </a:lnTo>
                  <a:lnTo>
                    <a:pt x="3170295" y="4556743"/>
                  </a:lnTo>
                  <a:lnTo>
                    <a:pt x="3163105" y="4558173"/>
                  </a:lnTo>
                  <a:lnTo>
                    <a:pt x="3155915" y="4559603"/>
                  </a:lnTo>
                  <a:lnTo>
                    <a:pt x="3148672" y="4560677"/>
                  </a:lnTo>
                  <a:lnTo>
                    <a:pt x="3141376" y="4561396"/>
                  </a:lnTo>
                  <a:lnTo>
                    <a:pt x="3134081" y="4562115"/>
                  </a:lnTo>
                  <a:lnTo>
                    <a:pt x="3126767" y="4562474"/>
                  </a:lnTo>
                  <a:lnTo>
                    <a:pt x="3119437" y="4562474"/>
                  </a:lnTo>
                  <a:lnTo>
                    <a:pt x="223837" y="4562474"/>
                  </a:lnTo>
                  <a:lnTo>
                    <a:pt x="216506" y="4562474"/>
                  </a:lnTo>
                  <a:lnTo>
                    <a:pt x="209193" y="4562115"/>
                  </a:lnTo>
                  <a:lnTo>
                    <a:pt x="201897" y="4561396"/>
                  </a:lnTo>
                  <a:lnTo>
                    <a:pt x="194601" y="4560677"/>
                  </a:lnTo>
                  <a:lnTo>
                    <a:pt x="187359" y="4559603"/>
                  </a:lnTo>
                  <a:lnTo>
                    <a:pt x="180168" y="4558173"/>
                  </a:lnTo>
                  <a:lnTo>
                    <a:pt x="172978" y="4556743"/>
                  </a:lnTo>
                  <a:lnTo>
                    <a:pt x="138178" y="4545434"/>
                  </a:lnTo>
                  <a:lnTo>
                    <a:pt x="131405" y="4542629"/>
                  </a:lnTo>
                  <a:lnTo>
                    <a:pt x="124786" y="4539499"/>
                  </a:lnTo>
                  <a:lnTo>
                    <a:pt x="118321" y="4536043"/>
                  </a:lnTo>
                  <a:lnTo>
                    <a:pt x="111855" y="4532587"/>
                  </a:lnTo>
                  <a:lnTo>
                    <a:pt x="105575" y="4528823"/>
                  </a:lnTo>
                  <a:lnTo>
                    <a:pt x="99479" y="4524750"/>
                  </a:lnTo>
                  <a:lnTo>
                    <a:pt x="93384" y="4520677"/>
                  </a:lnTo>
                  <a:lnTo>
                    <a:pt x="60376" y="4491729"/>
                  </a:lnTo>
                  <a:lnTo>
                    <a:pt x="33650" y="4456897"/>
                  </a:lnTo>
                  <a:lnTo>
                    <a:pt x="26430" y="4444152"/>
                  </a:lnTo>
                  <a:lnTo>
                    <a:pt x="22974" y="4437686"/>
                  </a:lnTo>
                  <a:lnTo>
                    <a:pt x="19843" y="4431068"/>
                  </a:lnTo>
                  <a:lnTo>
                    <a:pt x="17038" y="4424294"/>
                  </a:lnTo>
                  <a:lnTo>
                    <a:pt x="14233" y="4417522"/>
                  </a:lnTo>
                  <a:lnTo>
                    <a:pt x="4300" y="4382304"/>
                  </a:lnTo>
                  <a:lnTo>
                    <a:pt x="2870" y="4375115"/>
                  </a:lnTo>
                  <a:lnTo>
                    <a:pt x="1796" y="4367872"/>
                  </a:lnTo>
                  <a:lnTo>
                    <a:pt x="1077" y="4360577"/>
                  </a:lnTo>
                  <a:lnTo>
                    <a:pt x="359" y="4353281"/>
                  </a:lnTo>
                  <a:lnTo>
                    <a:pt x="0" y="4345968"/>
                  </a:lnTo>
                  <a:lnTo>
                    <a:pt x="0" y="4338637"/>
                  </a:lnTo>
                  <a:close/>
                </a:path>
              </a:pathLst>
            </a:custGeom>
            <a:ln w="9524">
              <a:solidFill>
                <a:srgbClr val="FFF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1049" y="1647824"/>
              <a:ext cx="3333750" cy="1038225"/>
            </a:xfrm>
            <a:custGeom>
              <a:avLst/>
              <a:gdLst/>
              <a:ahLst/>
              <a:cxnLst/>
              <a:rect l="l" t="t" r="r" b="b"/>
              <a:pathLst>
                <a:path w="3333750" h="1038225">
                  <a:moveTo>
                    <a:pt x="3333749" y="1038224"/>
                  </a:moveTo>
                  <a:lnTo>
                    <a:pt x="0" y="1038224"/>
                  </a:lnTo>
                  <a:lnTo>
                    <a:pt x="0" y="219075"/>
                  </a:lnTo>
                  <a:lnTo>
                    <a:pt x="4209" y="176335"/>
                  </a:lnTo>
                  <a:lnTo>
                    <a:pt x="16676" y="135238"/>
                  </a:lnTo>
                  <a:lnTo>
                    <a:pt x="36920" y="97363"/>
                  </a:lnTo>
                  <a:lnTo>
                    <a:pt x="64165" y="64165"/>
                  </a:lnTo>
                  <a:lnTo>
                    <a:pt x="97363" y="36920"/>
                  </a:lnTo>
                  <a:lnTo>
                    <a:pt x="135238" y="16676"/>
                  </a:lnTo>
                  <a:lnTo>
                    <a:pt x="176335" y="4209"/>
                  </a:lnTo>
                  <a:lnTo>
                    <a:pt x="219075" y="0"/>
                  </a:lnTo>
                  <a:lnTo>
                    <a:pt x="3114674" y="0"/>
                  </a:lnTo>
                  <a:lnTo>
                    <a:pt x="3157413" y="4209"/>
                  </a:lnTo>
                  <a:lnTo>
                    <a:pt x="3198510" y="16676"/>
                  </a:lnTo>
                  <a:lnTo>
                    <a:pt x="3236385" y="36920"/>
                  </a:lnTo>
                  <a:lnTo>
                    <a:pt x="3269584" y="64165"/>
                  </a:lnTo>
                  <a:lnTo>
                    <a:pt x="3296828" y="97363"/>
                  </a:lnTo>
                  <a:lnTo>
                    <a:pt x="3317073" y="135238"/>
                  </a:lnTo>
                  <a:lnTo>
                    <a:pt x="3329540" y="176335"/>
                  </a:lnTo>
                  <a:lnTo>
                    <a:pt x="3333749" y="219075"/>
                  </a:lnTo>
                  <a:lnTo>
                    <a:pt x="3333749" y="1038224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1049" y="2676524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3333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333749" y="0"/>
                  </a:lnTo>
                  <a:lnTo>
                    <a:pt x="3333749" y="9524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96949" y="1757383"/>
            <a:ext cx="1362075" cy="6635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235" dirty="0">
                <a:solidFill>
                  <a:srgbClr val="DB2525"/>
                </a:solidFill>
                <a:latin typeface="Tahoma"/>
                <a:cs typeface="Tahoma"/>
              </a:rPr>
              <a:t>Inline</a:t>
            </a:r>
            <a:r>
              <a:rPr sz="2400" b="1" spc="-50" dirty="0">
                <a:solidFill>
                  <a:srgbClr val="DB2525"/>
                </a:solidFill>
                <a:latin typeface="Tahoma"/>
                <a:cs typeface="Tahoma"/>
              </a:rPr>
              <a:t> </a:t>
            </a:r>
            <a:r>
              <a:rPr sz="2400" b="1" spc="-150" dirty="0">
                <a:solidFill>
                  <a:srgbClr val="DB2525"/>
                </a:solidFill>
                <a:latin typeface="Tahoma"/>
                <a:cs typeface="Tahoma"/>
              </a:rPr>
              <a:t>CSS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050" spc="-50" dirty="0">
                <a:solidFill>
                  <a:srgbClr val="6A7280"/>
                </a:solidFill>
                <a:latin typeface="Courier New"/>
                <a:cs typeface="Courier New"/>
              </a:rPr>
              <a:t>1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9649" y="2971799"/>
            <a:ext cx="2876550" cy="3000375"/>
            <a:chOff x="1009649" y="2971799"/>
            <a:chExt cx="2876550" cy="30003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7274" y="2971799"/>
              <a:ext cx="133350" cy="190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999" y="3644899"/>
              <a:ext cx="215900" cy="1936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5999" y="4352924"/>
              <a:ext cx="215900" cy="1936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09649" y="5210174"/>
              <a:ext cx="2876550" cy="762000"/>
            </a:xfrm>
            <a:custGeom>
              <a:avLst/>
              <a:gdLst/>
              <a:ahLst/>
              <a:cxnLst/>
              <a:rect l="l" t="t" r="r" b="b"/>
              <a:pathLst>
                <a:path w="2876550" h="762000">
                  <a:moveTo>
                    <a:pt x="2769754" y="761999"/>
                  </a:moveTo>
                  <a:lnTo>
                    <a:pt x="106795" y="761999"/>
                  </a:lnTo>
                  <a:lnTo>
                    <a:pt x="99362" y="761268"/>
                  </a:lnTo>
                  <a:lnTo>
                    <a:pt x="57038" y="746904"/>
                  </a:lnTo>
                  <a:lnTo>
                    <a:pt x="23432" y="717441"/>
                  </a:lnTo>
                  <a:lnTo>
                    <a:pt x="3660" y="677359"/>
                  </a:lnTo>
                  <a:lnTo>
                    <a:pt x="0" y="655204"/>
                  </a:lnTo>
                  <a:lnTo>
                    <a:pt x="0" y="6476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2769754" y="0"/>
                  </a:lnTo>
                  <a:lnTo>
                    <a:pt x="2812923" y="11571"/>
                  </a:lnTo>
                  <a:lnTo>
                    <a:pt x="2848378" y="38783"/>
                  </a:lnTo>
                  <a:lnTo>
                    <a:pt x="2870720" y="77492"/>
                  </a:lnTo>
                  <a:lnTo>
                    <a:pt x="2876549" y="106794"/>
                  </a:lnTo>
                  <a:lnTo>
                    <a:pt x="2876549" y="655204"/>
                  </a:lnTo>
                  <a:lnTo>
                    <a:pt x="2864976" y="698374"/>
                  </a:lnTo>
                  <a:lnTo>
                    <a:pt x="2837764" y="733828"/>
                  </a:lnTo>
                  <a:lnTo>
                    <a:pt x="2799056" y="756170"/>
                  </a:lnTo>
                  <a:lnTo>
                    <a:pt x="2777187" y="761268"/>
                  </a:lnTo>
                  <a:lnTo>
                    <a:pt x="2769754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39850" y="2859645"/>
            <a:ext cx="1201420" cy="539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Lokasi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spc="-10" dirty="0">
                <a:solidFill>
                  <a:srgbClr val="4A5462"/>
                </a:solidFill>
                <a:latin typeface="Trebuchet MS"/>
                <a:cs typeface="Trebuchet MS"/>
              </a:rPr>
              <a:t>Dalam</a:t>
            </a:r>
            <a:r>
              <a:rPr sz="1300" spc="-5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35" dirty="0">
                <a:solidFill>
                  <a:srgbClr val="4A5462"/>
                </a:solidFill>
                <a:latin typeface="Trebuchet MS"/>
                <a:cs typeface="Trebuchet MS"/>
              </a:rPr>
              <a:t>tag</a:t>
            </a:r>
            <a:r>
              <a:rPr sz="1300" spc="-10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4A5462"/>
                </a:solidFill>
                <a:latin typeface="Trebuchet MS"/>
                <a:cs typeface="Trebuchet MS"/>
              </a:rPr>
              <a:t>HTML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39850" y="3545445"/>
            <a:ext cx="1539875" cy="539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Kelebihan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spc="-35" dirty="0">
                <a:solidFill>
                  <a:srgbClr val="4A5462"/>
                </a:solidFill>
                <a:latin typeface="Trebuchet MS"/>
                <a:cs typeface="Trebuchet MS"/>
              </a:rPr>
              <a:t>Cepat</a:t>
            </a:r>
            <a:r>
              <a:rPr sz="1300" spc="-9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A5462"/>
                </a:solidFill>
                <a:latin typeface="Trebuchet MS"/>
                <a:cs typeface="Trebuchet MS"/>
              </a:rPr>
              <a:t>dan</a:t>
            </a:r>
            <a:r>
              <a:rPr sz="1300" spc="-3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Trebuchet MS"/>
                <a:cs typeface="Trebuchet MS"/>
              </a:rPr>
              <a:t>sederhana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9850" y="4231245"/>
            <a:ext cx="1685289" cy="539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Kekurangan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spc="-40" dirty="0">
                <a:solidFill>
                  <a:srgbClr val="4A5462"/>
                </a:solidFill>
                <a:latin typeface="Trebuchet MS"/>
                <a:cs typeface="Trebuchet MS"/>
              </a:rPr>
              <a:t>Tidak</a:t>
            </a:r>
            <a:r>
              <a:rPr sz="1300" spc="-11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Trebuchet MS"/>
                <a:cs typeface="Trebuchet MS"/>
              </a:rPr>
              <a:t>rapi,</a:t>
            </a:r>
            <a:r>
              <a:rPr sz="1300" spc="1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4A5462"/>
                </a:solidFill>
                <a:latin typeface="Trebuchet MS"/>
                <a:cs typeface="Trebuchet MS"/>
              </a:rPr>
              <a:t>sulit</a:t>
            </a:r>
            <a:r>
              <a:rPr sz="1300" spc="-8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35" dirty="0">
                <a:solidFill>
                  <a:srgbClr val="4A5462"/>
                </a:solidFill>
                <a:latin typeface="Trebuchet MS"/>
                <a:cs typeface="Trebuchet MS"/>
              </a:rPr>
              <a:t>dikelola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9349" y="5355266"/>
            <a:ext cx="9245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50" dirty="0">
                <a:solidFill>
                  <a:srgbClr val="6A7280"/>
                </a:solidFill>
                <a:latin typeface="Tahoma"/>
                <a:cs typeface="Tahoma"/>
              </a:rPr>
              <a:t>PENGGUNAAN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9349" y="5614666"/>
            <a:ext cx="246888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40" dirty="0">
                <a:solidFill>
                  <a:srgbClr val="374050"/>
                </a:solidFill>
                <a:latin typeface="Trebuchet MS"/>
                <a:cs typeface="Trebuchet MS"/>
              </a:rPr>
              <a:t>Pengujian</a:t>
            </a:r>
            <a:r>
              <a:rPr sz="1150" spc="-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374050"/>
                </a:solidFill>
                <a:latin typeface="Trebuchet MS"/>
                <a:cs typeface="Trebuchet MS"/>
              </a:rPr>
              <a:t>sederhana,</a:t>
            </a:r>
            <a:r>
              <a:rPr sz="1150" spc="2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74050"/>
                </a:solidFill>
                <a:latin typeface="Trebuchet MS"/>
                <a:cs typeface="Trebuchet MS"/>
              </a:rPr>
              <a:t>perubahan</a:t>
            </a:r>
            <a:r>
              <a:rPr sz="1150" spc="-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74050"/>
                </a:solidFill>
                <a:latin typeface="Trebuchet MS"/>
                <a:cs typeface="Trebuchet MS"/>
              </a:rPr>
              <a:t>cepat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89832" y="1295400"/>
            <a:ext cx="4231005" cy="5447030"/>
            <a:chOff x="3989832" y="1295400"/>
            <a:chExt cx="4231005" cy="5447030"/>
          </a:xfrm>
        </p:grpSpPr>
        <p:sp>
          <p:nvSpPr>
            <p:cNvPr id="21" name="object 21"/>
            <p:cNvSpPr/>
            <p:nvPr/>
          </p:nvSpPr>
          <p:spPr>
            <a:xfrm>
              <a:off x="3989832" y="1295400"/>
              <a:ext cx="4231005" cy="5447030"/>
            </a:xfrm>
            <a:custGeom>
              <a:avLst/>
              <a:gdLst/>
              <a:ahLst/>
              <a:cxnLst/>
              <a:rect l="l" t="t" r="r" b="b"/>
              <a:pathLst>
                <a:path w="4231005" h="5447030">
                  <a:moveTo>
                    <a:pt x="4230623" y="5446775"/>
                  </a:moveTo>
                  <a:lnTo>
                    <a:pt x="0" y="5446775"/>
                  </a:lnTo>
                  <a:lnTo>
                    <a:pt x="0" y="0"/>
                  </a:lnTo>
                  <a:lnTo>
                    <a:pt x="4230623" y="0"/>
                  </a:lnTo>
                  <a:lnTo>
                    <a:pt x="4230623" y="352424"/>
                  </a:lnTo>
                  <a:lnTo>
                    <a:pt x="667892" y="352424"/>
                  </a:lnTo>
                  <a:lnTo>
                    <a:pt x="657130" y="352688"/>
                  </a:lnTo>
                  <a:lnTo>
                    <a:pt x="614648" y="358992"/>
                  </a:lnTo>
                  <a:lnTo>
                    <a:pt x="574213" y="373462"/>
                  </a:lnTo>
                  <a:lnTo>
                    <a:pt x="537378" y="395543"/>
                  </a:lnTo>
                  <a:lnTo>
                    <a:pt x="505558" y="424386"/>
                  </a:lnTo>
                  <a:lnTo>
                    <a:pt x="479977" y="458883"/>
                  </a:lnTo>
                  <a:lnTo>
                    <a:pt x="461617" y="497707"/>
                  </a:lnTo>
                  <a:lnTo>
                    <a:pt x="451185" y="539367"/>
                  </a:lnTo>
                  <a:lnTo>
                    <a:pt x="448817" y="571499"/>
                  </a:lnTo>
                  <a:lnTo>
                    <a:pt x="448817" y="4686299"/>
                  </a:lnTo>
                  <a:lnTo>
                    <a:pt x="453026" y="4729039"/>
                  </a:lnTo>
                  <a:lnTo>
                    <a:pt x="465493" y="4770135"/>
                  </a:lnTo>
                  <a:lnTo>
                    <a:pt x="485738" y="4808011"/>
                  </a:lnTo>
                  <a:lnTo>
                    <a:pt x="512982" y="4841208"/>
                  </a:lnTo>
                  <a:lnTo>
                    <a:pt x="546180" y="4868453"/>
                  </a:lnTo>
                  <a:lnTo>
                    <a:pt x="584055" y="4888698"/>
                  </a:lnTo>
                  <a:lnTo>
                    <a:pt x="625154" y="4901165"/>
                  </a:lnTo>
                  <a:lnTo>
                    <a:pt x="667892" y="4905374"/>
                  </a:lnTo>
                  <a:lnTo>
                    <a:pt x="4230623" y="4905374"/>
                  </a:lnTo>
                  <a:lnTo>
                    <a:pt x="4230623" y="5446775"/>
                  </a:lnTo>
                  <a:close/>
                </a:path>
                <a:path w="4231005" h="5447030">
                  <a:moveTo>
                    <a:pt x="4230623" y="4905374"/>
                  </a:moveTo>
                  <a:lnTo>
                    <a:pt x="3563492" y="4905374"/>
                  </a:lnTo>
                  <a:lnTo>
                    <a:pt x="3574255" y="4905111"/>
                  </a:lnTo>
                  <a:lnTo>
                    <a:pt x="3584965" y="4904322"/>
                  </a:lnTo>
                  <a:lnTo>
                    <a:pt x="3627086" y="4895943"/>
                  </a:lnTo>
                  <a:lnTo>
                    <a:pt x="3666764" y="4879508"/>
                  </a:lnTo>
                  <a:lnTo>
                    <a:pt x="3702473" y="4855648"/>
                  </a:lnTo>
                  <a:lnTo>
                    <a:pt x="3732841" y="4825280"/>
                  </a:lnTo>
                  <a:lnTo>
                    <a:pt x="3756701" y="4789572"/>
                  </a:lnTo>
                  <a:lnTo>
                    <a:pt x="3773136" y="4749894"/>
                  </a:lnTo>
                  <a:lnTo>
                    <a:pt x="3781514" y="4707773"/>
                  </a:lnTo>
                  <a:lnTo>
                    <a:pt x="3782567" y="4686299"/>
                  </a:lnTo>
                  <a:lnTo>
                    <a:pt x="3782567" y="571499"/>
                  </a:lnTo>
                  <a:lnTo>
                    <a:pt x="3778357" y="528760"/>
                  </a:lnTo>
                  <a:lnTo>
                    <a:pt x="3765891" y="487663"/>
                  </a:lnTo>
                  <a:lnTo>
                    <a:pt x="3745646" y="449788"/>
                  </a:lnTo>
                  <a:lnTo>
                    <a:pt x="3718401" y="416590"/>
                  </a:lnTo>
                  <a:lnTo>
                    <a:pt x="3685203" y="389345"/>
                  </a:lnTo>
                  <a:lnTo>
                    <a:pt x="3647328" y="369100"/>
                  </a:lnTo>
                  <a:lnTo>
                    <a:pt x="3606231" y="356634"/>
                  </a:lnTo>
                  <a:lnTo>
                    <a:pt x="3563492" y="352424"/>
                  </a:lnTo>
                  <a:lnTo>
                    <a:pt x="4230623" y="352424"/>
                  </a:lnTo>
                  <a:lnTo>
                    <a:pt x="4230623" y="4905374"/>
                  </a:lnTo>
                  <a:close/>
                </a:path>
              </a:pathLst>
            </a:custGeom>
            <a:solidFill>
              <a:srgbClr val="E9580C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33887" y="1643062"/>
              <a:ext cx="3343275" cy="4562475"/>
            </a:xfrm>
            <a:custGeom>
              <a:avLst/>
              <a:gdLst/>
              <a:ahLst/>
              <a:cxnLst/>
              <a:rect l="l" t="t" r="r" b="b"/>
              <a:pathLst>
                <a:path w="3343275" h="4562475">
                  <a:moveTo>
                    <a:pt x="3126768" y="4562474"/>
                  </a:moveTo>
                  <a:lnTo>
                    <a:pt x="216506" y="4562474"/>
                  </a:lnTo>
                  <a:lnTo>
                    <a:pt x="209193" y="4562115"/>
                  </a:lnTo>
                  <a:lnTo>
                    <a:pt x="165876" y="4554963"/>
                  </a:lnTo>
                  <a:lnTo>
                    <a:pt x="124786" y="4539499"/>
                  </a:lnTo>
                  <a:lnTo>
                    <a:pt x="87503" y="4516316"/>
                  </a:lnTo>
                  <a:lnTo>
                    <a:pt x="55459" y="4486303"/>
                  </a:lnTo>
                  <a:lnTo>
                    <a:pt x="29885" y="4450617"/>
                  </a:lnTo>
                  <a:lnTo>
                    <a:pt x="11766" y="4410627"/>
                  </a:lnTo>
                  <a:lnTo>
                    <a:pt x="1796" y="4367872"/>
                  </a:lnTo>
                  <a:lnTo>
                    <a:pt x="0" y="4338636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5" y="93384"/>
                  </a:lnTo>
                  <a:lnTo>
                    <a:pt x="70743" y="60376"/>
                  </a:lnTo>
                  <a:lnTo>
                    <a:pt x="105575" y="33650"/>
                  </a:lnTo>
                  <a:lnTo>
                    <a:pt x="144951" y="14233"/>
                  </a:lnTo>
                  <a:lnTo>
                    <a:pt x="187359" y="2870"/>
                  </a:lnTo>
                  <a:lnTo>
                    <a:pt x="216506" y="0"/>
                  </a:lnTo>
                  <a:lnTo>
                    <a:pt x="3126768" y="0"/>
                  </a:lnTo>
                  <a:lnTo>
                    <a:pt x="3170295" y="5731"/>
                  </a:lnTo>
                  <a:lnTo>
                    <a:pt x="3211868" y="19843"/>
                  </a:lnTo>
                  <a:lnTo>
                    <a:pt x="3249889" y="41795"/>
                  </a:lnTo>
                  <a:lnTo>
                    <a:pt x="3282897" y="70744"/>
                  </a:lnTo>
                  <a:lnTo>
                    <a:pt x="3309622" y="105574"/>
                  </a:lnTo>
                  <a:lnTo>
                    <a:pt x="3329040" y="144951"/>
                  </a:lnTo>
                  <a:lnTo>
                    <a:pt x="3340403" y="187358"/>
                  </a:lnTo>
                  <a:lnTo>
                    <a:pt x="3343275" y="216506"/>
                  </a:lnTo>
                  <a:lnTo>
                    <a:pt x="3343275" y="4345967"/>
                  </a:lnTo>
                  <a:lnTo>
                    <a:pt x="3337543" y="4389494"/>
                  </a:lnTo>
                  <a:lnTo>
                    <a:pt x="3323430" y="4431067"/>
                  </a:lnTo>
                  <a:lnTo>
                    <a:pt x="3301477" y="4469088"/>
                  </a:lnTo>
                  <a:lnTo>
                    <a:pt x="3272529" y="4502097"/>
                  </a:lnTo>
                  <a:lnTo>
                    <a:pt x="3237698" y="4528823"/>
                  </a:lnTo>
                  <a:lnTo>
                    <a:pt x="3198323" y="4548240"/>
                  </a:lnTo>
                  <a:lnTo>
                    <a:pt x="3155915" y="4559603"/>
                  </a:lnTo>
                  <a:lnTo>
                    <a:pt x="3126768" y="4562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3887" y="1643062"/>
              <a:ext cx="3343275" cy="4562475"/>
            </a:xfrm>
            <a:custGeom>
              <a:avLst/>
              <a:gdLst/>
              <a:ahLst/>
              <a:cxnLst/>
              <a:rect l="l" t="t" r="r" b="b"/>
              <a:pathLst>
                <a:path w="3343275" h="4562475">
                  <a:moveTo>
                    <a:pt x="0" y="4338637"/>
                  </a:moveTo>
                  <a:lnTo>
                    <a:pt x="0" y="223837"/>
                  </a:lnTo>
                  <a:lnTo>
                    <a:pt x="0" y="216506"/>
                  </a:lnTo>
                  <a:lnTo>
                    <a:pt x="359" y="209193"/>
                  </a:lnTo>
                  <a:lnTo>
                    <a:pt x="1078" y="201897"/>
                  </a:lnTo>
                  <a:lnTo>
                    <a:pt x="1796" y="194602"/>
                  </a:lnTo>
                  <a:lnTo>
                    <a:pt x="9638" y="158861"/>
                  </a:lnTo>
                  <a:lnTo>
                    <a:pt x="11766" y="151845"/>
                  </a:lnTo>
                  <a:lnTo>
                    <a:pt x="29885" y="111855"/>
                  </a:lnTo>
                  <a:lnTo>
                    <a:pt x="50808" y="81836"/>
                  </a:lnTo>
                  <a:lnTo>
                    <a:pt x="55459" y="76169"/>
                  </a:lnTo>
                  <a:lnTo>
                    <a:pt x="81836" y="50808"/>
                  </a:lnTo>
                  <a:lnTo>
                    <a:pt x="87503" y="46158"/>
                  </a:lnTo>
                  <a:lnTo>
                    <a:pt x="118321" y="26430"/>
                  </a:lnTo>
                  <a:lnTo>
                    <a:pt x="124786" y="22974"/>
                  </a:lnTo>
                  <a:lnTo>
                    <a:pt x="165876" y="7510"/>
                  </a:lnTo>
                  <a:lnTo>
                    <a:pt x="209193" y="359"/>
                  </a:lnTo>
                  <a:lnTo>
                    <a:pt x="223837" y="0"/>
                  </a:lnTo>
                  <a:lnTo>
                    <a:pt x="3119437" y="0"/>
                  </a:lnTo>
                  <a:lnTo>
                    <a:pt x="3126768" y="0"/>
                  </a:lnTo>
                  <a:lnTo>
                    <a:pt x="3134081" y="359"/>
                  </a:lnTo>
                  <a:lnTo>
                    <a:pt x="3141377" y="1077"/>
                  </a:lnTo>
                  <a:lnTo>
                    <a:pt x="3148672" y="1796"/>
                  </a:lnTo>
                  <a:lnTo>
                    <a:pt x="3191428" y="11766"/>
                  </a:lnTo>
                  <a:lnTo>
                    <a:pt x="3205095" y="17038"/>
                  </a:lnTo>
                  <a:lnTo>
                    <a:pt x="3211868" y="19844"/>
                  </a:lnTo>
                  <a:lnTo>
                    <a:pt x="3218488" y="22974"/>
                  </a:lnTo>
                  <a:lnTo>
                    <a:pt x="3224953" y="26430"/>
                  </a:lnTo>
                  <a:lnTo>
                    <a:pt x="3231418" y="29886"/>
                  </a:lnTo>
                  <a:lnTo>
                    <a:pt x="3261437" y="50808"/>
                  </a:lnTo>
                  <a:lnTo>
                    <a:pt x="3267104" y="55459"/>
                  </a:lnTo>
                  <a:lnTo>
                    <a:pt x="3297115" y="87503"/>
                  </a:lnTo>
                  <a:lnTo>
                    <a:pt x="3305549" y="99479"/>
                  </a:lnTo>
                  <a:lnTo>
                    <a:pt x="3309622" y="105575"/>
                  </a:lnTo>
                  <a:lnTo>
                    <a:pt x="3326234" y="138178"/>
                  </a:lnTo>
                  <a:lnTo>
                    <a:pt x="3329040" y="144951"/>
                  </a:lnTo>
                  <a:lnTo>
                    <a:pt x="3338972" y="180168"/>
                  </a:lnTo>
                  <a:lnTo>
                    <a:pt x="3340403" y="187358"/>
                  </a:lnTo>
                  <a:lnTo>
                    <a:pt x="3341478" y="194601"/>
                  </a:lnTo>
                  <a:lnTo>
                    <a:pt x="3342197" y="201897"/>
                  </a:lnTo>
                  <a:lnTo>
                    <a:pt x="3342916" y="209193"/>
                  </a:lnTo>
                  <a:lnTo>
                    <a:pt x="3343275" y="216506"/>
                  </a:lnTo>
                  <a:lnTo>
                    <a:pt x="3343274" y="223837"/>
                  </a:lnTo>
                  <a:lnTo>
                    <a:pt x="3343274" y="4338637"/>
                  </a:lnTo>
                  <a:lnTo>
                    <a:pt x="3338973" y="4382304"/>
                  </a:lnTo>
                  <a:lnTo>
                    <a:pt x="3337543" y="4389495"/>
                  </a:lnTo>
                  <a:lnTo>
                    <a:pt x="3326235" y="4424294"/>
                  </a:lnTo>
                  <a:lnTo>
                    <a:pt x="3323430" y="4431068"/>
                  </a:lnTo>
                  <a:lnTo>
                    <a:pt x="3320299" y="4437686"/>
                  </a:lnTo>
                  <a:lnTo>
                    <a:pt x="3316843" y="4444152"/>
                  </a:lnTo>
                  <a:lnTo>
                    <a:pt x="3313388" y="4450617"/>
                  </a:lnTo>
                  <a:lnTo>
                    <a:pt x="3309623" y="4456897"/>
                  </a:lnTo>
                  <a:lnTo>
                    <a:pt x="3305550" y="4462992"/>
                  </a:lnTo>
                  <a:lnTo>
                    <a:pt x="3301477" y="4469088"/>
                  </a:lnTo>
                  <a:lnTo>
                    <a:pt x="3277713" y="4496913"/>
                  </a:lnTo>
                  <a:lnTo>
                    <a:pt x="3272529" y="4502097"/>
                  </a:lnTo>
                  <a:lnTo>
                    <a:pt x="3243793" y="4524750"/>
                  </a:lnTo>
                  <a:lnTo>
                    <a:pt x="3237698" y="4528823"/>
                  </a:lnTo>
                  <a:lnTo>
                    <a:pt x="3231418" y="4532587"/>
                  </a:lnTo>
                  <a:lnTo>
                    <a:pt x="3224952" y="4536043"/>
                  </a:lnTo>
                  <a:lnTo>
                    <a:pt x="3218487" y="4539499"/>
                  </a:lnTo>
                  <a:lnTo>
                    <a:pt x="3211868" y="4542629"/>
                  </a:lnTo>
                  <a:lnTo>
                    <a:pt x="3205095" y="4545434"/>
                  </a:lnTo>
                  <a:lnTo>
                    <a:pt x="3198323" y="4548240"/>
                  </a:lnTo>
                  <a:lnTo>
                    <a:pt x="3163104" y="4558173"/>
                  </a:lnTo>
                  <a:lnTo>
                    <a:pt x="3155915" y="4559603"/>
                  </a:lnTo>
                  <a:lnTo>
                    <a:pt x="3148672" y="4560677"/>
                  </a:lnTo>
                  <a:lnTo>
                    <a:pt x="3141377" y="4561396"/>
                  </a:lnTo>
                  <a:lnTo>
                    <a:pt x="3134081" y="4562115"/>
                  </a:lnTo>
                  <a:lnTo>
                    <a:pt x="3126768" y="4562474"/>
                  </a:lnTo>
                  <a:lnTo>
                    <a:pt x="3119437" y="4562474"/>
                  </a:lnTo>
                  <a:lnTo>
                    <a:pt x="223837" y="4562474"/>
                  </a:lnTo>
                  <a:lnTo>
                    <a:pt x="216506" y="4562474"/>
                  </a:lnTo>
                  <a:lnTo>
                    <a:pt x="209193" y="4562115"/>
                  </a:lnTo>
                  <a:lnTo>
                    <a:pt x="201897" y="4561396"/>
                  </a:lnTo>
                  <a:lnTo>
                    <a:pt x="194602" y="4560677"/>
                  </a:lnTo>
                  <a:lnTo>
                    <a:pt x="187359" y="4559603"/>
                  </a:lnTo>
                  <a:lnTo>
                    <a:pt x="180168" y="4558173"/>
                  </a:lnTo>
                  <a:lnTo>
                    <a:pt x="172978" y="4556743"/>
                  </a:lnTo>
                  <a:lnTo>
                    <a:pt x="138178" y="4545434"/>
                  </a:lnTo>
                  <a:lnTo>
                    <a:pt x="131405" y="4542629"/>
                  </a:lnTo>
                  <a:lnTo>
                    <a:pt x="124786" y="4539499"/>
                  </a:lnTo>
                  <a:lnTo>
                    <a:pt x="118321" y="4536043"/>
                  </a:lnTo>
                  <a:lnTo>
                    <a:pt x="111855" y="4532587"/>
                  </a:lnTo>
                  <a:lnTo>
                    <a:pt x="105575" y="4528823"/>
                  </a:lnTo>
                  <a:lnTo>
                    <a:pt x="99479" y="4524750"/>
                  </a:lnTo>
                  <a:lnTo>
                    <a:pt x="93384" y="4520677"/>
                  </a:lnTo>
                  <a:lnTo>
                    <a:pt x="65560" y="4496913"/>
                  </a:lnTo>
                  <a:lnTo>
                    <a:pt x="60376" y="4491729"/>
                  </a:lnTo>
                  <a:lnTo>
                    <a:pt x="33650" y="4456897"/>
                  </a:lnTo>
                  <a:lnTo>
                    <a:pt x="17038" y="4424294"/>
                  </a:lnTo>
                  <a:lnTo>
                    <a:pt x="14233" y="4417522"/>
                  </a:lnTo>
                  <a:lnTo>
                    <a:pt x="11766" y="4410628"/>
                  </a:lnTo>
                  <a:lnTo>
                    <a:pt x="9638" y="4403612"/>
                  </a:lnTo>
                  <a:lnTo>
                    <a:pt x="7510" y="4396597"/>
                  </a:lnTo>
                  <a:lnTo>
                    <a:pt x="359" y="4353281"/>
                  </a:lnTo>
                  <a:lnTo>
                    <a:pt x="0" y="4345968"/>
                  </a:lnTo>
                  <a:lnTo>
                    <a:pt x="0" y="4338637"/>
                  </a:lnTo>
                  <a:close/>
                </a:path>
              </a:pathLst>
            </a:custGeom>
            <a:ln w="9524">
              <a:solidFill>
                <a:srgbClr val="FFF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38649" y="1647824"/>
              <a:ext cx="3333750" cy="1038225"/>
            </a:xfrm>
            <a:custGeom>
              <a:avLst/>
              <a:gdLst/>
              <a:ahLst/>
              <a:cxnLst/>
              <a:rect l="l" t="t" r="r" b="b"/>
              <a:pathLst>
                <a:path w="3333750" h="1038225">
                  <a:moveTo>
                    <a:pt x="3333749" y="1038224"/>
                  </a:moveTo>
                  <a:lnTo>
                    <a:pt x="0" y="1038224"/>
                  </a:lnTo>
                  <a:lnTo>
                    <a:pt x="0" y="219075"/>
                  </a:lnTo>
                  <a:lnTo>
                    <a:pt x="4209" y="176335"/>
                  </a:lnTo>
                  <a:lnTo>
                    <a:pt x="16675" y="135238"/>
                  </a:lnTo>
                  <a:lnTo>
                    <a:pt x="36920" y="97363"/>
                  </a:lnTo>
                  <a:lnTo>
                    <a:pt x="64165" y="64165"/>
                  </a:lnTo>
                  <a:lnTo>
                    <a:pt x="97362" y="36920"/>
                  </a:lnTo>
                  <a:lnTo>
                    <a:pt x="135237" y="16676"/>
                  </a:lnTo>
                  <a:lnTo>
                    <a:pt x="176335" y="4209"/>
                  </a:lnTo>
                  <a:lnTo>
                    <a:pt x="219075" y="0"/>
                  </a:lnTo>
                  <a:lnTo>
                    <a:pt x="3114675" y="0"/>
                  </a:lnTo>
                  <a:lnTo>
                    <a:pt x="3157413" y="4209"/>
                  </a:lnTo>
                  <a:lnTo>
                    <a:pt x="3198510" y="16676"/>
                  </a:lnTo>
                  <a:lnTo>
                    <a:pt x="3236386" y="36920"/>
                  </a:lnTo>
                  <a:lnTo>
                    <a:pt x="3269583" y="64165"/>
                  </a:lnTo>
                  <a:lnTo>
                    <a:pt x="3296828" y="97363"/>
                  </a:lnTo>
                  <a:lnTo>
                    <a:pt x="3317073" y="135238"/>
                  </a:lnTo>
                  <a:lnTo>
                    <a:pt x="3329539" y="176335"/>
                  </a:lnTo>
                  <a:lnTo>
                    <a:pt x="3333749" y="219075"/>
                  </a:lnTo>
                  <a:lnTo>
                    <a:pt x="3333749" y="1038224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38649" y="2676524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3333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333749" y="0"/>
                  </a:lnTo>
                  <a:lnTo>
                    <a:pt x="3333749" y="9524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654549" y="1757383"/>
            <a:ext cx="1713230" cy="6635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190" dirty="0">
                <a:solidFill>
                  <a:srgbClr val="F59D0A"/>
                </a:solidFill>
                <a:latin typeface="Tahoma"/>
                <a:cs typeface="Tahoma"/>
              </a:rPr>
              <a:t>Internal</a:t>
            </a:r>
            <a:r>
              <a:rPr sz="2400" b="1" spc="55" dirty="0">
                <a:solidFill>
                  <a:srgbClr val="F59D0A"/>
                </a:solidFill>
                <a:latin typeface="Tahoma"/>
                <a:cs typeface="Tahoma"/>
              </a:rPr>
              <a:t> </a:t>
            </a:r>
            <a:r>
              <a:rPr sz="2400" b="1" spc="-145" dirty="0">
                <a:solidFill>
                  <a:srgbClr val="F59D0A"/>
                </a:solidFill>
                <a:latin typeface="Tahoma"/>
                <a:cs typeface="Tahoma"/>
              </a:rPr>
              <a:t>CSS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050" spc="-50" dirty="0">
                <a:solidFill>
                  <a:srgbClr val="6A7280"/>
                </a:solidFill>
                <a:latin typeface="Courier New"/>
                <a:cs typeface="Courier New"/>
              </a:rPr>
              <a:t>2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67249" y="2971799"/>
            <a:ext cx="2876550" cy="3000375"/>
            <a:chOff x="4667249" y="2971799"/>
            <a:chExt cx="2876550" cy="300037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4874" y="2971799"/>
              <a:ext cx="133350" cy="1905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3599" y="3644899"/>
              <a:ext cx="215900" cy="1936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73599" y="4352924"/>
              <a:ext cx="215900" cy="19367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667249" y="5210174"/>
              <a:ext cx="2876550" cy="762000"/>
            </a:xfrm>
            <a:custGeom>
              <a:avLst/>
              <a:gdLst/>
              <a:ahLst/>
              <a:cxnLst/>
              <a:rect l="l" t="t" r="r" b="b"/>
              <a:pathLst>
                <a:path w="2876550" h="762000">
                  <a:moveTo>
                    <a:pt x="2769754" y="761999"/>
                  </a:moveTo>
                  <a:lnTo>
                    <a:pt x="106794" y="761999"/>
                  </a:lnTo>
                  <a:lnTo>
                    <a:pt x="99361" y="761268"/>
                  </a:lnTo>
                  <a:lnTo>
                    <a:pt x="57038" y="746904"/>
                  </a:lnTo>
                  <a:lnTo>
                    <a:pt x="23432" y="717441"/>
                  </a:lnTo>
                  <a:lnTo>
                    <a:pt x="3660" y="677359"/>
                  </a:lnTo>
                  <a:lnTo>
                    <a:pt x="0" y="655204"/>
                  </a:lnTo>
                  <a:lnTo>
                    <a:pt x="0" y="6476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2769754" y="0"/>
                  </a:lnTo>
                  <a:lnTo>
                    <a:pt x="2812924" y="11571"/>
                  </a:lnTo>
                  <a:lnTo>
                    <a:pt x="2848378" y="38783"/>
                  </a:lnTo>
                  <a:lnTo>
                    <a:pt x="2870720" y="77492"/>
                  </a:lnTo>
                  <a:lnTo>
                    <a:pt x="2876549" y="106794"/>
                  </a:lnTo>
                  <a:lnTo>
                    <a:pt x="2876549" y="655204"/>
                  </a:lnTo>
                  <a:lnTo>
                    <a:pt x="2864976" y="698374"/>
                  </a:lnTo>
                  <a:lnTo>
                    <a:pt x="2837764" y="733828"/>
                  </a:lnTo>
                  <a:lnTo>
                    <a:pt x="2799055" y="756170"/>
                  </a:lnTo>
                  <a:lnTo>
                    <a:pt x="2777187" y="761268"/>
                  </a:lnTo>
                  <a:lnTo>
                    <a:pt x="2769754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997450" y="2859645"/>
            <a:ext cx="1193800" cy="539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Lokasi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spc="-10" dirty="0">
                <a:solidFill>
                  <a:srgbClr val="4A5462"/>
                </a:solidFill>
                <a:latin typeface="Trebuchet MS"/>
                <a:cs typeface="Trebuchet MS"/>
              </a:rPr>
              <a:t>Dalam</a:t>
            </a:r>
            <a:r>
              <a:rPr sz="1300" spc="-6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70" dirty="0">
                <a:solidFill>
                  <a:srgbClr val="4A5462"/>
                </a:solidFill>
                <a:latin typeface="Trebuchet MS"/>
                <a:cs typeface="Trebuchet MS"/>
              </a:rPr>
              <a:t>file</a:t>
            </a:r>
            <a:r>
              <a:rPr sz="1300" spc="-6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4A5462"/>
                </a:solidFill>
                <a:latin typeface="Trebuchet MS"/>
                <a:cs typeface="Trebuchet MS"/>
              </a:rPr>
              <a:t>HTML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97450" y="3545445"/>
            <a:ext cx="1675764" cy="539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Kelebihan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spc="-20" dirty="0">
                <a:solidFill>
                  <a:srgbClr val="4A5462"/>
                </a:solidFill>
                <a:latin typeface="Trebuchet MS"/>
                <a:cs typeface="Trebuchet MS"/>
              </a:rPr>
              <a:t>Cocok</a:t>
            </a:r>
            <a:r>
              <a:rPr sz="1300" spc="-12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Trebuchet MS"/>
                <a:cs typeface="Trebuchet MS"/>
              </a:rPr>
              <a:t>halaman</a:t>
            </a:r>
            <a:r>
              <a:rPr sz="1300" spc="-4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4A5462"/>
                </a:solidFill>
                <a:latin typeface="Trebuchet MS"/>
                <a:cs typeface="Trebuchet MS"/>
              </a:rPr>
              <a:t>tunggal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97450" y="4231245"/>
            <a:ext cx="1540510" cy="539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Kekurangan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spc="-40" dirty="0">
                <a:solidFill>
                  <a:srgbClr val="4A5462"/>
                </a:solidFill>
                <a:latin typeface="Trebuchet MS"/>
                <a:cs typeface="Trebuchet MS"/>
              </a:rPr>
              <a:t>Sulit</a:t>
            </a:r>
            <a:r>
              <a:rPr sz="1300" spc="-6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Trebuchet MS"/>
                <a:cs typeface="Trebuchet MS"/>
              </a:rPr>
              <a:t>banyak</a:t>
            </a:r>
            <a:r>
              <a:rPr sz="1300" spc="-9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Trebuchet MS"/>
                <a:cs typeface="Trebuchet MS"/>
              </a:rPr>
              <a:t>halaman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06949" y="5355266"/>
            <a:ext cx="9245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50" dirty="0">
                <a:solidFill>
                  <a:srgbClr val="6A7280"/>
                </a:solidFill>
                <a:latin typeface="Tahoma"/>
                <a:cs typeface="Tahoma"/>
              </a:rPr>
              <a:t>PENGGUNAAN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06949" y="5614666"/>
            <a:ext cx="229108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60" dirty="0">
                <a:solidFill>
                  <a:srgbClr val="374050"/>
                </a:solidFill>
                <a:latin typeface="Trebuchet MS"/>
                <a:cs typeface="Trebuchet MS"/>
              </a:rPr>
              <a:t>Latihan,</a:t>
            </a:r>
            <a:r>
              <a:rPr sz="115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374050"/>
                </a:solidFill>
                <a:latin typeface="Trebuchet MS"/>
                <a:cs typeface="Trebuchet MS"/>
              </a:rPr>
              <a:t>halaman</a:t>
            </a:r>
            <a:r>
              <a:rPr sz="1150" spc="-1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374050"/>
                </a:solidFill>
                <a:latin typeface="Trebuchet MS"/>
                <a:cs typeface="Trebuchet MS"/>
              </a:rPr>
              <a:t>sederhana,</a:t>
            </a:r>
            <a:r>
              <a:rPr sz="1150" spc="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374050"/>
                </a:solidFill>
                <a:latin typeface="Trebuchet MS"/>
                <a:cs typeface="Trebuchet MS"/>
              </a:rPr>
              <a:t>testing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47431" y="1295400"/>
            <a:ext cx="4231005" cy="5447030"/>
            <a:chOff x="7647431" y="1295400"/>
            <a:chExt cx="4231005" cy="5447030"/>
          </a:xfrm>
        </p:grpSpPr>
        <p:sp>
          <p:nvSpPr>
            <p:cNvPr id="38" name="object 38"/>
            <p:cNvSpPr/>
            <p:nvPr/>
          </p:nvSpPr>
          <p:spPr>
            <a:xfrm>
              <a:off x="7647431" y="1295400"/>
              <a:ext cx="4231005" cy="5447030"/>
            </a:xfrm>
            <a:custGeom>
              <a:avLst/>
              <a:gdLst/>
              <a:ahLst/>
              <a:cxnLst/>
              <a:rect l="l" t="t" r="r" b="b"/>
              <a:pathLst>
                <a:path w="4231005" h="5447030">
                  <a:moveTo>
                    <a:pt x="4230623" y="5446775"/>
                  </a:moveTo>
                  <a:lnTo>
                    <a:pt x="0" y="5446775"/>
                  </a:lnTo>
                  <a:lnTo>
                    <a:pt x="0" y="0"/>
                  </a:lnTo>
                  <a:lnTo>
                    <a:pt x="4230623" y="0"/>
                  </a:lnTo>
                  <a:lnTo>
                    <a:pt x="4230623" y="352424"/>
                  </a:lnTo>
                  <a:lnTo>
                    <a:pt x="667892" y="352424"/>
                  </a:lnTo>
                  <a:lnTo>
                    <a:pt x="657130" y="352688"/>
                  </a:lnTo>
                  <a:lnTo>
                    <a:pt x="614647" y="358992"/>
                  </a:lnTo>
                  <a:lnTo>
                    <a:pt x="574212" y="373462"/>
                  </a:lnTo>
                  <a:lnTo>
                    <a:pt x="537377" y="395543"/>
                  </a:lnTo>
                  <a:lnTo>
                    <a:pt x="505558" y="424386"/>
                  </a:lnTo>
                  <a:lnTo>
                    <a:pt x="479976" y="458883"/>
                  </a:lnTo>
                  <a:lnTo>
                    <a:pt x="461617" y="497707"/>
                  </a:lnTo>
                  <a:lnTo>
                    <a:pt x="451184" y="539367"/>
                  </a:lnTo>
                  <a:lnTo>
                    <a:pt x="448817" y="571499"/>
                  </a:lnTo>
                  <a:lnTo>
                    <a:pt x="448817" y="4686299"/>
                  </a:lnTo>
                  <a:lnTo>
                    <a:pt x="453026" y="4729039"/>
                  </a:lnTo>
                  <a:lnTo>
                    <a:pt x="465492" y="4770135"/>
                  </a:lnTo>
                  <a:lnTo>
                    <a:pt x="485737" y="4808011"/>
                  </a:lnTo>
                  <a:lnTo>
                    <a:pt x="512982" y="4841208"/>
                  </a:lnTo>
                  <a:lnTo>
                    <a:pt x="546180" y="4868453"/>
                  </a:lnTo>
                  <a:lnTo>
                    <a:pt x="584054" y="4888698"/>
                  </a:lnTo>
                  <a:lnTo>
                    <a:pt x="625154" y="4901165"/>
                  </a:lnTo>
                  <a:lnTo>
                    <a:pt x="667892" y="4905374"/>
                  </a:lnTo>
                  <a:lnTo>
                    <a:pt x="4230623" y="4905374"/>
                  </a:lnTo>
                  <a:lnTo>
                    <a:pt x="4230623" y="5446775"/>
                  </a:lnTo>
                  <a:close/>
                </a:path>
                <a:path w="4231005" h="5447030">
                  <a:moveTo>
                    <a:pt x="4230623" y="4905374"/>
                  </a:moveTo>
                  <a:lnTo>
                    <a:pt x="3563492" y="4905374"/>
                  </a:lnTo>
                  <a:lnTo>
                    <a:pt x="3574255" y="4905111"/>
                  </a:lnTo>
                  <a:lnTo>
                    <a:pt x="3584965" y="4904322"/>
                  </a:lnTo>
                  <a:lnTo>
                    <a:pt x="3627086" y="4895943"/>
                  </a:lnTo>
                  <a:lnTo>
                    <a:pt x="3666763" y="4879508"/>
                  </a:lnTo>
                  <a:lnTo>
                    <a:pt x="3702473" y="4855648"/>
                  </a:lnTo>
                  <a:lnTo>
                    <a:pt x="3732840" y="4825280"/>
                  </a:lnTo>
                  <a:lnTo>
                    <a:pt x="3756700" y="4789572"/>
                  </a:lnTo>
                  <a:lnTo>
                    <a:pt x="3773135" y="4749894"/>
                  </a:lnTo>
                  <a:lnTo>
                    <a:pt x="3781514" y="4707773"/>
                  </a:lnTo>
                  <a:lnTo>
                    <a:pt x="3782567" y="4686299"/>
                  </a:lnTo>
                  <a:lnTo>
                    <a:pt x="3782567" y="571499"/>
                  </a:lnTo>
                  <a:lnTo>
                    <a:pt x="3778356" y="528760"/>
                  </a:lnTo>
                  <a:lnTo>
                    <a:pt x="3765890" y="487663"/>
                  </a:lnTo>
                  <a:lnTo>
                    <a:pt x="3745645" y="449788"/>
                  </a:lnTo>
                  <a:lnTo>
                    <a:pt x="3718401" y="416590"/>
                  </a:lnTo>
                  <a:lnTo>
                    <a:pt x="3685203" y="389345"/>
                  </a:lnTo>
                  <a:lnTo>
                    <a:pt x="3647328" y="369100"/>
                  </a:lnTo>
                  <a:lnTo>
                    <a:pt x="3606231" y="356634"/>
                  </a:lnTo>
                  <a:lnTo>
                    <a:pt x="3563492" y="352424"/>
                  </a:lnTo>
                  <a:lnTo>
                    <a:pt x="4230623" y="352424"/>
                  </a:lnTo>
                  <a:lnTo>
                    <a:pt x="4230623" y="4905374"/>
                  </a:lnTo>
                  <a:close/>
                </a:path>
              </a:pathLst>
            </a:custGeom>
            <a:solidFill>
              <a:srgbClr val="E9580C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67674" y="1619249"/>
              <a:ext cx="3390900" cy="4597400"/>
            </a:xfrm>
            <a:custGeom>
              <a:avLst/>
              <a:gdLst/>
              <a:ahLst/>
              <a:cxnLst/>
              <a:rect l="l" t="t" r="r" b="b"/>
              <a:pathLst>
                <a:path w="3390900" h="4597400">
                  <a:moveTo>
                    <a:pt x="3222899" y="12700"/>
                  </a:moveTo>
                  <a:lnTo>
                    <a:pt x="167999" y="12700"/>
                  </a:lnTo>
                  <a:lnTo>
                    <a:pt x="183522" y="0"/>
                  </a:lnTo>
                  <a:lnTo>
                    <a:pt x="3207377" y="0"/>
                  </a:lnTo>
                  <a:lnTo>
                    <a:pt x="3222899" y="12700"/>
                  </a:lnTo>
                  <a:close/>
                </a:path>
                <a:path w="3390900" h="4597400">
                  <a:moveTo>
                    <a:pt x="3252837" y="25400"/>
                  </a:moveTo>
                  <a:lnTo>
                    <a:pt x="138061" y="25400"/>
                  </a:lnTo>
                  <a:lnTo>
                    <a:pt x="145384" y="12700"/>
                  </a:lnTo>
                  <a:lnTo>
                    <a:pt x="3245513" y="12700"/>
                  </a:lnTo>
                  <a:lnTo>
                    <a:pt x="3252837" y="25400"/>
                  </a:lnTo>
                  <a:close/>
                </a:path>
                <a:path w="3390900" h="4597400">
                  <a:moveTo>
                    <a:pt x="144376" y="50800"/>
                  </a:moveTo>
                  <a:lnTo>
                    <a:pt x="96811" y="50800"/>
                  </a:lnTo>
                  <a:lnTo>
                    <a:pt x="103318" y="38100"/>
                  </a:lnTo>
                  <a:lnTo>
                    <a:pt x="116806" y="25400"/>
                  </a:lnTo>
                  <a:lnTo>
                    <a:pt x="184054" y="25400"/>
                  </a:lnTo>
                  <a:lnTo>
                    <a:pt x="173856" y="38100"/>
                  </a:lnTo>
                  <a:lnTo>
                    <a:pt x="153969" y="38100"/>
                  </a:lnTo>
                  <a:lnTo>
                    <a:pt x="144376" y="50800"/>
                  </a:lnTo>
                  <a:close/>
                </a:path>
                <a:path w="3390900" h="4597400">
                  <a:moveTo>
                    <a:pt x="3294085" y="50800"/>
                  </a:moveTo>
                  <a:lnTo>
                    <a:pt x="3246521" y="50800"/>
                  </a:lnTo>
                  <a:lnTo>
                    <a:pt x="3236928" y="38100"/>
                  </a:lnTo>
                  <a:lnTo>
                    <a:pt x="3217041" y="38100"/>
                  </a:lnTo>
                  <a:lnTo>
                    <a:pt x="3206844" y="25400"/>
                  </a:lnTo>
                  <a:lnTo>
                    <a:pt x="3274091" y="25400"/>
                  </a:lnTo>
                  <a:lnTo>
                    <a:pt x="3287579" y="38100"/>
                  </a:lnTo>
                  <a:lnTo>
                    <a:pt x="3294085" y="50800"/>
                  </a:lnTo>
                  <a:close/>
                </a:path>
                <a:path w="3390900" h="4597400">
                  <a:moveTo>
                    <a:pt x="108668" y="76200"/>
                  </a:moveTo>
                  <a:lnTo>
                    <a:pt x="66799" y="76200"/>
                  </a:lnTo>
                  <a:lnTo>
                    <a:pt x="78269" y="63500"/>
                  </a:lnTo>
                  <a:lnTo>
                    <a:pt x="84272" y="50800"/>
                  </a:lnTo>
                  <a:lnTo>
                    <a:pt x="135032" y="50800"/>
                  </a:lnTo>
                  <a:lnTo>
                    <a:pt x="125938" y="63500"/>
                  </a:lnTo>
                  <a:lnTo>
                    <a:pt x="117135" y="63500"/>
                  </a:lnTo>
                  <a:lnTo>
                    <a:pt x="108668" y="76200"/>
                  </a:lnTo>
                  <a:close/>
                </a:path>
                <a:path w="3390900" h="4597400">
                  <a:moveTo>
                    <a:pt x="3324099" y="76200"/>
                  </a:moveTo>
                  <a:lnTo>
                    <a:pt x="3282230" y="76200"/>
                  </a:lnTo>
                  <a:lnTo>
                    <a:pt x="3273763" y="63500"/>
                  </a:lnTo>
                  <a:lnTo>
                    <a:pt x="3264960" y="63500"/>
                  </a:lnTo>
                  <a:lnTo>
                    <a:pt x="3255865" y="50800"/>
                  </a:lnTo>
                  <a:lnTo>
                    <a:pt x="3306625" y="50800"/>
                  </a:lnTo>
                  <a:lnTo>
                    <a:pt x="3312627" y="63500"/>
                  </a:lnTo>
                  <a:lnTo>
                    <a:pt x="3324099" y="76200"/>
                  </a:lnTo>
                  <a:close/>
                </a:path>
                <a:path w="3390900" h="4597400">
                  <a:moveTo>
                    <a:pt x="71693" y="114300"/>
                  </a:moveTo>
                  <a:lnTo>
                    <a:pt x="37229" y="114300"/>
                  </a:lnTo>
                  <a:lnTo>
                    <a:pt x="46241" y="101600"/>
                  </a:lnTo>
                  <a:lnTo>
                    <a:pt x="51067" y="88900"/>
                  </a:lnTo>
                  <a:lnTo>
                    <a:pt x="61358" y="76200"/>
                  </a:lnTo>
                  <a:lnTo>
                    <a:pt x="100536" y="76200"/>
                  </a:lnTo>
                  <a:lnTo>
                    <a:pt x="92740" y="88900"/>
                  </a:lnTo>
                  <a:lnTo>
                    <a:pt x="85316" y="88900"/>
                  </a:lnTo>
                  <a:lnTo>
                    <a:pt x="78300" y="101600"/>
                  </a:lnTo>
                  <a:lnTo>
                    <a:pt x="71693" y="114300"/>
                  </a:lnTo>
                  <a:close/>
                </a:path>
                <a:path w="3390900" h="4597400">
                  <a:moveTo>
                    <a:pt x="3353667" y="114300"/>
                  </a:moveTo>
                  <a:lnTo>
                    <a:pt x="3319205" y="114300"/>
                  </a:lnTo>
                  <a:lnTo>
                    <a:pt x="3312598" y="101600"/>
                  </a:lnTo>
                  <a:lnTo>
                    <a:pt x="3305582" y="88900"/>
                  </a:lnTo>
                  <a:lnTo>
                    <a:pt x="3298158" y="88900"/>
                  </a:lnTo>
                  <a:lnTo>
                    <a:pt x="3290362" y="76200"/>
                  </a:lnTo>
                  <a:lnTo>
                    <a:pt x="3329539" y="76200"/>
                  </a:lnTo>
                  <a:lnTo>
                    <a:pt x="3339829" y="88900"/>
                  </a:lnTo>
                  <a:lnTo>
                    <a:pt x="3344656" y="101600"/>
                  </a:lnTo>
                  <a:lnTo>
                    <a:pt x="3353667" y="114300"/>
                  </a:lnTo>
                  <a:close/>
                </a:path>
                <a:path w="3390900" h="4597400">
                  <a:moveTo>
                    <a:pt x="32783" y="203200"/>
                  </a:moveTo>
                  <a:lnTo>
                    <a:pt x="3176" y="203200"/>
                  </a:lnTo>
                  <a:lnTo>
                    <a:pt x="6340" y="190500"/>
                  </a:lnTo>
                  <a:lnTo>
                    <a:pt x="8309" y="177800"/>
                  </a:lnTo>
                  <a:lnTo>
                    <a:pt x="13017" y="165100"/>
                  </a:lnTo>
                  <a:lnTo>
                    <a:pt x="15746" y="152400"/>
                  </a:lnTo>
                  <a:lnTo>
                    <a:pt x="21954" y="139700"/>
                  </a:lnTo>
                  <a:lnTo>
                    <a:pt x="25418" y="127000"/>
                  </a:lnTo>
                  <a:lnTo>
                    <a:pt x="33064" y="114300"/>
                  </a:lnTo>
                  <a:lnTo>
                    <a:pt x="65495" y="114300"/>
                  </a:lnTo>
                  <a:lnTo>
                    <a:pt x="59734" y="127000"/>
                  </a:lnTo>
                  <a:lnTo>
                    <a:pt x="54439" y="139700"/>
                  </a:lnTo>
                  <a:lnTo>
                    <a:pt x="49611" y="152400"/>
                  </a:lnTo>
                  <a:lnTo>
                    <a:pt x="45250" y="152400"/>
                  </a:lnTo>
                  <a:lnTo>
                    <a:pt x="41374" y="165100"/>
                  </a:lnTo>
                  <a:lnTo>
                    <a:pt x="38005" y="177800"/>
                  </a:lnTo>
                  <a:lnTo>
                    <a:pt x="35141" y="190500"/>
                  </a:lnTo>
                  <a:lnTo>
                    <a:pt x="32783" y="203200"/>
                  </a:lnTo>
                  <a:close/>
                </a:path>
                <a:path w="3390900" h="4597400">
                  <a:moveTo>
                    <a:pt x="3387723" y="203200"/>
                  </a:moveTo>
                  <a:lnTo>
                    <a:pt x="3358114" y="203200"/>
                  </a:lnTo>
                  <a:lnTo>
                    <a:pt x="3355756" y="190500"/>
                  </a:lnTo>
                  <a:lnTo>
                    <a:pt x="3352892" y="177800"/>
                  </a:lnTo>
                  <a:lnTo>
                    <a:pt x="3349523" y="165100"/>
                  </a:lnTo>
                  <a:lnTo>
                    <a:pt x="3345647" y="152400"/>
                  </a:lnTo>
                  <a:lnTo>
                    <a:pt x="3341286" y="152400"/>
                  </a:lnTo>
                  <a:lnTo>
                    <a:pt x="3336458" y="139700"/>
                  </a:lnTo>
                  <a:lnTo>
                    <a:pt x="3331163" y="127000"/>
                  </a:lnTo>
                  <a:lnTo>
                    <a:pt x="3325403" y="114300"/>
                  </a:lnTo>
                  <a:lnTo>
                    <a:pt x="3357831" y="114300"/>
                  </a:lnTo>
                  <a:lnTo>
                    <a:pt x="3365479" y="127000"/>
                  </a:lnTo>
                  <a:lnTo>
                    <a:pt x="3368942" y="139700"/>
                  </a:lnTo>
                  <a:lnTo>
                    <a:pt x="3375150" y="152400"/>
                  </a:lnTo>
                  <a:lnTo>
                    <a:pt x="3377880" y="165100"/>
                  </a:lnTo>
                  <a:lnTo>
                    <a:pt x="3382589" y="177800"/>
                  </a:lnTo>
                  <a:lnTo>
                    <a:pt x="3384558" y="190500"/>
                  </a:lnTo>
                  <a:lnTo>
                    <a:pt x="3387723" y="203200"/>
                  </a:lnTo>
                  <a:close/>
                </a:path>
                <a:path w="3390900" h="4597400">
                  <a:moveTo>
                    <a:pt x="30942" y="4394200"/>
                  </a:moveTo>
                  <a:lnTo>
                    <a:pt x="1987" y="4394200"/>
                  </a:lnTo>
                  <a:lnTo>
                    <a:pt x="397" y="4368800"/>
                  </a:lnTo>
                  <a:lnTo>
                    <a:pt x="0" y="4368800"/>
                  </a:lnTo>
                  <a:lnTo>
                    <a:pt x="0" y="228600"/>
                  </a:lnTo>
                  <a:lnTo>
                    <a:pt x="397" y="228600"/>
                  </a:lnTo>
                  <a:lnTo>
                    <a:pt x="1987" y="203200"/>
                  </a:lnTo>
                  <a:lnTo>
                    <a:pt x="30942" y="203200"/>
                  </a:lnTo>
                  <a:lnTo>
                    <a:pt x="29627" y="215900"/>
                  </a:lnTo>
                  <a:lnTo>
                    <a:pt x="28838" y="228600"/>
                  </a:lnTo>
                  <a:lnTo>
                    <a:pt x="28575" y="241300"/>
                  </a:lnTo>
                  <a:lnTo>
                    <a:pt x="28575" y="4356100"/>
                  </a:lnTo>
                  <a:lnTo>
                    <a:pt x="28838" y="4368800"/>
                  </a:lnTo>
                  <a:lnTo>
                    <a:pt x="29627" y="4381500"/>
                  </a:lnTo>
                  <a:lnTo>
                    <a:pt x="30942" y="4394200"/>
                  </a:lnTo>
                  <a:close/>
                </a:path>
                <a:path w="3390900" h="4597400">
                  <a:moveTo>
                    <a:pt x="3388912" y="4394200"/>
                  </a:moveTo>
                  <a:lnTo>
                    <a:pt x="3359956" y="4394200"/>
                  </a:lnTo>
                  <a:lnTo>
                    <a:pt x="3361272" y="4381500"/>
                  </a:lnTo>
                  <a:lnTo>
                    <a:pt x="3362061" y="4368800"/>
                  </a:lnTo>
                  <a:lnTo>
                    <a:pt x="3362325" y="4356100"/>
                  </a:lnTo>
                  <a:lnTo>
                    <a:pt x="3362325" y="241300"/>
                  </a:lnTo>
                  <a:lnTo>
                    <a:pt x="3362061" y="228600"/>
                  </a:lnTo>
                  <a:lnTo>
                    <a:pt x="3361272" y="215900"/>
                  </a:lnTo>
                  <a:lnTo>
                    <a:pt x="3359956" y="203200"/>
                  </a:lnTo>
                  <a:lnTo>
                    <a:pt x="3388912" y="203200"/>
                  </a:lnTo>
                  <a:lnTo>
                    <a:pt x="3390503" y="228600"/>
                  </a:lnTo>
                  <a:lnTo>
                    <a:pt x="3390900" y="228600"/>
                  </a:lnTo>
                  <a:lnTo>
                    <a:pt x="3390900" y="4368800"/>
                  </a:lnTo>
                  <a:lnTo>
                    <a:pt x="3390503" y="4368800"/>
                  </a:lnTo>
                  <a:lnTo>
                    <a:pt x="3388912" y="4394200"/>
                  </a:lnTo>
                  <a:close/>
                </a:path>
                <a:path w="3390900" h="4597400">
                  <a:moveTo>
                    <a:pt x="65495" y="4483100"/>
                  </a:moveTo>
                  <a:lnTo>
                    <a:pt x="33064" y="4483100"/>
                  </a:lnTo>
                  <a:lnTo>
                    <a:pt x="25418" y="4470400"/>
                  </a:lnTo>
                  <a:lnTo>
                    <a:pt x="21954" y="4457700"/>
                  </a:lnTo>
                  <a:lnTo>
                    <a:pt x="15746" y="4445000"/>
                  </a:lnTo>
                  <a:lnTo>
                    <a:pt x="13017" y="4432300"/>
                  </a:lnTo>
                  <a:lnTo>
                    <a:pt x="8309" y="4419600"/>
                  </a:lnTo>
                  <a:lnTo>
                    <a:pt x="6340" y="4406900"/>
                  </a:lnTo>
                  <a:lnTo>
                    <a:pt x="3176" y="4394200"/>
                  </a:lnTo>
                  <a:lnTo>
                    <a:pt x="32783" y="4394200"/>
                  </a:lnTo>
                  <a:lnTo>
                    <a:pt x="35141" y="4406900"/>
                  </a:lnTo>
                  <a:lnTo>
                    <a:pt x="38005" y="4419600"/>
                  </a:lnTo>
                  <a:lnTo>
                    <a:pt x="41374" y="4432300"/>
                  </a:lnTo>
                  <a:lnTo>
                    <a:pt x="45250" y="4445000"/>
                  </a:lnTo>
                  <a:lnTo>
                    <a:pt x="49611" y="4445000"/>
                  </a:lnTo>
                  <a:lnTo>
                    <a:pt x="54439" y="4457700"/>
                  </a:lnTo>
                  <a:lnTo>
                    <a:pt x="59734" y="4470400"/>
                  </a:lnTo>
                  <a:lnTo>
                    <a:pt x="65495" y="4483100"/>
                  </a:lnTo>
                  <a:close/>
                </a:path>
                <a:path w="3390900" h="4597400">
                  <a:moveTo>
                    <a:pt x="3357831" y="4483100"/>
                  </a:moveTo>
                  <a:lnTo>
                    <a:pt x="3325403" y="4483100"/>
                  </a:lnTo>
                  <a:lnTo>
                    <a:pt x="3331163" y="4470400"/>
                  </a:lnTo>
                  <a:lnTo>
                    <a:pt x="3336458" y="4457700"/>
                  </a:lnTo>
                  <a:lnTo>
                    <a:pt x="3341286" y="4445000"/>
                  </a:lnTo>
                  <a:lnTo>
                    <a:pt x="3345647" y="4445000"/>
                  </a:lnTo>
                  <a:lnTo>
                    <a:pt x="3349523" y="4432300"/>
                  </a:lnTo>
                  <a:lnTo>
                    <a:pt x="3352892" y="4419600"/>
                  </a:lnTo>
                  <a:lnTo>
                    <a:pt x="3355756" y="4406900"/>
                  </a:lnTo>
                  <a:lnTo>
                    <a:pt x="3358114" y="4394200"/>
                  </a:lnTo>
                  <a:lnTo>
                    <a:pt x="3387723" y="4394200"/>
                  </a:lnTo>
                  <a:lnTo>
                    <a:pt x="3384558" y="4406900"/>
                  </a:lnTo>
                  <a:lnTo>
                    <a:pt x="3382589" y="4419600"/>
                  </a:lnTo>
                  <a:lnTo>
                    <a:pt x="3377880" y="4432300"/>
                  </a:lnTo>
                  <a:lnTo>
                    <a:pt x="3375150" y="4445000"/>
                  </a:lnTo>
                  <a:lnTo>
                    <a:pt x="3368942" y="4457700"/>
                  </a:lnTo>
                  <a:lnTo>
                    <a:pt x="3365479" y="4470400"/>
                  </a:lnTo>
                  <a:lnTo>
                    <a:pt x="3357831" y="4483100"/>
                  </a:lnTo>
                  <a:close/>
                </a:path>
                <a:path w="3390900" h="4597400">
                  <a:moveTo>
                    <a:pt x="100536" y="4521200"/>
                  </a:moveTo>
                  <a:lnTo>
                    <a:pt x="61358" y="4521200"/>
                  </a:lnTo>
                  <a:lnTo>
                    <a:pt x="51067" y="4508500"/>
                  </a:lnTo>
                  <a:lnTo>
                    <a:pt x="46241" y="4495800"/>
                  </a:lnTo>
                  <a:lnTo>
                    <a:pt x="37229" y="4483100"/>
                  </a:lnTo>
                  <a:lnTo>
                    <a:pt x="71693" y="4483100"/>
                  </a:lnTo>
                  <a:lnTo>
                    <a:pt x="78300" y="4495800"/>
                  </a:lnTo>
                  <a:lnTo>
                    <a:pt x="85316" y="4508500"/>
                  </a:lnTo>
                  <a:lnTo>
                    <a:pt x="92740" y="4508500"/>
                  </a:lnTo>
                  <a:lnTo>
                    <a:pt x="100536" y="4521200"/>
                  </a:lnTo>
                  <a:close/>
                </a:path>
                <a:path w="3390900" h="4597400">
                  <a:moveTo>
                    <a:pt x="3329539" y="4521200"/>
                  </a:moveTo>
                  <a:lnTo>
                    <a:pt x="3290362" y="4521200"/>
                  </a:lnTo>
                  <a:lnTo>
                    <a:pt x="3298158" y="4508500"/>
                  </a:lnTo>
                  <a:lnTo>
                    <a:pt x="3305582" y="4508500"/>
                  </a:lnTo>
                  <a:lnTo>
                    <a:pt x="3312598" y="4495800"/>
                  </a:lnTo>
                  <a:lnTo>
                    <a:pt x="3319205" y="4483100"/>
                  </a:lnTo>
                  <a:lnTo>
                    <a:pt x="3353667" y="4483100"/>
                  </a:lnTo>
                  <a:lnTo>
                    <a:pt x="3344656" y="4495800"/>
                  </a:lnTo>
                  <a:lnTo>
                    <a:pt x="3339829" y="4508500"/>
                  </a:lnTo>
                  <a:lnTo>
                    <a:pt x="3329539" y="4521200"/>
                  </a:lnTo>
                  <a:close/>
                </a:path>
                <a:path w="3390900" h="4597400">
                  <a:moveTo>
                    <a:pt x="135032" y="4546600"/>
                  </a:moveTo>
                  <a:lnTo>
                    <a:pt x="84272" y="4546600"/>
                  </a:lnTo>
                  <a:lnTo>
                    <a:pt x="78269" y="4533900"/>
                  </a:lnTo>
                  <a:lnTo>
                    <a:pt x="66799" y="4521200"/>
                  </a:lnTo>
                  <a:lnTo>
                    <a:pt x="108668" y="4521200"/>
                  </a:lnTo>
                  <a:lnTo>
                    <a:pt x="117135" y="4533900"/>
                  </a:lnTo>
                  <a:lnTo>
                    <a:pt x="125938" y="4533900"/>
                  </a:lnTo>
                  <a:lnTo>
                    <a:pt x="135032" y="4546600"/>
                  </a:lnTo>
                  <a:close/>
                </a:path>
                <a:path w="3390900" h="4597400">
                  <a:moveTo>
                    <a:pt x="3306625" y="4546600"/>
                  </a:moveTo>
                  <a:lnTo>
                    <a:pt x="3255865" y="4546600"/>
                  </a:lnTo>
                  <a:lnTo>
                    <a:pt x="3264961" y="4533900"/>
                  </a:lnTo>
                  <a:lnTo>
                    <a:pt x="3273763" y="4533900"/>
                  </a:lnTo>
                  <a:lnTo>
                    <a:pt x="3282230" y="4521200"/>
                  </a:lnTo>
                  <a:lnTo>
                    <a:pt x="3324099" y="4521200"/>
                  </a:lnTo>
                  <a:lnTo>
                    <a:pt x="3312627" y="4533900"/>
                  </a:lnTo>
                  <a:lnTo>
                    <a:pt x="3306625" y="4546600"/>
                  </a:lnTo>
                  <a:close/>
                </a:path>
                <a:path w="3390900" h="4597400">
                  <a:moveTo>
                    <a:pt x="184054" y="4572000"/>
                  </a:moveTo>
                  <a:lnTo>
                    <a:pt x="116806" y="4572000"/>
                  </a:lnTo>
                  <a:lnTo>
                    <a:pt x="103318" y="4559300"/>
                  </a:lnTo>
                  <a:lnTo>
                    <a:pt x="96811" y="4546600"/>
                  </a:lnTo>
                  <a:lnTo>
                    <a:pt x="144376" y="4546600"/>
                  </a:lnTo>
                  <a:lnTo>
                    <a:pt x="153969" y="4559300"/>
                  </a:lnTo>
                  <a:lnTo>
                    <a:pt x="173856" y="4559300"/>
                  </a:lnTo>
                  <a:lnTo>
                    <a:pt x="184054" y="4572000"/>
                  </a:lnTo>
                  <a:close/>
                </a:path>
                <a:path w="3390900" h="4597400">
                  <a:moveTo>
                    <a:pt x="3274091" y="4572000"/>
                  </a:moveTo>
                  <a:lnTo>
                    <a:pt x="3206843" y="4572000"/>
                  </a:lnTo>
                  <a:lnTo>
                    <a:pt x="3217041" y="4559300"/>
                  </a:lnTo>
                  <a:lnTo>
                    <a:pt x="3236927" y="4559300"/>
                  </a:lnTo>
                  <a:lnTo>
                    <a:pt x="3246521" y="4546600"/>
                  </a:lnTo>
                  <a:lnTo>
                    <a:pt x="3294085" y="4546600"/>
                  </a:lnTo>
                  <a:lnTo>
                    <a:pt x="3287579" y="4559300"/>
                  </a:lnTo>
                  <a:lnTo>
                    <a:pt x="3274091" y="4572000"/>
                  </a:lnTo>
                  <a:close/>
                </a:path>
                <a:path w="3390900" h="4597400">
                  <a:moveTo>
                    <a:pt x="3245513" y="4584700"/>
                  </a:moveTo>
                  <a:lnTo>
                    <a:pt x="145384" y="4584700"/>
                  </a:lnTo>
                  <a:lnTo>
                    <a:pt x="138061" y="4572000"/>
                  </a:lnTo>
                  <a:lnTo>
                    <a:pt x="3252837" y="4572000"/>
                  </a:lnTo>
                  <a:lnTo>
                    <a:pt x="3245513" y="4584700"/>
                  </a:lnTo>
                  <a:close/>
                </a:path>
                <a:path w="3390900" h="4597400">
                  <a:moveTo>
                    <a:pt x="3207377" y="4597400"/>
                  </a:moveTo>
                  <a:lnTo>
                    <a:pt x="183522" y="4597400"/>
                  </a:lnTo>
                  <a:lnTo>
                    <a:pt x="167999" y="4584700"/>
                  </a:lnTo>
                  <a:lnTo>
                    <a:pt x="3222899" y="4584700"/>
                  </a:lnTo>
                  <a:lnTo>
                    <a:pt x="3207377" y="4597400"/>
                  </a:lnTo>
                  <a:close/>
                </a:path>
              </a:pathLst>
            </a:custGeom>
            <a:solidFill>
              <a:srgbClr val="0FB9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91486" y="1643062"/>
              <a:ext cx="3343275" cy="4562475"/>
            </a:xfrm>
            <a:custGeom>
              <a:avLst/>
              <a:gdLst/>
              <a:ahLst/>
              <a:cxnLst/>
              <a:rect l="l" t="t" r="r" b="b"/>
              <a:pathLst>
                <a:path w="3343275" h="4562475">
                  <a:moveTo>
                    <a:pt x="3126768" y="4562474"/>
                  </a:moveTo>
                  <a:lnTo>
                    <a:pt x="216507" y="4562474"/>
                  </a:lnTo>
                  <a:lnTo>
                    <a:pt x="209193" y="4562115"/>
                  </a:lnTo>
                  <a:lnTo>
                    <a:pt x="165875" y="4554963"/>
                  </a:lnTo>
                  <a:lnTo>
                    <a:pt x="124786" y="4539499"/>
                  </a:lnTo>
                  <a:lnTo>
                    <a:pt x="87503" y="4516316"/>
                  </a:lnTo>
                  <a:lnTo>
                    <a:pt x="55459" y="4486303"/>
                  </a:lnTo>
                  <a:lnTo>
                    <a:pt x="29886" y="4450617"/>
                  </a:lnTo>
                  <a:lnTo>
                    <a:pt x="11766" y="4410627"/>
                  </a:lnTo>
                  <a:lnTo>
                    <a:pt x="1796" y="4367872"/>
                  </a:lnTo>
                  <a:lnTo>
                    <a:pt x="0" y="4338636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4" y="131405"/>
                  </a:lnTo>
                  <a:lnTo>
                    <a:pt x="41796" y="93384"/>
                  </a:lnTo>
                  <a:lnTo>
                    <a:pt x="70744" y="60376"/>
                  </a:lnTo>
                  <a:lnTo>
                    <a:pt x="105574" y="33650"/>
                  </a:lnTo>
                  <a:lnTo>
                    <a:pt x="144951" y="14233"/>
                  </a:lnTo>
                  <a:lnTo>
                    <a:pt x="187358" y="2870"/>
                  </a:lnTo>
                  <a:lnTo>
                    <a:pt x="216507" y="0"/>
                  </a:lnTo>
                  <a:lnTo>
                    <a:pt x="3126768" y="0"/>
                  </a:lnTo>
                  <a:lnTo>
                    <a:pt x="3170295" y="5731"/>
                  </a:lnTo>
                  <a:lnTo>
                    <a:pt x="3211866" y="19843"/>
                  </a:lnTo>
                  <a:lnTo>
                    <a:pt x="3249888" y="41795"/>
                  </a:lnTo>
                  <a:lnTo>
                    <a:pt x="3282897" y="70744"/>
                  </a:lnTo>
                  <a:lnTo>
                    <a:pt x="3309622" y="105574"/>
                  </a:lnTo>
                  <a:lnTo>
                    <a:pt x="3329040" y="144951"/>
                  </a:lnTo>
                  <a:lnTo>
                    <a:pt x="3340403" y="187358"/>
                  </a:lnTo>
                  <a:lnTo>
                    <a:pt x="3343275" y="216506"/>
                  </a:lnTo>
                  <a:lnTo>
                    <a:pt x="3343275" y="4345967"/>
                  </a:lnTo>
                  <a:lnTo>
                    <a:pt x="3337542" y="4389494"/>
                  </a:lnTo>
                  <a:lnTo>
                    <a:pt x="3323430" y="4431067"/>
                  </a:lnTo>
                  <a:lnTo>
                    <a:pt x="3301476" y="4469088"/>
                  </a:lnTo>
                  <a:lnTo>
                    <a:pt x="3272530" y="4502097"/>
                  </a:lnTo>
                  <a:lnTo>
                    <a:pt x="3237698" y="4528823"/>
                  </a:lnTo>
                  <a:lnTo>
                    <a:pt x="3198320" y="4548240"/>
                  </a:lnTo>
                  <a:lnTo>
                    <a:pt x="3155915" y="4559603"/>
                  </a:lnTo>
                  <a:lnTo>
                    <a:pt x="3126768" y="4562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91486" y="1643062"/>
              <a:ext cx="3343275" cy="4562475"/>
            </a:xfrm>
            <a:custGeom>
              <a:avLst/>
              <a:gdLst/>
              <a:ahLst/>
              <a:cxnLst/>
              <a:rect l="l" t="t" r="r" b="b"/>
              <a:pathLst>
                <a:path w="3343275" h="4562475">
                  <a:moveTo>
                    <a:pt x="0" y="4338637"/>
                  </a:moveTo>
                  <a:lnTo>
                    <a:pt x="0" y="223837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9638" y="158861"/>
                  </a:lnTo>
                  <a:lnTo>
                    <a:pt x="11766" y="151845"/>
                  </a:lnTo>
                  <a:lnTo>
                    <a:pt x="26430" y="118321"/>
                  </a:lnTo>
                  <a:lnTo>
                    <a:pt x="29886" y="111855"/>
                  </a:lnTo>
                  <a:lnTo>
                    <a:pt x="50809" y="81836"/>
                  </a:lnTo>
                  <a:lnTo>
                    <a:pt x="55459" y="76169"/>
                  </a:lnTo>
                  <a:lnTo>
                    <a:pt x="81836" y="50808"/>
                  </a:lnTo>
                  <a:lnTo>
                    <a:pt x="87503" y="46158"/>
                  </a:lnTo>
                  <a:lnTo>
                    <a:pt x="118321" y="26430"/>
                  </a:lnTo>
                  <a:lnTo>
                    <a:pt x="124786" y="22974"/>
                  </a:lnTo>
                  <a:lnTo>
                    <a:pt x="165875" y="7510"/>
                  </a:lnTo>
                  <a:lnTo>
                    <a:pt x="209193" y="359"/>
                  </a:lnTo>
                  <a:lnTo>
                    <a:pt x="223837" y="0"/>
                  </a:lnTo>
                  <a:lnTo>
                    <a:pt x="3119437" y="0"/>
                  </a:lnTo>
                  <a:lnTo>
                    <a:pt x="3126768" y="0"/>
                  </a:lnTo>
                  <a:lnTo>
                    <a:pt x="3134081" y="359"/>
                  </a:lnTo>
                  <a:lnTo>
                    <a:pt x="3141376" y="1077"/>
                  </a:lnTo>
                  <a:lnTo>
                    <a:pt x="3148672" y="1796"/>
                  </a:lnTo>
                  <a:lnTo>
                    <a:pt x="3191428" y="11766"/>
                  </a:lnTo>
                  <a:lnTo>
                    <a:pt x="3224952" y="26430"/>
                  </a:lnTo>
                  <a:lnTo>
                    <a:pt x="3231418" y="29886"/>
                  </a:lnTo>
                  <a:lnTo>
                    <a:pt x="3237698" y="33650"/>
                  </a:lnTo>
                  <a:lnTo>
                    <a:pt x="3243792" y="37723"/>
                  </a:lnTo>
                  <a:lnTo>
                    <a:pt x="3249888" y="41796"/>
                  </a:lnTo>
                  <a:lnTo>
                    <a:pt x="3255769" y="46158"/>
                  </a:lnTo>
                  <a:lnTo>
                    <a:pt x="3261436" y="50808"/>
                  </a:lnTo>
                  <a:lnTo>
                    <a:pt x="3267104" y="55459"/>
                  </a:lnTo>
                  <a:lnTo>
                    <a:pt x="3272530" y="60376"/>
                  </a:lnTo>
                  <a:lnTo>
                    <a:pt x="3277712" y="65560"/>
                  </a:lnTo>
                  <a:lnTo>
                    <a:pt x="3282897" y="70744"/>
                  </a:lnTo>
                  <a:lnTo>
                    <a:pt x="3309622" y="105575"/>
                  </a:lnTo>
                  <a:lnTo>
                    <a:pt x="3326235" y="138178"/>
                  </a:lnTo>
                  <a:lnTo>
                    <a:pt x="3329040" y="144951"/>
                  </a:lnTo>
                  <a:lnTo>
                    <a:pt x="3338972" y="180168"/>
                  </a:lnTo>
                  <a:lnTo>
                    <a:pt x="3340403" y="187358"/>
                  </a:lnTo>
                  <a:lnTo>
                    <a:pt x="3341478" y="194601"/>
                  </a:lnTo>
                  <a:lnTo>
                    <a:pt x="3342195" y="201897"/>
                  </a:lnTo>
                  <a:lnTo>
                    <a:pt x="3342915" y="209193"/>
                  </a:lnTo>
                  <a:lnTo>
                    <a:pt x="3343275" y="216506"/>
                  </a:lnTo>
                  <a:lnTo>
                    <a:pt x="3343274" y="223837"/>
                  </a:lnTo>
                  <a:lnTo>
                    <a:pt x="3343274" y="4338637"/>
                  </a:lnTo>
                  <a:lnTo>
                    <a:pt x="3343275" y="4345968"/>
                  </a:lnTo>
                  <a:lnTo>
                    <a:pt x="3342915" y="4353281"/>
                  </a:lnTo>
                  <a:lnTo>
                    <a:pt x="3342195" y="4360577"/>
                  </a:lnTo>
                  <a:lnTo>
                    <a:pt x="3341478" y="4367872"/>
                  </a:lnTo>
                  <a:lnTo>
                    <a:pt x="3340403" y="4375115"/>
                  </a:lnTo>
                  <a:lnTo>
                    <a:pt x="3338972" y="4382304"/>
                  </a:lnTo>
                  <a:lnTo>
                    <a:pt x="3337542" y="4389495"/>
                  </a:lnTo>
                  <a:lnTo>
                    <a:pt x="3326235" y="4424294"/>
                  </a:lnTo>
                  <a:lnTo>
                    <a:pt x="3323430" y="4431068"/>
                  </a:lnTo>
                  <a:lnTo>
                    <a:pt x="3301476" y="4469088"/>
                  </a:lnTo>
                  <a:lnTo>
                    <a:pt x="3292463" y="4480637"/>
                  </a:lnTo>
                  <a:lnTo>
                    <a:pt x="3287814" y="4486303"/>
                  </a:lnTo>
                  <a:lnTo>
                    <a:pt x="3282897" y="4491729"/>
                  </a:lnTo>
                  <a:lnTo>
                    <a:pt x="3277712" y="4496913"/>
                  </a:lnTo>
                  <a:lnTo>
                    <a:pt x="3272530" y="4502097"/>
                  </a:lnTo>
                  <a:lnTo>
                    <a:pt x="3267104" y="4507015"/>
                  </a:lnTo>
                  <a:lnTo>
                    <a:pt x="3261436" y="4511666"/>
                  </a:lnTo>
                  <a:lnTo>
                    <a:pt x="3255769" y="4516316"/>
                  </a:lnTo>
                  <a:lnTo>
                    <a:pt x="3249888" y="4520677"/>
                  </a:lnTo>
                  <a:lnTo>
                    <a:pt x="3243792" y="4524750"/>
                  </a:lnTo>
                  <a:lnTo>
                    <a:pt x="3237698" y="4528823"/>
                  </a:lnTo>
                  <a:lnTo>
                    <a:pt x="3231418" y="4532587"/>
                  </a:lnTo>
                  <a:lnTo>
                    <a:pt x="3224952" y="4536043"/>
                  </a:lnTo>
                  <a:lnTo>
                    <a:pt x="3218487" y="4539499"/>
                  </a:lnTo>
                  <a:lnTo>
                    <a:pt x="3211866" y="4542629"/>
                  </a:lnTo>
                  <a:lnTo>
                    <a:pt x="3205093" y="4545434"/>
                  </a:lnTo>
                  <a:lnTo>
                    <a:pt x="3198320" y="4548240"/>
                  </a:lnTo>
                  <a:lnTo>
                    <a:pt x="3163105" y="4558173"/>
                  </a:lnTo>
                  <a:lnTo>
                    <a:pt x="3155915" y="4559603"/>
                  </a:lnTo>
                  <a:lnTo>
                    <a:pt x="3148672" y="4560677"/>
                  </a:lnTo>
                  <a:lnTo>
                    <a:pt x="3141376" y="4561396"/>
                  </a:lnTo>
                  <a:lnTo>
                    <a:pt x="3134081" y="4562115"/>
                  </a:lnTo>
                  <a:lnTo>
                    <a:pt x="3126768" y="4562474"/>
                  </a:lnTo>
                  <a:lnTo>
                    <a:pt x="3119437" y="4562474"/>
                  </a:lnTo>
                  <a:lnTo>
                    <a:pt x="223837" y="4562474"/>
                  </a:lnTo>
                  <a:lnTo>
                    <a:pt x="216507" y="4562474"/>
                  </a:lnTo>
                  <a:lnTo>
                    <a:pt x="209193" y="4562115"/>
                  </a:lnTo>
                  <a:lnTo>
                    <a:pt x="201898" y="4561396"/>
                  </a:lnTo>
                  <a:lnTo>
                    <a:pt x="194602" y="4560677"/>
                  </a:lnTo>
                  <a:lnTo>
                    <a:pt x="187358" y="4559603"/>
                  </a:lnTo>
                  <a:lnTo>
                    <a:pt x="180168" y="4558173"/>
                  </a:lnTo>
                  <a:lnTo>
                    <a:pt x="172978" y="4556743"/>
                  </a:lnTo>
                  <a:lnTo>
                    <a:pt x="165875" y="4554964"/>
                  </a:lnTo>
                  <a:lnTo>
                    <a:pt x="158860" y="4552835"/>
                  </a:lnTo>
                  <a:lnTo>
                    <a:pt x="151845" y="4550707"/>
                  </a:lnTo>
                  <a:lnTo>
                    <a:pt x="144951" y="4548240"/>
                  </a:lnTo>
                  <a:lnTo>
                    <a:pt x="138177" y="4545434"/>
                  </a:lnTo>
                  <a:lnTo>
                    <a:pt x="131405" y="4542629"/>
                  </a:lnTo>
                  <a:lnTo>
                    <a:pt x="124786" y="4539499"/>
                  </a:lnTo>
                  <a:lnTo>
                    <a:pt x="118321" y="4536043"/>
                  </a:lnTo>
                  <a:lnTo>
                    <a:pt x="111855" y="4532587"/>
                  </a:lnTo>
                  <a:lnTo>
                    <a:pt x="105575" y="4528823"/>
                  </a:lnTo>
                  <a:lnTo>
                    <a:pt x="99479" y="4524750"/>
                  </a:lnTo>
                  <a:lnTo>
                    <a:pt x="93384" y="4520677"/>
                  </a:lnTo>
                  <a:lnTo>
                    <a:pt x="60377" y="4491729"/>
                  </a:lnTo>
                  <a:lnTo>
                    <a:pt x="33650" y="4456897"/>
                  </a:lnTo>
                  <a:lnTo>
                    <a:pt x="14233" y="4417522"/>
                  </a:lnTo>
                  <a:lnTo>
                    <a:pt x="2870" y="4375115"/>
                  </a:lnTo>
                  <a:lnTo>
                    <a:pt x="0" y="4345968"/>
                  </a:lnTo>
                  <a:lnTo>
                    <a:pt x="0" y="4338637"/>
                  </a:lnTo>
                  <a:close/>
                </a:path>
              </a:pathLst>
            </a:custGeom>
            <a:ln w="9524">
              <a:solidFill>
                <a:srgbClr val="FFF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96249" y="1647824"/>
              <a:ext cx="3333750" cy="1038225"/>
            </a:xfrm>
            <a:custGeom>
              <a:avLst/>
              <a:gdLst/>
              <a:ahLst/>
              <a:cxnLst/>
              <a:rect l="l" t="t" r="r" b="b"/>
              <a:pathLst>
                <a:path w="3333750" h="1038225">
                  <a:moveTo>
                    <a:pt x="3333749" y="1038224"/>
                  </a:moveTo>
                  <a:lnTo>
                    <a:pt x="0" y="1038224"/>
                  </a:lnTo>
                  <a:lnTo>
                    <a:pt x="0" y="219075"/>
                  </a:lnTo>
                  <a:lnTo>
                    <a:pt x="4208" y="176335"/>
                  </a:lnTo>
                  <a:lnTo>
                    <a:pt x="16675" y="135238"/>
                  </a:lnTo>
                  <a:lnTo>
                    <a:pt x="36920" y="97363"/>
                  </a:lnTo>
                  <a:lnTo>
                    <a:pt x="64165" y="64165"/>
                  </a:lnTo>
                  <a:lnTo>
                    <a:pt x="97362" y="36920"/>
                  </a:lnTo>
                  <a:lnTo>
                    <a:pt x="135236" y="16676"/>
                  </a:lnTo>
                  <a:lnTo>
                    <a:pt x="176334" y="4209"/>
                  </a:lnTo>
                  <a:lnTo>
                    <a:pt x="219075" y="0"/>
                  </a:lnTo>
                  <a:lnTo>
                    <a:pt x="3114675" y="0"/>
                  </a:lnTo>
                  <a:lnTo>
                    <a:pt x="3157413" y="4209"/>
                  </a:lnTo>
                  <a:lnTo>
                    <a:pt x="3198510" y="16676"/>
                  </a:lnTo>
                  <a:lnTo>
                    <a:pt x="3236386" y="36920"/>
                  </a:lnTo>
                  <a:lnTo>
                    <a:pt x="3269583" y="64165"/>
                  </a:lnTo>
                  <a:lnTo>
                    <a:pt x="3296828" y="97363"/>
                  </a:lnTo>
                  <a:lnTo>
                    <a:pt x="3317072" y="135238"/>
                  </a:lnTo>
                  <a:lnTo>
                    <a:pt x="3329539" y="176335"/>
                  </a:lnTo>
                  <a:lnTo>
                    <a:pt x="3333749" y="219075"/>
                  </a:lnTo>
                  <a:lnTo>
                    <a:pt x="3333749" y="10382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96249" y="2676524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3333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333749" y="0"/>
                  </a:lnTo>
                  <a:lnTo>
                    <a:pt x="3333749" y="9524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312149" y="1757383"/>
            <a:ext cx="1781175" cy="6635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145" dirty="0">
                <a:solidFill>
                  <a:srgbClr val="0FB981"/>
                </a:solidFill>
                <a:latin typeface="Tahoma"/>
                <a:cs typeface="Tahoma"/>
              </a:rPr>
              <a:t>External</a:t>
            </a:r>
            <a:r>
              <a:rPr sz="2400" b="1" spc="-10" dirty="0">
                <a:solidFill>
                  <a:srgbClr val="0FB981"/>
                </a:solidFill>
                <a:latin typeface="Tahoma"/>
                <a:cs typeface="Tahoma"/>
              </a:rPr>
              <a:t> </a:t>
            </a:r>
            <a:r>
              <a:rPr sz="2400" b="1" spc="-140" dirty="0">
                <a:solidFill>
                  <a:srgbClr val="0FB981"/>
                </a:solidFill>
                <a:latin typeface="Tahoma"/>
                <a:cs typeface="Tahoma"/>
              </a:rPr>
              <a:t>CSS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050" dirty="0">
                <a:solidFill>
                  <a:srgbClr val="6A7280"/>
                </a:solidFill>
                <a:latin typeface="Courier New"/>
                <a:cs typeface="Courier New"/>
              </a:rPr>
              <a:t>3 </a:t>
            </a:r>
            <a:r>
              <a:rPr sz="1050" spc="-50" dirty="0">
                <a:solidFill>
                  <a:srgbClr val="6A7280"/>
                </a:solidFill>
                <a:latin typeface="Yu Gothic"/>
                <a:cs typeface="Yu Gothic"/>
              </a:rPr>
              <a:t>✓</a:t>
            </a:r>
            <a:endParaRPr sz="1050">
              <a:latin typeface="Yu Gothic"/>
              <a:cs typeface="Yu Gothic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324848" y="2971799"/>
            <a:ext cx="2876550" cy="3000375"/>
            <a:chOff x="8324848" y="2971799"/>
            <a:chExt cx="2876550" cy="3000375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72474" y="2971799"/>
              <a:ext cx="133350" cy="1905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1199" y="3644899"/>
              <a:ext cx="215900" cy="1936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31199" y="4352924"/>
              <a:ext cx="215900" cy="19367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324848" y="5210174"/>
              <a:ext cx="2876550" cy="762000"/>
            </a:xfrm>
            <a:custGeom>
              <a:avLst/>
              <a:gdLst/>
              <a:ahLst/>
              <a:cxnLst/>
              <a:rect l="l" t="t" r="r" b="b"/>
              <a:pathLst>
                <a:path w="2876550" h="762000">
                  <a:moveTo>
                    <a:pt x="2769755" y="761999"/>
                  </a:moveTo>
                  <a:lnTo>
                    <a:pt x="106795" y="761999"/>
                  </a:lnTo>
                  <a:lnTo>
                    <a:pt x="99361" y="761268"/>
                  </a:lnTo>
                  <a:lnTo>
                    <a:pt x="57038" y="746904"/>
                  </a:lnTo>
                  <a:lnTo>
                    <a:pt x="23431" y="717441"/>
                  </a:lnTo>
                  <a:lnTo>
                    <a:pt x="3660" y="677359"/>
                  </a:lnTo>
                  <a:lnTo>
                    <a:pt x="0" y="655204"/>
                  </a:lnTo>
                  <a:lnTo>
                    <a:pt x="0" y="647699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3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2769755" y="0"/>
                  </a:lnTo>
                  <a:lnTo>
                    <a:pt x="2812922" y="11571"/>
                  </a:lnTo>
                  <a:lnTo>
                    <a:pt x="2848378" y="38783"/>
                  </a:lnTo>
                  <a:lnTo>
                    <a:pt x="2870722" y="77492"/>
                  </a:lnTo>
                  <a:lnTo>
                    <a:pt x="2876550" y="106794"/>
                  </a:lnTo>
                  <a:lnTo>
                    <a:pt x="2876550" y="655204"/>
                  </a:lnTo>
                  <a:lnTo>
                    <a:pt x="2864977" y="698374"/>
                  </a:lnTo>
                  <a:lnTo>
                    <a:pt x="2837765" y="733828"/>
                  </a:lnTo>
                  <a:lnTo>
                    <a:pt x="2799054" y="756170"/>
                  </a:lnTo>
                  <a:lnTo>
                    <a:pt x="2777187" y="761268"/>
                  </a:lnTo>
                  <a:lnTo>
                    <a:pt x="2769755" y="76199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655049" y="2859645"/>
            <a:ext cx="1276350" cy="539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Lokasi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spc="-70" dirty="0">
                <a:solidFill>
                  <a:srgbClr val="4A5462"/>
                </a:solidFill>
                <a:latin typeface="Trebuchet MS"/>
                <a:cs typeface="Trebuchet MS"/>
              </a:rPr>
              <a:t>File </a:t>
            </a:r>
            <a:r>
              <a:rPr sz="1300" spc="-25" dirty="0">
                <a:solidFill>
                  <a:srgbClr val="4A5462"/>
                </a:solidFill>
                <a:latin typeface="Trebuchet MS"/>
                <a:cs typeface="Trebuchet MS"/>
              </a:rPr>
              <a:t>terpisah</a:t>
            </a:r>
            <a:r>
              <a:rPr sz="1300" spc="-3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Trebuchet MS"/>
                <a:cs typeface="Trebuchet MS"/>
              </a:rPr>
              <a:t>(.css)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55049" y="3545445"/>
            <a:ext cx="1638300" cy="539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Kelebihan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spc="-25" dirty="0">
                <a:solidFill>
                  <a:srgbClr val="4A5462"/>
                </a:solidFill>
                <a:latin typeface="Trebuchet MS"/>
                <a:cs typeface="Trebuchet MS"/>
              </a:rPr>
              <a:t>Profesional</a:t>
            </a:r>
            <a:r>
              <a:rPr sz="1300" spc="-3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A5462"/>
                </a:solidFill>
                <a:latin typeface="Trebuchet MS"/>
                <a:cs typeface="Trebuchet MS"/>
              </a:rPr>
              <a:t>dan</a:t>
            </a:r>
            <a:r>
              <a:rPr sz="1300" spc="-7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4A5462"/>
                </a:solidFill>
                <a:latin typeface="Trebuchet MS"/>
                <a:cs typeface="Trebuchet MS"/>
              </a:rPr>
              <a:t>efisien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55049" y="4231245"/>
            <a:ext cx="1414145" cy="539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Kekurangan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300" spc="-30" dirty="0">
                <a:solidFill>
                  <a:srgbClr val="4A5462"/>
                </a:solidFill>
                <a:latin typeface="Trebuchet MS"/>
                <a:cs typeface="Trebuchet MS"/>
              </a:rPr>
              <a:t>Perlu</a:t>
            </a:r>
            <a:r>
              <a:rPr sz="1300" spc="-5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70" dirty="0">
                <a:solidFill>
                  <a:srgbClr val="4A5462"/>
                </a:solidFill>
                <a:latin typeface="Trebuchet MS"/>
                <a:cs typeface="Trebuchet MS"/>
              </a:rPr>
              <a:t>file</a:t>
            </a:r>
            <a:r>
              <a:rPr sz="1300" spc="-7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Trebuchet MS"/>
                <a:cs typeface="Trebuchet MS"/>
              </a:rPr>
              <a:t>tambahan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464549" y="5355266"/>
            <a:ext cx="9245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-50" dirty="0">
                <a:solidFill>
                  <a:srgbClr val="FFFFFF"/>
                </a:solidFill>
                <a:latin typeface="Tahoma"/>
                <a:cs typeface="Tahoma"/>
              </a:rPr>
              <a:t>PENGGUNAAN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464549" y="5614666"/>
            <a:ext cx="211137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5" dirty="0">
                <a:solidFill>
                  <a:srgbClr val="FFFFFF"/>
                </a:solidFill>
                <a:latin typeface="Trebuchet MS"/>
                <a:cs typeface="Trebuchet MS"/>
              </a:rPr>
              <a:t>Proyek</a:t>
            </a:r>
            <a:r>
              <a:rPr sz="115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spc="-45" dirty="0">
                <a:solidFill>
                  <a:srgbClr val="FFFFFF"/>
                </a:solidFill>
                <a:latin typeface="Trebuchet MS"/>
                <a:cs typeface="Trebuchet MS"/>
              </a:rPr>
              <a:t>besar,</a:t>
            </a:r>
            <a:r>
              <a:rPr sz="115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spc="-45" dirty="0">
                <a:solidFill>
                  <a:srgbClr val="FFFFFF"/>
                </a:solidFill>
                <a:latin typeface="Trebuchet MS"/>
                <a:cs typeface="Trebuchet MS"/>
              </a:rPr>
              <a:t>website</a:t>
            </a:r>
            <a:r>
              <a:rPr sz="11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rebuchet MS"/>
                <a:cs typeface="Trebuchet MS"/>
              </a:rPr>
              <a:t>profesional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571875" y="2019299"/>
            <a:ext cx="7575550" cy="285750"/>
            <a:chOff x="3571875" y="2019299"/>
            <a:chExt cx="7575550" cy="285750"/>
          </a:xfrm>
        </p:grpSpPr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1875" y="2076449"/>
              <a:ext cx="285750" cy="1714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6775" y="2028824"/>
              <a:ext cx="301625" cy="27305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12475" y="2019299"/>
              <a:ext cx="234950" cy="2857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8825" y="401900"/>
            <a:ext cx="215138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120" dirty="0"/>
              <a:t>Prioritas</a:t>
            </a:r>
            <a:r>
              <a:rPr sz="2800" spc="-25" dirty="0"/>
              <a:t> </a:t>
            </a:r>
            <a:r>
              <a:rPr sz="2800" spc="-114" dirty="0"/>
              <a:t>CSS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231" y="1143000"/>
            <a:ext cx="11545823" cy="5638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6949" y="2085561"/>
            <a:ext cx="15621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spc="-555" dirty="0">
                <a:solidFill>
                  <a:srgbClr val="E9580C"/>
                </a:solidFill>
                <a:latin typeface="Arial"/>
                <a:cs typeface="Arial"/>
              </a:rPr>
              <a:t>1</a:t>
            </a:r>
            <a:endParaRPr sz="2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0765" y="2153894"/>
            <a:ext cx="109474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180" dirty="0">
                <a:solidFill>
                  <a:srgbClr val="292524"/>
                </a:solidFill>
                <a:latin typeface="Tahoma"/>
                <a:cs typeface="Tahoma"/>
              </a:rPr>
              <a:t>Inline</a:t>
            </a:r>
            <a:r>
              <a:rPr sz="1900" b="1" spc="-2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95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28765" y="1724025"/>
            <a:ext cx="7101840" cy="4514850"/>
            <a:chOff x="4328765" y="1724025"/>
            <a:chExt cx="7101840" cy="45148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4490" y="2193924"/>
              <a:ext cx="63500" cy="2603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640" y="3698875"/>
              <a:ext cx="203200" cy="31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8765" y="4987925"/>
              <a:ext cx="234950" cy="2349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24474" y="2066924"/>
              <a:ext cx="6105525" cy="9525"/>
            </a:xfrm>
            <a:custGeom>
              <a:avLst/>
              <a:gdLst/>
              <a:ahLst/>
              <a:cxnLst/>
              <a:rect l="l" t="t" r="r" b="b"/>
              <a:pathLst>
                <a:path w="6105525" h="9525">
                  <a:moveTo>
                    <a:pt x="61055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05524" y="0"/>
                  </a:lnTo>
                  <a:lnTo>
                    <a:pt x="610552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24474" y="2076449"/>
              <a:ext cx="6105525" cy="4162425"/>
            </a:xfrm>
            <a:custGeom>
              <a:avLst/>
              <a:gdLst/>
              <a:ahLst/>
              <a:cxnLst/>
              <a:rect l="l" t="t" r="r" b="b"/>
              <a:pathLst>
                <a:path w="6105525" h="4162425">
                  <a:moveTo>
                    <a:pt x="5886450" y="4162424"/>
                  </a:moveTo>
                  <a:lnTo>
                    <a:pt x="219075" y="4162424"/>
                  </a:lnTo>
                  <a:lnTo>
                    <a:pt x="208312" y="4162161"/>
                  </a:lnTo>
                  <a:lnTo>
                    <a:pt x="165830" y="4155857"/>
                  </a:lnTo>
                  <a:lnTo>
                    <a:pt x="125395" y="4141386"/>
                  </a:lnTo>
                  <a:lnTo>
                    <a:pt x="88560" y="4119305"/>
                  </a:lnTo>
                  <a:lnTo>
                    <a:pt x="56741" y="4090462"/>
                  </a:lnTo>
                  <a:lnTo>
                    <a:pt x="31159" y="4055966"/>
                  </a:lnTo>
                  <a:lnTo>
                    <a:pt x="12800" y="4017141"/>
                  </a:lnTo>
                  <a:lnTo>
                    <a:pt x="2367" y="3975481"/>
                  </a:lnTo>
                  <a:lnTo>
                    <a:pt x="0" y="3943349"/>
                  </a:lnTo>
                  <a:lnTo>
                    <a:pt x="0" y="0"/>
                  </a:lnTo>
                  <a:lnTo>
                    <a:pt x="6105525" y="0"/>
                  </a:lnTo>
                  <a:lnTo>
                    <a:pt x="6105524" y="3943349"/>
                  </a:lnTo>
                  <a:lnTo>
                    <a:pt x="6101313" y="3986089"/>
                  </a:lnTo>
                  <a:lnTo>
                    <a:pt x="6088847" y="4027185"/>
                  </a:lnTo>
                  <a:lnTo>
                    <a:pt x="6068603" y="4065060"/>
                  </a:lnTo>
                  <a:lnTo>
                    <a:pt x="6041358" y="4098258"/>
                  </a:lnTo>
                  <a:lnTo>
                    <a:pt x="6008160" y="4125503"/>
                  </a:lnTo>
                  <a:lnTo>
                    <a:pt x="5970285" y="4145748"/>
                  </a:lnTo>
                  <a:lnTo>
                    <a:pt x="5929186" y="4158215"/>
                  </a:lnTo>
                  <a:lnTo>
                    <a:pt x="5886450" y="4162424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29273" y="5086349"/>
              <a:ext cx="5495925" cy="1152525"/>
            </a:xfrm>
            <a:custGeom>
              <a:avLst/>
              <a:gdLst/>
              <a:ahLst/>
              <a:cxnLst/>
              <a:rect l="l" t="t" r="r" b="b"/>
              <a:pathLst>
                <a:path w="5495925" h="1152525">
                  <a:moveTo>
                    <a:pt x="5495924" y="1152525"/>
                  </a:moveTo>
                  <a:lnTo>
                    <a:pt x="0" y="1152525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69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389130" y="0"/>
                  </a:lnTo>
                  <a:lnTo>
                    <a:pt x="5432297" y="11571"/>
                  </a:lnTo>
                  <a:lnTo>
                    <a:pt x="5467753" y="38783"/>
                  </a:lnTo>
                  <a:lnTo>
                    <a:pt x="5490094" y="77492"/>
                  </a:lnTo>
                  <a:lnTo>
                    <a:pt x="5495924" y="1152525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3990" y="1724025"/>
              <a:ext cx="190500" cy="1143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96949" y="2584082"/>
            <a:ext cx="14160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35" dirty="0">
                <a:solidFill>
                  <a:srgbClr val="4A5462"/>
                </a:solidFill>
                <a:latin typeface="Trebuchet MS"/>
                <a:cs typeface="Trebuchet MS"/>
              </a:rPr>
              <a:t>Prioritas</a:t>
            </a:r>
            <a:r>
              <a:rPr sz="1300" spc="-1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4A5462"/>
                </a:solidFill>
                <a:latin typeface="Trebuchet MS"/>
                <a:cs typeface="Trebuchet MS"/>
              </a:rPr>
              <a:t>TERTINGGI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6949" y="3476211"/>
            <a:ext cx="23495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spc="55" dirty="0">
                <a:solidFill>
                  <a:srgbClr val="F59D0A"/>
                </a:solidFill>
                <a:latin typeface="Arial"/>
                <a:cs typeface="Arial"/>
              </a:rPr>
              <a:t>2</a:t>
            </a:r>
            <a:endParaRPr sz="2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47291" y="3544544"/>
            <a:ext cx="137604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140" dirty="0">
                <a:solidFill>
                  <a:srgbClr val="292524"/>
                </a:solidFill>
                <a:latin typeface="Tahoma"/>
                <a:cs typeface="Tahoma"/>
              </a:rPr>
              <a:t>Internal</a:t>
            </a:r>
            <a:r>
              <a:rPr sz="1900" b="1" spc="3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90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6949" y="3974732"/>
            <a:ext cx="15106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35" dirty="0">
                <a:solidFill>
                  <a:srgbClr val="4A5462"/>
                </a:solidFill>
                <a:latin typeface="Trebuchet MS"/>
                <a:cs typeface="Trebuchet MS"/>
              </a:rPr>
              <a:t>Prioritas</a:t>
            </a:r>
            <a:r>
              <a:rPr sz="1300" spc="-1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Trebuchet MS"/>
                <a:cs typeface="Trebuchet MS"/>
              </a:rPr>
              <a:t>MENENGAH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6949" y="4866861"/>
            <a:ext cx="231775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spc="30" dirty="0">
                <a:solidFill>
                  <a:srgbClr val="0FB981"/>
                </a:solidFill>
                <a:latin typeface="Arial"/>
                <a:cs typeface="Arial"/>
              </a:rPr>
              <a:t>3</a:t>
            </a:r>
            <a:endParaRPr sz="2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45505" y="4935194"/>
            <a:ext cx="143002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105" dirty="0">
                <a:solidFill>
                  <a:srgbClr val="292524"/>
                </a:solidFill>
                <a:latin typeface="Tahoma"/>
                <a:cs typeface="Tahoma"/>
              </a:rPr>
              <a:t>External</a:t>
            </a:r>
            <a:r>
              <a:rPr sz="1900" b="1" spc="-1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00" b="1" spc="-90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6949" y="5365382"/>
            <a:ext cx="14363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35" dirty="0">
                <a:solidFill>
                  <a:srgbClr val="4A5462"/>
                </a:solidFill>
                <a:latin typeface="Trebuchet MS"/>
                <a:cs typeface="Trebuchet MS"/>
              </a:rPr>
              <a:t>Prioritas</a:t>
            </a:r>
            <a:r>
              <a:rPr sz="1300" spc="-1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Trebuchet MS"/>
                <a:cs typeface="Trebuchet MS"/>
              </a:rPr>
              <a:t>TERENDAH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8825" y="915574"/>
            <a:ext cx="6199505" cy="98551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-10" dirty="0">
                <a:solidFill>
                  <a:srgbClr val="6A7280"/>
                </a:solidFill>
                <a:latin typeface="Trebuchet MS"/>
                <a:cs typeface="Trebuchet MS"/>
              </a:rPr>
              <a:t>Urutan</a:t>
            </a:r>
            <a:r>
              <a:rPr sz="1450" spc="-4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spc="-30" dirty="0">
                <a:solidFill>
                  <a:srgbClr val="6A7280"/>
                </a:solidFill>
                <a:latin typeface="Trebuchet MS"/>
                <a:cs typeface="Trebuchet MS"/>
              </a:rPr>
              <a:t>prioritas</a:t>
            </a:r>
            <a:r>
              <a:rPr sz="1450" spc="-8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spc="-60" dirty="0">
                <a:solidFill>
                  <a:srgbClr val="6A7280"/>
                </a:solidFill>
                <a:latin typeface="Trebuchet MS"/>
                <a:cs typeface="Trebuchet MS"/>
              </a:rPr>
              <a:t>ketika</a:t>
            </a:r>
            <a:r>
              <a:rPr sz="1450" spc="-3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6A7280"/>
                </a:solidFill>
                <a:latin typeface="Trebuchet MS"/>
                <a:cs typeface="Trebuchet MS"/>
              </a:rPr>
              <a:t>terdapat</a:t>
            </a:r>
            <a:r>
              <a:rPr sz="1450" spc="-10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spc="-35" dirty="0">
                <a:solidFill>
                  <a:srgbClr val="6A7280"/>
                </a:solidFill>
                <a:latin typeface="Trebuchet MS"/>
                <a:cs typeface="Trebuchet MS"/>
              </a:rPr>
              <a:t>lebih dari</a:t>
            </a:r>
            <a:r>
              <a:rPr sz="145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6A7280"/>
                </a:solidFill>
                <a:latin typeface="Trebuchet MS"/>
                <a:cs typeface="Trebuchet MS"/>
              </a:rPr>
              <a:t>satu</a:t>
            </a:r>
            <a:r>
              <a:rPr sz="1450" spc="-3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spc="-50" dirty="0">
                <a:solidFill>
                  <a:srgbClr val="6A7280"/>
                </a:solidFill>
                <a:latin typeface="Trebuchet MS"/>
                <a:cs typeface="Trebuchet MS"/>
              </a:rPr>
              <a:t>style</a:t>
            </a:r>
            <a:r>
              <a:rPr sz="1450" spc="-8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6A7280"/>
                </a:solidFill>
                <a:latin typeface="Trebuchet MS"/>
                <a:cs typeface="Trebuchet MS"/>
              </a:rPr>
              <a:t>untuk</a:t>
            </a:r>
            <a:r>
              <a:rPr sz="1450" spc="-13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spc="-30" dirty="0">
                <a:solidFill>
                  <a:srgbClr val="6A7280"/>
                </a:solidFill>
                <a:latin typeface="Trebuchet MS"/>
                <a:cs typeface="Trebuchet MS"/>
              </a:rPr>
              <a:t>elemen</a:t>
            </a:r>
            <a:r>
              <a:rPr sz="1450" spc="-3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6A7280"/>
                </a:solidFill>
                <a:latin typeface="Trebuchet MS"/>
                <a:cs typeface="Trebuchet MS"/>
              </a:rPr>
              <a:t>yang</a:t>
            </a:r>
            <a:r>
              <a:rPr sz="1450" spc="-13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6A7280"/>
                </a:solidFill>
                <a:latin typeface="Trebuchet MS"/>
                <a:cs typeface="Trebuchet MS"/>
              </a:rPr>
              <a:t>sama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350">
              <a:latin typeface="Trebuchet MS"/>
              <a:cs typeface="Trebuchet MS"/>
            </a:endParaRPr>
          </a:p>
          <a:p>
            <a:pPr marR="514350" algn="r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Contoh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14640" y="2328545"/>
            <a:ext cx="3067050" cy="25019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050" dirty="0">
                <a:solidFill>
                  <a:srgbClr val="BF83FB"/>
                </a:solidFill>
                <a:latin typeface="Courier New"/>
                <a:cs typeface="Courier New"/>
              </a:rPr>
              <a:t>&lt;!DOCTYPE </a:t>
            </a:r>
            <a:r>
              <a:rPr sz="1050" spc="-10" dirty="0">
                <a:solidFill>
                  <a:srgbClr val="6A7280"/>
                </a:solidFill>
                <a:latin typeface="Courier New"/>
                <a:cs typeface="Courier New"/>
              </a:rPr>
              <a:t>html</a:t>
            </a:r>
            <a:r>
              <a:rPr sz="1050" spc="-10" dirty="0">
                <a:solidFill>
                  <a:srgbClr val="BF83FB"/>
                </a:solidFill>
                <a:latin typeface="Courier New"/>
                <a:cs typeface="Courier New"/>
              </a:rPr>
              <a:t>&gt;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BF83FB"/>
                </a:solidFill>
                <a:latin typeface="Courier New"/>
                <a:cs typeface="Courier New"/>
              </a:rPr>
              <a:t>&lt;html&gt;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BF83FB"/>
                </a:solidFill>
                <a:latin typeface="Courier New"/>
                <a:cs typeface="Courier New"/>
              </a:rPr>
              <a:t>&lt;head&gt;</a:t>
            </a:r>
            <a:endParaRPr sz="10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BF83FB"/>
                </a:solidFill>
                <a:latin typeface="Courier New"/>
                <a:cs typeface="Courier New"/>
              </a:rPr>
              <a:t>&lt;style&gt;</a:t>
            </a:r>
            <a:endParaRPr sz="1050">
              <a:latin typeface="Courier New"/>
              <a:cs typeface="Courier New"/>
            </a:endParaRPr>
          </a:p>
          <a:p>
            <a:pPr marL="65278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6A7280"/>
                </a:solidFill>
                <a:latin typeface="Courier New"/>
                <a:cs typeface="Courier New"/>
              </a:rPr>
              <a:t>h1 </a:t>
            </a:r>
            <a:r>
              <a:rPr sz="1050" spc="-50" dirty="0">
                <a:solidFill>
                  <a:srgbClr val="6A7280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972819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6A7280"/>
                </a:solidFill>
                <a:latin typeface="Courier New"/>
                <a:cs typeface="Courier New"/>
              </a:rPr>
              <a:t>color: </a:t>
            </a:r>
            <a:r>
              <a:rPr sz="1050" spc="-10" dirty="0">
                <a:solidFill>
                  <a:srgbClr val="6A7280"/>
                </a:solidFill>
                <a:latin typeface="Courier New"/>
                <a:cs typeface="Courier New"/>
              </a:rPr>
              <a:t>blue;</a:t>
            </a:r>
            <a:endParaRPr sz="1050">
              <a:latin typeface="Courier New"/>
              <a:cs typeface="Courier New"/>
            </a:endParaRPr>
          </a:p>
          <a:p>
            <a:pPr marL="652780">
              <a:lnSpc>
                <a:spcPct val="100000"/>
              </a:lnSpc>
              <a:spcBef>
                <a:spcPts val="240"/>
              </a:spcBef>
            </a:pPr>
            <a:r>
              <a:rPr sz="1050" spc="-50" dirty="0">
                <a:solidFill>
                  <a:srgbClr val="6A7280"/>
                </a:solidFill>
                <a:latin typeface="Courier New"/>
                <a:cs typeface="Courier New"/>
              </a:rPr>
              <a:t>}</a:t>
            </a:r>
            <a:endParaRPr sz="10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BF83FB"/>
                </a:solidFill>
                <a:latin typeface="Courier New"/>
                <a:cs typeface="Courier New"/>
              </a:rPr>
              <a:t>&lt;/style&gt;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BF83FB"/>
                </a:solidFill>
                <a:latin typeface="Courier New"/>
                <a:cs typeface="Courier New"/>
              </a:rPr>
              <a:t>&lt;/head&gt;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BF83FB"/>
                </a:solidFill>
                <a:latin typeface="Courier New"/>
                <a:cs typeface="Courier New"/>
              </a:rPr>
              <a:t>&lt;body&gt;</a:t>
            </a:r>
            <a:endParaRPr sz="10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4ADE80"/>
                </a:solidFill>
                <a:latin typeface="Courier New"/>
                <a:cs typeface="Courier New"/>
              </a:rPr>
              <a:t>&lt;h1 style="color: </a:t>
            </a:r>
            <a:r>
              <a:rPr sz="1050" spc="-10" dirty="0">
                <a:solidFill>
                  <a:srgbClr val="4ADE80"/>
                </a:solidFill>
                <a:latin typeface="Courier New"/>
                <a:cs typeface="Courier New"/>
              </a:rPr>
              <a:t>red;"&gt;</a:t>
            </a:r>
            <a:r>
              <a:rPr sz="1050" spc="-10" dirty="0">
                <a:solidFill>
                  <a:srgbClr val="FFFFFF"/>
                </a:solidFill>
                <a:latin typeface="Courier New"/>
                <a:cs typeface="Courier New"/>
              </a:rPr>
              <a:t>Hello</a:t>
            </a:r>
            <a:r>
              <a:rPr sz="1050" spc="-10" dirty="0">
                <a:solidFill>
                  <a:srgbClr val="4ADE80"/>
                </a:solidFill>
                <a:latin typeface="Courier New"/>
                <a:cs typeface="Courier New"/>
              </a:rPr>
              <a:t>&lt;/h1&gt;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BF83FB"/>
                </a:solidFill>
                <a:latin typeface="Courier New"/>
                <a:cs typeface="Courier New"/>
              </a:rPr>
              <a:t>&lt;/body&gt;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BF83FB"/>
                </a:solidFill>
                <a:latin typeface="Courier New"/>
                <a:cs typeface="Courier New"/>
              </a:rPr>
              <a:t>&lt;/html&gt;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78164" y="5365749"/>
            <a:ext cx="241300" cy="2413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243290" y="5310327"/>
            <a:ext cx="4629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Hasil: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43290" y="5615704"/>
            <a:ext cx="441833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5"/>
              </a:spcBef>
            </a:pPr>
            <a:r>
              <a:rPr sz="1450" dirty="0">
                <a:solidFill>
                  <a:srgbClr val="FFFFFF"/>
                </a:solidFill>
                <a:latin typeface="Trebuchet MS"/>
                <a:cs typeface="Trebuchet MS"/>
              </a:rPr>
              <a:t>Warna</a:t>
            </a:r>
            <a:r>
              <a:rPr sz="14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FFFFFF"/>
                </a:solidFill>
                <a:latin typeface="Trebuchet MS"/>
                <a:cs typeface="Trebuchet MS"/>
              </a:rPr>
              <a:t>teks</a:t>
            </a:r>
            <a:r>
              <a:rPr sz="14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FFFFFF"/>
                </a:solidFill>
                <a:latin typeface="Trebuchet MS"/>
                <a:cs typeface="Trebuchet MS"/>
              </a:rPr>
              <a:t>menjadi</a:t>
            </a:r>
            <a:r>
              <a:rPr sz="145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FFFFFF"/>
                </a:solidFill>
                <a:latin typeface="Trebuchet MS"/>
                <a:cs typeface="Trebuchet MS"/>
              </a:rPr>
              <a:t>MERAH</a:t>
            </a:r>
            <a:r>
              <a:rPr sz="145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FFFFF"/>
                </a:solidFill>
                <a:latin typeface="Trebuchet MS"/>
                <a:cs typeface="Trebuchet MS"/>
              </a:rPr>
              <a:t>karena</a:t>
            </a:r>
            <a:r>
              <a:rPr sz="14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b="1" spc="-50" dirty="0">
                <a:solidFill>
                  <a:srgbClr val="FFFFFF"/>
                </a:solidFill>
                <a:latin typeface="Trebuchet MS"/>
                <a:cs typeface="Trebuchet MS"/>
              </a:rPr>
              <a:t>inline</a:t>
            </a:r>
            <a:r>
              <a:rPr sz="145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b="1" spc="-20" dirty="0">
                <a:solidFill>
                  <a:srgbClr val="FFFFFF"/>
                </a:solidFill>
                <a:latin typeface="Trebuchet MS"/>
                <a:cs typeface="Trebuchet MS"/>
              </a:rPr>
              <a:t>CSS</a:t>
            </a:r>
            <a:r>
              <a:rPr sz="145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FFFFF"/>
                </a:solidFill>
                <a:latin typeface="Trebuchet MS"/>
                <a:cs typeface="Trebuchet MS"/>
              </a:rPr>
              <a:t>memiliki </a:t>
            </a:r>
            <a:r>
              <a:rPr sz="1450" spc="-30" dirty="0">
                <a:solidFill>
                  <a:srgbClr val="FFFFFF"/>
                </a:solidFill>
                <a:latin typeface="Trebuchet MS"/>
                <a:cs typeface="Trebuchet MS"/>
              </a:rPr>
              <a:t>prioritas</a:t>
            </a:r>
            <a:r>
              <a:rPr sz="145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spc="-35" dirty="0">
                <a:solidFill>
                  <a:srgbClr val="FFFFFF"/>
                </a:solidFill>
                <a:latin typeface="Trebuchet MS"/>
                <a:cs typeface="Trebuchet MS"/>
              </a:rPr>
              <a:t>lebih</a:t>
            </a:r>
            <a:r>
              <a:rPr sz="14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Trebuchet MS"/>
                <a:cs typeface="Trebuchet MS"/>
              </a:rPr>
              <a:t>tinggi.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099" y="530224"/>
            <a:ext cx="285750" cy="2349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54125" y="393979"/>
            <a:ext cx="5558155" cy="463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50" spc="-150" dirty="0"/>
              <a:t>Penempatan</a:t>
            </a:r>
            <a:r>
              <a:rPr sz="2850" spc="-55" dirty="0"/>
              <a:t> </a:t>
            </a:r>
            <a:r>
              <a:rPr sz="2850" spc="-160" dirty="0"/>
              <a:t>File</a:t>
            </a:r>
            <a:r>
              <a:rPr sz="2850" spc="-90" dirty="0"/>
              <a:t> </a:t>
            </a:r>
            <a:r>
              <a:rPr sz="2850" spc="-210" dirty="0"/>
              <a:t>CSS</a:t>
            </a:r>
            <a:r>
              <a:rPr sz="2850" spc="-105" dirty="0"/>
              <a:t> </a:t>
            </a:r>
            <a:r>
              <a:rPr sz="2850" spc="-90" dirty="0"/>
              <a:t>yang</a:t>
            </a:r>
            <a:r>
              <a:rPr sz="2850" spc="-30" dirty="0"/>
              <a:t> </a:t>
            </a:r>
            <a:r>
              <a:rPr sz="2850" spc="-60" dirty="0"/>
              <a:t>Benar</a:t>
            </a:r>
            <a:endParaRPr sz="285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0575" y="1285874"/>
            <a:ext cx="190500" cy="1714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231" y="1411223"/>
            <a:ext cx="11545823" cy="5446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4424" y="2139949"/>
            <a:ext cx="285750" cy="2349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30350" y="2107174"/>
            <a:ext cx="90170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b="1" spc="-10" dirty="0">
                <a:solidFill>
                  <a:srgbClr val="292524"/>
                </a:solidFill>
                <a:latin typeface="Trebuchet MS"/>
                <a:cs typeface="Trebuchet MS"/>
              </a:rPr>
              <a:t>project/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89074" y="1314449"/>
            <a:ext cx="5054600" cy="4546600"/>
            <a:chOff x="1489074" y="1314449"/>
            <a:chExt cx="5054600" cy="454660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1299" y="2974974"/>
              <a:ext cx="19685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9074" y="3949699"/>
              <a:ext cx="241300" cy="1968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84349" y="4775199"/>
              <a:ext cx="254000" cy="2286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9074" y="5664199"/>
              <a:ext cx="241300" cy="1968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53174" y="1314449"/>
              <a:ext cx="190500" cy="1143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854199" y="2963449"/>
            <a:ext cx="90551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spc="-50" dirty="0">
                <a:solidFill>
                  <a:srgbClr val="1C4ED8"/>
                </a:solidFill>
                <a:latin typeface="Trebuchet MS"/>
                <a:cs typeface="Trebuchet MS"/>
              </a:rPr>
              <a:t>index.html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4199" y="3915949"/>
            <a:ext cx="349885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spc="-20" dirty="0">
                <a:solidFill>
                  <a:srgbClr val="E9580C"/>
                </a:solidFill>
                <a:latin typeface="Trebuchet MS"/>
                <a:cs typeface="Trebuchet MS"/>
              </a:rPr>
              <a:t>css/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59000" y="4754149"/>
            <a:ext cx="71374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spc="-40" dirty="0">
                <a:solidFill>
                  <a:srgbClr val="0FB981"/>
                </a:solidFill>
                <a:latin typeface="Trebuchet MS"/>
                <a:cs typeface="Trebuchet MS"/>
              </a:rPr>
              <a:t>style.css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54199" y="5630449"/>
            <a:ext cx="68580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spc="-10" dirty="0">
                <a:solidFill>
                  <a:srgbClr val="7D21CD"/>
                </a:solidFill>
                <a:latin typeface="Trebuchet MS"/>
                <a:cs typeface="Trebuchet MS"/>
              </a:rPr>
              <a:t>images/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3624" y="1201394"/>
            <a:ext cx="832294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574665" algn="l"/>
              </a:tabLst>
            </a:pPr>
            <a:r>
              <a:rPr sz="1900" b="1" spc="-105" dirty="0">
                <a:solidFill>
                  <a:srgbClr val="E9580C"/>
                </a:solidFill>
                <a:latin typeface="Tahoma"/>
                <a:cs typeface="Tahoma"/>
              </a:rPr>
              <a:t>Struktur</a:t>
            </a:r>
            <a:r>
              <a:rPr sz="1900" b="1" spc="-2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900" b="1" spc="-10" dirty="0">
                <a:solidFill>
                  <a:srgbClr val="E9580C"/>
                </a:solidFill>
                <a:latin typeface="Tahoma"/>
                <a:cs typeface="Tahoma"/>
              </a:rPr>
              <a:t>Folder</a:t>
            </a:r>
            <a:r>
              <a:rPr sz="1900" b="1" dirty="0">
                <a:solidFill>
                  <a:srgbClr val="E9580C"/>
                </a:solidFill>
                <a:latin typeface="Tahoma"/>
                <a:cs typeface="Tahoma"/>
              </a:rPr>
              <a:t>	</a:t>
            </a:r>
            <a:r>
              <a:rPr sz="1900" b="1" spc="-55" dirty="0">
                <a:solidFill>
                  <a:srgbClr val="E9580C"/>
                </a:solidFill>
                <a:latin typeface="Tahoma"/>
                <a:cs typeface="Tahoma"/>
              </a:rPr>
              <a:t>Cara</a:t>
            </a:r>
            <a:r>
              <a:rPr sz="1900" b="1" spc="-6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900" b="1" spc="-120" dirty="0">
                <a:solidFill>
                  <a:srgbClr val="E9580C"/>
                </a:solidFill>
                <a:latin typeface="Tahoma"/>
                <a:cs typeface="Tahoma"/>
              </a:rPr>
              <a:t>Memanggil</a:t>
            </a:r>
            <a:r>
              <a:rPr sz="1900" b="1" spc="4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900" b="1" spc="-110" dirty="0">
                <a:solidFill>
                  <a:srgbClr val="E9580C"/>
                </a:solidFill>
                <a:latin typeface="Tahoma"/>
                <a:cs typeface="Tahoma"/>
              </a:rPr>
              <a:t>File</a:t>
            </a:r>
            <a:r>
              <a:rPr sz="1900" b="1" spc="-75" dirty="0">
                <a:solidFill>
                  <a:srgbClr val="E9580C"/>
                </a:solidFill>
                <a:latin typeface="Tahoma"/>
                <a:cs typeface="Tahoma"/>
              </a:rPr>
              <a:t> CSS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50050" y="2092325"/>
            <a:ext cx="4457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20" dirty="0">
                <a:solidFill>
                  <a:srgbClr val="FFFFFF"/>
                </a:solidFill>
                <a:latin typeface="Trebuchet MS"/>
                <a:cs typeface="Trebuchet MS"/>
              </a:rPr>
              <a:t>HTML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35750" y="2711450"/>
            <a:ext cx="19812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CA2AF"/>
                </a:solidFill>
                <a:latin typeface="Courier New"/>
                <a:cs typeface="Courier New"/>
              </a:rPr>
              <a:t>&lt;link</a:t>
            </a:r>
            <a:r>
              <a:rPr sz="1200" spc="-40" dirty="0">
                <a:solidFill>
                  <a:srgbClr val="9CA2AF"/>
                </a:solidFill>
                <a:latin typeface="Courier New"/>
                <a:cs typeface="Courier New"/>
              </a:rPr>
              <a:t> </a:t>
            </a:r>
            <a:r>
              <a:rPr sz="1200" spc="-20" dirty="0" err="1">
                <a:solidFill>
                  <a:srgbClr val="FACC15"/>
                </a:solidFill>
                <a:latin typeface="Courier New"/>
                <a:cs typeface="Courier New"/>
              </a:rPr>
              <a:t>rel</a:t>
            </a:r>
            <a:r>
              <a:rPr lang="id-ID" sz="1200" spc="-20" dirty="0">
                <a:solidFill>
                  <a:srgbClr val="4ADE80"/>
                </a:solidFill>
                <a:latin typeface="Courier New"/>
                <a:cs typeface="Courier New"/>
              </a:rPr>
              <a:t>=</a:t>
            </a:r>
            <a:r>
              <a:rPr lang="id-ID" sz="1200" b="1" spc="-40" dirty="0">
                <a:solidFill>
                  <a:srgbClr val="E9580C"/>
                </a:solidFill>
                <a:latin typeface="Trebuchet MS"/>
                <a:cs typeface="Trebuchet MS"/>
              </a:rPr>
              <a:t> "</a:t>
            </a:r>
            <a:r>
              <a:rPr lang="id-ID" sz="1200" b="1" spc="-40" dirty="0" err="1">
                <a:solidFill>
                  <a:srgbClr val="E9580C"/>
                </a:solidFill>
                <a:latin typeface="Trebuchet MS"/>
                <a:cs typeface="Trebuchet MS"/>
              </a:rPr>
              <a:t>stylesheet</a:t>
            </a:r>
            <a:r>
              <a:rPr lang="id-ID" sz="1200" b="1" spc="-40" dirty="0">
                <a:solidFill>
                  <a:srgbClr val="E9580C"/>
                </a:solidFill>
                <a:latin typeface="Trebuchet MS"/>
                <a:cs typeface="Trebuchet MS"/>
              </a:rPr>
              <a:t>"</a:t>
            </a:r>
            <a:r>
              <a:rPr lang="id-ID" sz="1200" b="1" spc="-5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4550" y="2711450"/>
            <a:ext cx="159183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 err="1">
                <a:solidFill>
                  <a:srgbClr val="FACC15"/>
                </a:solidFill>
                <a:latin typeface="Courier New"/>
                <a:cs typeface="Courier New"/>
              </a:rPr>
              <a:t>href</a:t>
            </a:r>
            <a:r>
              <a:rPr sz="1200" spc="-10" dirty="0">
                <a:solidFill>
                  <a:srgbClr val="4ADE80"/>
                </a:solidFill>
                <a:latin typeface="Courier New"/>
                <a:cs typeface="Courier New"/>
              </a:rPr>
              <a:t>=</a:t>
            </a:r>
            <a:r>
              <a:rPr lang="id-ID" sz="1200" b="1" spc="-35" dirty="0">
                <a:solidFill>
                  <a:srgbClr val="E9580C"/>
                </a:solidFill>
                <a:latin typeface="Trebuchet MS"/>
                <a:cs typeface="Trebuchet MS"/>
              </a:rPr>
              <a:t>"</a:t>
            </a:r>
            <a:r>
              <a:rPr lang="id-ID" sz="1200" b="1" spc="-35" dirty="0" err="1">
                <a:solidFill>
                  <a:srgbClr val="E9580C"/>
                </a:solidFill>
                <a:latin typeface="Trebuchet MS"/>
                <a:cs typeface="Trebuchet MS"/>
              </a:rPr>
              <a:t>css</a:t>
            </a:r>
            <a:r>
              <a:rPr lang="id-ID" sz="1200" b="1" spc="-35" dirty="0">
                <a:solidFill>
                  <a:srgbClr val="E9580C"/>
                </a:solidFill>
                <a:latin typeface="Trebuchet MS"/>
                <a:cs typeface="Trebuchet MS"/>
              </a:rPr>
              <a:t>/style.css"</a:t>
            </a:r>
            <a:r>
              <a:rPr lang="id-ID" sz="1200" b="1" spc="-30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88550" y="2711450"/>
            <a:ext cx="2405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9CA2AF"/>
                </a:solidFill>
                <a:latin typeface="Courier New"/>
                <a:cs typeface="Courier New"/>
              </a:rPr>
              <a:t>/&gt;</a:t>
            </a:r>
            <a:endParaRPr sz="1200" dirty="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664325" y="3486150"/>
            <a:ext cx="355600" cy="1651000"/>
            <a:chOff x="6664325" y="3486150"/>
            <a:chExt cx="355600" cy="1651000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29424" y="3486150"/>
              <a:ext cx="190500" cy="1905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64325" y="4978399"/>
              <a:ext cx="158750" cy="15875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140574" y="3424377"/>
            <a:ext cx="9639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80" dirty="0">
                <a:solidFill>
                  <a:srgbClr val="292524"/>
                </a:solidFill>
                <a:latin typeface="Tahoma"/>
                <a:cs typeface="Tahoma"/>
              </a:rPr>
              <a:t>Penjelasan: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40574" y="3735323"/>
            <a:ext cx="381127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300" b="1" spc="-40" dirty="0">
                <a:solidFill>
                  <a:srgbClr val="E9580C"/>
                </a:solidFill>
                <a:latin typeface="Trebuchet MS"/>
                <a:cs typeface="Trebuchet MS"/>
              </a:rPr>
              <a:t>rel="stylesheet"</a:t>
            </a:r>
            <a:r>
              <a:rPr sz="1300" b="1" spc="-5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050"/>
                </a:solidFill>
                <a:latin typeface="Microsoft Sans Serif"/>
                <a:cs typeface="Microsoft Sans Serif"/>
              </a:rPr>
              <a:t>→</a:t>
            </a:r>
            <a:r>
              <a:rPr sz="1200" spc="30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374050"/>
                </a:solidFill>
                <a:latin typeface="Trebuchet MS"/>
                <a:cs typeface="Trebuchet MS"/>
              </a:rPr>
              <a:t>menunjukkan</a:t>
            </a:r>
            <a:r>
              <a:rPr sz="130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70" dirty="0">
                <a:solidFill>
                  <a:srgbClr val="374050"/>
                </a:solidFill>
                <a:latin typeface="Trebuchet MS"/>
                <a:cs typeface="Trebuchet MS"/>
              </a:rPr>
              <a:t>file</a:t>
            </a:r>
            <a:r>
              <a:rPr sz="1300" spc="-4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374050"/>
                </a:solidFill>
                <a:latin typeface="Trebuchet MS"/>
                <a:cs typeface="Trebuchet MS"/>
              </a:rPr>
              <a:t>tersebut</a:t>
            </a:r>
            <a:r>
              <a:rPr sz="1300" spc="-6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374050"/>
                </a:solidFill>
                <a:latin typeface="Trebuchet MS"/>
                <a:cs typeface="Trebuchet MS"/>
              </a:rPr>
              <a:t>adalah </a:t>
            </a:r>
            <a:r>
              <a:rPr sz="1300" spc="-25" dirty="0">
                <a:solidFill>
                  <a:srgbClr val="374050"/>
                </a:solidFill>
                <a:latin typeface="Trebuchet MS"/>
                <a:cs typeface="Trebuchet MS"/>
              </a:rPr>
              <a:t>CSS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40574" y="4297682"/>
            <a:ext cx="365696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-35" dirty="0">
                <a:solidFill>
                  <a:srgbClr val="E9580C"/>
                </a:solidFill>
                <a:latin typeface="Trebuchet MS"/>
                <a:cs typeface="Trebuchet MS"/>
              </a:rPr>
              <a:t>href="css/style.css"</a:t>
            </a:r>
            <a:r>
              <a:rPr sz="1300" b="1" spc="-30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374050"/>
                </a:solidFill>
                <a:latin typeface="Microsoft Sans Serif"/>
                <a:cs typeface="Microsoft Sans Serif"/>
              </a:rPr>
              <a:t>→ </a:t>
            </a:r>
            <a:r>
              <a:rPr sz="1300" spc="-20" dirty="0">
                <a:solidFill>
                  <a:srgbClr val="374050"/>
                </a:solidFill>
                <a:latin typeface="Trebuchet MS"/>
                <a:cs typeface="Trebuchet MS"/>
              </a:rPr>
              <a:t>menunjukkan</a:t>
            </a:r>
            <a:r>
              <a:rPr sz="1300" spc="-30" dirty="0">
                <a:solidFill>
                  <a:srgbClr val="374050"/>
                </a:solidFill>
                <a:latin typeface="Trebuchet MS"/>
                <a:cs typeface="Trebuchet MS"/>
              </a:rPr>
              <a:t> lokasi</a:t>
            </a:r>
            <a:r>
              <a:rPr sz="1300" spc="1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70" dirty="0">
                <a:solidFill>
                  <a:srgbClr val="374050"/>
                </a:solidFill>
                <a:latin typeface="Trebuchet MS"/>
                <a:cs typeface="Trebuchet MS"/>
              </a:rPr>
              <a:t>file</a:t>
            </a:r>
            <a:r>
              <a:rPr sz="1300" spc="-6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374050"/>
                </a:solidFill>
                <a:latin typeface="Trebuchet MS"/>
                <a:cs typeface="Trebuchet MS"/>
              </a:rPr>
              <a:t>CSS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02449" y="4947128"/>
            <a:ext cx="320548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30" dirty="0">
                <a:solidFill>
                  <a:srgbClr val="4A5462"/>
                </a:solidFill>
                <a:latin typeface="Trebuchet MS"/>
                <a:cs typeface="Trebuchet MS"/>
              </a:rPr>
              <a:t>Pastikan path </a:t>
            </a:r>
            <a:r>
              <a:rPr sz="1150" spc="-40" dirty="0">
                <a:solidFill>
                  <a:srgbClr val="4A5462"/>
                </a:solidFill>
                <a:latin typeface="Trebuchet MS"/>
                <a:cs typeface="Trebuchet MS"/>
              </a:rPr>
              <a:t>folder</a:t>
            </a:r>
            <a:r>
              <a:rPr sz="1150" spc="-8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Trebuchet MS"/>
                <a:cs typeface="Trebuchet MS"/>
              </a:rPr>
              <a:t>sesuai</a:t>
            </a:r>
            <a:r>
              <a:rPr sz="115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4A5462"/>
                </a:solidFill>
                <a:latin typeface="Trebuchet MS"/>
                <a:cs typeface="Trebuchet MS"/>
              </a:rPr>
              <a:t>dengan</a:t>
            </a:r>
            <a:r>
              <a:rPr sz="1150" spc="-2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4A5462"/>
                </a:solidFill>
                <a:latin typeface="Trebuchet MS"/>
                <a:cs typeface="Trebuchet MS"/>
              </a:rPr>
              <a:t>struktur</a:t>
            </a:r>
            <a:r>
              <a:rPr sz="1150" spc="-9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4A5462"/>
                </a:solidFill>
                <a:latin typeface="Trebuchet MS"/>
                <a:cs typeface="Trebuchet MS"/>
              </a:rPr>
              <a:t>proyek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16407" y="320040"/>
            <a:ext cx="11780520" cy="6537959"/>
            <a:chOff x="216407" y="320040"/>
            <a:chExt cx="11780520" cy="6537959"/>
          </a:xfrm>
        </p:grpSpPr>
        <p:sp>
          <p:nvSpPr>
            <p:cNvPr id="4" name="object 4"/>
            <p:cNvSpPr/>
            <p:nvPr/>
          </p:nvSpPr>
          <p:spPr>
            <a:xfrm>
              <a:off x="216407" y="320040"/>
              <a:ext cx="11780520" cy="6537959"/>
            </a:xfrm>
            <a:custGeom>
              <a:avLst/>
              <a:gdLst/>
              <a:ahLst/>
              <a:cxnLst/>
              <a:rect l="l" t="t" r="r" b="b"/>
              <a:pathLst>
                <a:path w="11780520" h="6537959">
                  <a:moveTo>
                    <a:pt x="11780519" y="6537959"/>
                  </a:moveTo>
                  <a:lnTo>
                    <a:pt x="0" y="6537959"/>
                  </a:lnTo>
                  <a:lnTo>
                    <a:pt x="0" y="0"/>
                  </a:lnTo>
                  <a:lnTo>
                    <a:pt x="11780519" y="0"/>
                  </a:lnTo>
                  <a:lnTo>
                    <a:pt x="11780519" y="327659"/>
                  </a:lnTo>
                  <a:lnTo>
                    <a:pt x="936116" y="327659"/>
                  </a:lnTo>
                  <a:lnTo>
                    <a:pt x="917867" y="328106"/>
                  </a:lnTo>
                  <a:lnTo>
                    <a:pt x="863645" y="334797"/>
                  </a:lnTo>
                  <a:lnTo>
                    <a:pt x="810990" y="349365"/>
                  </a:lnTo>
                  <a:lnTo>
                    <a:pt x="761002" y="371519"/>
                  </a:lnTo>
                  <a:lnTo>
                    <a:pt x="714810" y="400774"/>
                  </a:lnTo>
                  <a:lnTo>
                    <a:pt x="673444" y="436462"/>
                  </a:lnTo>
                  <a:lnTo>
                    <a:pt x="637756" y="477828"/>
                  </a:lnTo>
                  <a:lnTo>
                    <a:pt x="608501" y="524020"/>
                  </a:lnTo>
                  <a:lnTo>
                    <a:pt x="586347" y="574008"/>
                  </a:lnTo>
                  <a:lnTo>
                    <a:pt x="571779" y="626663"/>
                  </a:lnTo>
                  <a:lnTo>
                    <a:pt x="565088" y="680885"/>
                  </a:lnTo>
                  <a:lnTo>
                    <a:pt x="564641" y="699134"/>
                  </a:lnTo>
                  <a:lnTo>
                    <a:pt x="564641" y="5518784"/>
                  </a:lnTo>
                  <a:lnTo>
                    <a:pt x="568656" y="5573269"/>
                  </a:lnTo>
                  <a:lnTo>
                    <a:pt x="580633" y="5626619"/>
                  </a:lnTo>
                  <a:lnTo>
                    <a:pt x="600314" y="5677631"/>
                  </a:lnTo>
                  <a:lnTo>
                    <a:pt x="627246" y="5725164"/>
                  </a:lnTo>
                  <a:lnTo>
                    <a:pt x="660855" y="5768236"/>
                  </a:lnTo>
                  <a:lnTo>
                    <a:pt x="700452" y="5805941"/>
                  </a:lnTo>
                  <a:lnTo>
                    <a:pt x="745158" y="5837422"/>
                  </a:lnTo>
                  <a:lnTo>
                    <a:pt x="793959" y="5861982"/>
                  </a:lnTo>
                  <a:lnTo>
                    <a:pt x="845834" y="5879123"/>
                  </a:lnTo>
                  <a:lnTo>
                    <a:pt x="899706" y="5888475"/>
                  </a:lnTo>
                  <a:lnTo>
                    <a:pt x="936116" y="5890259"/>
                  </a:lnTo>
                  <a:lnTo>
                    <a:pt x="11780519" y="5890259"/>
                  </a:lnTo>
                  <a:lnTo>
                    <a:pt x="11780519" y="6537959"/>
                  </a:lnTo>
                  <a:close/>
                </a:path>
                <a:path w="11780520" h="6537959">
                  <a:moveTo>
                    <a:pt x="11780519" y="5890259"/>
                  </a:moveTo>
                  <a:lnTo>
                    <a:pt x="10842116" y="5890259"/>
                  </a:lnTo>
                  <a:lnTo>
                    <a:pt x="10860365" y="5889813"/>
                  </a:lnTo>
                  <a:lnTo>
                    <a:pt x="10878526" y="5888475"/>
                  </a:lnTo>
                  <a:lnTo>
                    <a:pt x="10932397" y="5879123"/>
                  </a:lnTo>
                  <a:lnTo>
                    <a:pt x="10984272" y="5861982"/>
                  </a:lnTo>
                  <a:lnTo>
                    <a:pt x="11033074" y="5837422"/>
                  </a:lnTo>
                  <a:lnTo>
                    <a:pt x="11077779" y="5805941"/>
                  </a:lnTo>
                  <a:lnTo>
                    <a:pt x="11117377" y="5768236"/>
                  </a:lnTo>
                  <a:lnTo>
                    <a:pt x="11150985" y="5725164"/>
                  </a:lnTo>
                  <a:lnTo>
                    <a:pt x="11177917" y="5677631"/>
                  </a:lnTo>
                  <a:lnTo>
                    <a:pt x="11197598" y="5626619"/>
                  </a:lnTo>
                  <a:lnTo>
                    <a:pt x="11209576" y="5573269"/>
                  </a:lnTo>
                  <a:lnTo>
                    <a:pt x="11213591" y="5518784"/>
                  </a:lnTo>
                  <a:lnTo>
                    <a:pt x="11213591" y="699134"/>
                  </a:lnTo>
                  <a:lnTo>
                    <a:pt x="11209576" y="644649"/>
                  </a:lnTo>
                  <a:lnTo>
                    <a:pt x="11197599" y="591300"/>
                  </a:lnTo>
                  <a:lnTo>
                    <a:pt x="11177917" y="540287"/>
                  </a:lnTo>
                  <a:lnTo>
                    <a:pt x="11150985" y="492754"/>
                  </a:lnTo>
                  <a:lnTo>
                    <a:pt x="11117377" y="449682"/>
                  </a:lnTo>
                  <a:lnTo>
                    <a:pt x="11077779" y="411977"/>
                  </a:lnTo>
                  <a:lnTo>
                    <a:pt x="11033074" y="380496"/>
                  </a:lnTo>
                  <a:lnTo>
                    <a:pt x="10984272" y="355936"/>
                  </a:lnTo>
                  <a:lnTo>
                    <a:pt x="10932398" y="338795"/>
                  </a:lnTo>
                  <a:lnTo>
                    <a:pt x="10878527" y="329444"/>
                  </a:lnTo>
                  <a:lnTo>
                    <a:pt x="10842116" y="327659"/>
                  </a:lnTo>
                  <a:lnTo>
                    <a:pt x="11780519" y="327659"/>
                  </a:lnTo>
                  <a:lnTo>
                    <a:pt x="11780519" y="5890259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1524" y="638174"/>
              <a:ext cx="10668000" cy="5581650"/>
            </a:xfrm>
            <a:custGeom>
              <a:avLst/>
              <a:gdLst/>
              <a:ahLst/>
              <a:cxnLst/>
              <a:rect l="l" t="t" r="r" b="b"/>
              <a:pathLst>
                <a:path w="10668000" h="5581650">
                  <a:moveTo>
                    <a:pt x="10286999" y="5581649"/>
                  </a:moveTo>
                  <a:lnTo>
                    <a:pt x="380999" y="5581649"/>
                  </a:lnTo>
                  <a:lnTo>
                    <a:pt x="371646" y="5581534"/>
                  </a:lnTo>
                  <a:lnTo>
                    <a:pt x="325095" y="5577525"/>
                  </a:lnTo>
                  <a:lnTo>
                    <a:pt x="279385" y="5567848"/>
                  </a:lnTo>
                  <a:lnTo>
                    <a:pt x="235197" y="5552646"/>
                  </a:lnTo>
                  <a:lnTo>
                    <a:pt x="193203" y="5532151"/>
                  </a:lnTo>
                  <a:lnTo>
                    <a:pt x="154038" y="5506671"/>
                  </a:lnTo>
                  <a:lnTo>
                    <a:pt x="118286" y="5476589"/>
                  </a:lnTo>
                  <a:lnTo>
                    <a:pt x="86482" y="5442352"/>
                  </a:lnTo>
                  <a:lnTo>
                    <a:pt x="59108" y="5404480"/>
                  </a:lnTo>
                  <a:lnTo>
                    <a:pt x="36579" y="5363547"/>
                  </a:lnTo>
                  <a:lnTo>
                    <a:pt x="19230" y="5320165"/>
                  </a:lnTo>
                  <a:lnTo>
                    <a:pt x="7320" y="5274978"/>
                  </a:lnTo>
                  <a:lnTo>
                    <a:pt x="1031" y="5228674"/>
                  </a:lnTo>
                  <a:lnTo>
                    <a:pt x="0" y="5200649"/>
                  </a:lnTo>
                  <a:lnTo>
                    <a:pt x="0" y="380999"/>
                  </a:lnTo>
                  <a:lnTo>
                    <a:pt x="2865" y="334358"/>
                  </a:lnTo>
                  <a:lnTo>
                    <a:pt x="11417" y="288424"/>
                  </a:lnTo>
                  <a:lnTo>
                    <a:pt x="25528" y="243882"/>
                  </a:lnTo>
                  <a:lnTo>
                    <a:pt x="44987" y="201397"/>
                  </a:lnTo>
                  <a:lnTo>
                    <a:pt x="69501" y="161614"/>
                  </a:lnTo>
                  <a:lnTo>
                    <a:pt x="98697" y="125135"/>
                  </a:lnTo>
                  <a:lnTo>
                    <a:pt x="132138" y="92505"/>
                  </a:lnTo>
                  <a:lnTo>
                    <a:pt x="169327" y="64210"/>
                  </a:lnTo>
                  <a:lnTo>
                    <a:pt x="209700" y="40680"/>
                  </a:lnTo>
                  <a:lnTo>
                    <a:pt x="252644" y="22271"/>
                  </a:lnTo>
                  <a:lnTo>
                    <a:pt x="297519" y="9257"/>
                  </a:lnTo>
                  <a:lnTo>
                    <a:pt x="343655" y="1834"/>
                  </a:lnTo>
                  <a:lnTo>
                    <a:pt x="380999" y="0"/>
                  </a:lnTo>
                  <a:lnTo>
                    <a:pt x="10286999" y="0"/>
                  </a:lnTo>
                  <a:lnTo>
                    <a:pt x="10333640" y="2865"/>
                  </a:lnTo>
                  <a:lnTo>
                    <a:pt x="10379573" y="11417"/>
                  </a:lnTo>
                  <a:lnTo>
                    <a:pt x="10424114" y="25528"/>
                  </a:lnTo>
                  <a:lnTo>
                    <a:pt x="10466599" y="44988"/>
                  </a:lnTo>
                  <a:lnTo>
                    <a:pt x="10506382" y="69501"/>
                  </a:lnTo>
                  <a:lnTo>
                    <a:pt x="10542862" y="98697"/>
                  </a:lnTo>
                  <a:lnTo>
                    <a:pt x="10575494" y="132138"/>
                  </a:lnTo>
                  <a:lnTo>
                    <a:pt x="10603787" y="169327"/>
                  </a:lnTo>
                  <a:lnTo>
                    <a:pt x="10627317" y="209700"/>
                  </a:lnTo>
                  <a:lnTo>
                    <a:pt x="10645727" y="252644"/>
                  </a:lnTo>
                  <a:lnTo>
                    <a:pt x="10658740" y="297519"/>
                  </a:lnTo>
                  <a:lnTo>
                    <a:pt x="10666165" y="343655"/>
                  </a:lnTo>
                  <a:lnTo>
                    <a:pt x="10667999" y="380999"/>
                  </a:lnTo>
                  <a:lnTo>
                    <a:pt x="10667999" y="5200649"/>
                  </a:lnTo>
                  <a:lnTo>
                    <a:pt x="10665134" y="5247290"/>
                  </a:lnTo>
                  <a:lnTo>
                    <a:pt x="10656581" y="5293224"/>
                  </a:lnTo>
                  <a:lnTo>
                    <a:pt x="10642469" y="5337766"/>
                  </a:lnTo>
                  <a:lnTo>
                    <a:pt x="10623010" y="5380250"/>
                  </a:lnTo>
                  <a:lnTo>
                    <a:pt x="10598496" y="5420034"/>
                  </a:lnTo>
                  <a:lnTo>
                    <a:pt x="10569301" y="5456513"/>
                  </a:lnTo>
                  <a:lnTo>
                    <a:pt x="10535859" y="5489144"/>
                  </a:lnTo>
                  <a:lnTo>
                    <a:pt x="10498670" y="5517438"/>
                  </a:lnTo>
                  <a:lnTo>
                    <a:pt x="10458296" y="5540968"/>
                  </a:lnTo>
                  <a:lnTo>
                    <a:pt x="10415352" y="5559377"/>
                  </a:lnTo>
                  <a:lnTo>
                    <a:pt x="10370478" y="5572390"/>
                  </a:lnTo>
                  <a:lnTo>
                    <a:pt x="10324344" y="5579814"/>
                  </a:lnTo>
                  <a:lnTo>
                    <a:pt x="10286999" y="5581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4924" y="2095499"/>
              <a:ext cx="1733550" cy="381000"/>
            </a:xfrm>
            <a:custGeom>
              <a:avLst/>
              <a:gdLst/>
              <a:ahLst/>
              <a:cxnLst/>
              <a:rect l="l" t="t" r="r" b="b"/>
              <a:pathLst>
                <a:path w="1733550" h="381000">
                  <a:moveTo>
                    <a:pt x="1543049" y="380999"/>
                  </a:moveTo>
                  <a:lnTo>
                    <a:pt x="190499" y="380999"/>
                  </a:lnTo>
                  <a:lnTo>
                    <a:pt x="181141" y="380770"/>
                  </a:lnTo>
                  <a:lnTo>
                    <a:pt x="135199" y="372798"/>
                  </a:lnTo>
                  <a:lnTo>
                    <a:pt x="92572" y="353904"/>
                  </a:lnTo>
                  <a:lnTo>
                    <a:pt x="55796" y="325203"/>
                  </a:lnTo>
                  <a:lnTo>
                    <a:pt x="27095" y="288427"/>
                  </a:lnTo>
                  <a:lnTo>
                    <a:pt x="8200" y="245799"/>
                  </a:lnTo>
                  <a:lnTo>
                    <a:pt x="228" y="199858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543049" y="0"/>
                  </a:lnTo>
                  <a:lnTo>
                    <a:pt x="1589349" y="5710"/>
                  </a:lnTo>
                  <a:lnTo>
                    <a:pt x="1632851" y="22491"/>
                  </a:lnTo>
                  <a:lnTo>
                    <a:pt x="1670974" y="49340"/>
                  </a:lnTo>
                  <a:lnTo>
                    <a:pt x="1701444" y="84663"/>
                  </a:lnTo>
                  <a:lnTo>
                    <a:pt x="1722418" y="126332"/>
                  </a:lnTo>
                  <a:lnTo>
                    <a:pt x="1732634" y="171827"/>
                  </a:lnTo>
                  <a:lnTo>
                    <a:pt x="1733549" y="190499"/>
                  </a:lnTo>
                  <a:lnTo>
                    <a:pt x="1733320" y="199858"/>
                  </a:lnTo>
                  <a:lnTo>
                    <a:pt x="1725348" y="245799"/>
                  </a:lnTo>
                  <a:lnTo>
                    <a:pt x="1706453" y="288427"/>
                  </a:lnTo>
                  <a:lnTo>
                    <a:pt x="1677753" y="325203"/>
                  </a:lnTo>
                  <a:lnTo>
                    <a:pt x="1640976" y="353903"/>
                  </a:lnTo>
                  <a:lnTo>
                    <a:pt x="1598349" y="372798"/>
                  </a:lnTo>
                  <a:lnTo>
                    <a:pt x="1552408" y="380770"/>
                  </a:lnTo>
                  <a:lnTo>
                    <a:pt x="1543049" y="3809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44624" y="2168525"/>
            <a:ext cx="1457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65" dirty="0">
                <a:solidFill>
                  <a:srgbClr val="E9580C"/>
                </a:solidFill>
                <a:latin typeface="Trebuchet MS"/>
                <a:cs typeface="Trebuchet MS"/>
              </a:rPr>
              <a:t>BEST</a:t>
            </a:r>
            <a:r>
              <a:rPr sz="1200" b="1" spc="55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sz="1200" b="1" spc="140" dirty="0">
                <a:solidFill>
                  <a:srgbClr val="E9580C"/>
                </a:solidFill>
                <a:latin typeface="Trebuchet MS"/>
                <a:cs typeface="Trebuchet MS"/>
              </a:rPr>
              <a:t>PRACTICES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2225" y="2596494"/>
            <a:ext cx="3719195" cy="183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4050"/>
              </a:lnSpc>
              <a:spcBef>
                <a:spcPts val="105"/>
              </a:spcBef>
            </a:pPr>
            <a:r>
              <a:rPr sz="3750" b="1" dirty="0">
                <a:solidFill>
                  <a:srgbClr val="292524"/>
                </a:solidFill>
                <a:latin typeface="Trebuchet MS"/>
                <a:cs typeface="Trebuchet MS"/>
              </a:rPr>
              <a:t>Tips</a:t>
            </a:r>
            <a:r>
              <a:rPr sz="3750" b="1" spc="-13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3750" b="1" spc="-10" dirty="0">
                <a:solidFill>
                  <a:srgbClr val="292524"/>
                </a:solidFill>
                <a:latin typeface="Trebuchet MS"/>
                <a:cs typeface="Trebuchet MS"/>
              </a:rPr>
              <a:t>Penggunaan</a:t>
            </a:r>
            <a:endParaRPr sz="3750">
              <a:latin typeface="Trebuchet MS"/>
              <a:cs typeface="Trebuchet MS"/>
            </a:endParaRPr>
          </a:p>
          <a:p>
            <a:pPr marL="12700">
              <a:lnSpc>
                <a:spcPts val="4050"/>
              </a:lnSpc>
            </a:pPr>
            <a:r>
              <a:rPr sz="3750" b="1" spc="260" dirty="0">
                <a:solidFill>
                  <a:srgbClr val="292524"/>
                </a:solidFill>
                <a:latin typeface="Trebuchet MS"/>
                <a:cs typeface="Trebuchet MS"/>
              </a:rPr>
              <a:t>CSS</a:t>
            </a:r>
            <a:endParaRPr sz="3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1600" spc="-55" dirty="0">
                <a:solidFill>
                  <a:srgbClr val="4A5462"/>
                </a:solidFill>
                <a:latin typeface="Trebuchet MS"/>
                <a:cs typeface="Trebuchet MS"/>
              </a:rPr>
              <a:t>Pilih</a:t>
            </a:r>
            <a:r>
              <a:rPr sz="1600" spc="-2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Trebuchet MS"/>
                <a:cs typeface="Trebuchet MS"/>
              </a:rPr>
              <a:t>metode</a:t>
            </a:r>
            <a:r>
              <a:rPr sz="1600" spc="-7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Trebuchet MS"/>
                <a:cs typeface="Trebuchet MS"/>
              </a:rPr>
              <a:t>penempatan</a:t>
            </a:r>
            <a:r>
              <a:rPr sz="1600" spc="-2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A5462"/>
                </a:solidFill>
                <a:latin typeface="Trebuchet MS"/>
                <a:cs typeface="Trebuchet MS"/>
              </a:rPr>
              <a:t>CSS</a:t>
            </a:r>
            <a:r>
              <a:rPr sz="1600" spc="-7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A5462"/>
                </a:solidFill>
                <a:latin typeface="Trebuchet MS"/>
                <a:cs typeface="Trebuchet MS"/>
              </a:rPr>
              <a:t>yang</a:t>
            </a:r>
            <a:r>
              <a:rPr sz="1600" spc="-12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Trebuchet MS"/>
                <a:cs typeface="Trebuchet MS"/>
              </a:rPr>
              <a:t>tepat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solidFill>
                  <a:srgbClr val="4A5462"/>
                </a:solidFill>
                <a:latin typeface="Trebuchet MS"/>
                <a:cs typeface="Trebuchet MS"/>
              </a:rPr>
              <a:t>sesuai</a:t>
            </a:r>
            <a:r>
              <a:rPr sz="1600" spc="-65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A5462"/>
                </a:solidFill>
                <a:latin typeface="Trebuchet MS"/>
                <a:cs typeface="Trebuchet MS"/>
              </a:rPr>
              <a:t>kebutuhan</a:t>
            </a:r>
            <a:r>
              <a:rPr sz="1600" spc="-8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Trebuchet MS"/>
                <a:cs typeface="Trebuchet MS"/>
              </a:rPr>
              <a:t>proyek</a:t>
            </a:r>
            <a:r>
              <a:rPr sz="1600" spc="-150" dirty="0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4A5462"/>
                </a:solidFill>
                <a:latin typeface="Trebuchet MS"/>
                <a:cs typeface="Trebuchet MS"/>
              </a:rPr>
              <a:t>Anda.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05524" y="638174"/>
            <a:ext cx="5334000" cy="5581650"/>
            <a:chOff x="6105524" y="638174"/>
            <a:chExt cx="5334000" cy="55816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5524" y="638174"/>
              <a:ext cx="5334000" cy="55816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7024" y="1228724"/>
              <a:ext cx="285750" cy="285750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7131049" y="1201394"/>
            <a:ext cx="143002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-105" dirty="0">
                <a:solidFill>
                  <a:srgbClr val="0FB981"/>
                </a:solidFill>
              </a:rPr>
              <a:t>External</a:t>
            </a:r>
            <a:r>
              <a:rPr sz="1900" spc="-10" dirty="0">
                <a:solidFill>
                  <a:srgbClr val="0FB981"/>
                </a:solidFill>
              </a:rPr>
              <a:t> </a:t>
            </a:r>
            <a:r>
              <a:rPr sz="1900" spc="-90" dirty="0">
                <a:solidFill>
                  <a:srgbClr val="0FB981"/>
                </a:solidFill>
              </a:rPr>
              <a:t>CSS</a:t>
            </a:r>
            <a:endParaRPr sz="1900"/>
          </a:p>
        </p:txBody>
      </p:sp>
      <p:sp>
        <p:nvSpPr>
          <p:cNvPr id="13" name="object 13"/>
          <p:cNvSpPr txBox="1"/>
          <p:nvPr/>
        </p:nvSpPr>
        <p:spPr>
          <a:xfrm>
            <a:off x="6635749" y="1634255"/>
            <a:ext cx="425386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5"/>
              </a:spcBef>
            </a:pP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Gunakan</a:t>
            </a:r>
            <a:r>
              <a:rPr sz="1450" spc="-3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untuk</a:t>
            </a:r>
            <a:r>
              <a:rPr sz="1450" spc="-12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proyek</a:t>
            </a:r>
            <a:r>
              <a:rPr sz="1450" spc="-12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besar</a:t>
            </a:r>
            <a:r>
              <a:rPr sz="1450" spc="-9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374050"/>
                </a:solidFill>
                <a:latin typeface="Trebuchet MS"/>
                <a:cs typeface="Trebuchet MS"/>
              </a:rPr>
              <a:t>karena</a:t>
            </a:r>
            <a:r>
              <a:rPr sz="1450" spc="-2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mudah</a:t>
            </a:r>
            <a:r>
              <a:rPr sz="1450" spc="-2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50" dirty="0">
                <a:solidFill>
                  <a:srgbClr val="374050"/>
                </a:solidFill>
                <a:latin typeface="Trebuchet MS"/>
                <a:cs typeface="Trebuchet MS"/>
              </a:rPr>
              <a:t>dikelola, </a:t>
            </a:r>
            <a:r>
              <a:rPr sz="1450" spc="-35" dirty="0">
                <a:solidFill>
                  <a:srgbClr val="374050"/>
                </a:solidFill>
                <a:latin typeface="Trebuchet MS"/>
                <a:cs typeface="Trebuchet MS"/>
              </a:rPr>
              <a:t>lebih</a:t>
            </a:r>
            <a:r>
              <a:rPr sz="1450" spc="-7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35" dirty="0">
                <a:solidFill>
                  <a:srgbClr val="374050"/>
                </a:solidFill>
                <a:latin typeface="Trebuchet MS"/>
                <a:cs typeface="Trebuchet MS"/>
              </a:rPr>
              <a:t>profesional,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dan</a:t>
            </a:r>
            <a:r>
              <a:rPr sz="1450" spc="-7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reusable.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89725" y="2974974"/>
            <a:ext cx="260350" cy="2603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635749" y="2934944"/>
            <a:ext cx="3970654" cy="9918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14"/>
              </a:spcBef>
            </a:pPr>
            <a:r>
              <a:rPr sz="1900" b="1" spc="-140" dirty="0">
                <a:solidFill>
                  <a:srgbClr val="F59D0A"/>
                </a:solidFill>
                <a:latin typeface="Tahoma"/>
                <a:cs typeface="Tahoma"/>
              </a:rPr>
              <a:t>Internal</a:t>
            </a:r>
            <a:r>
              <a:rPr sz="1900" b="1" spc="35" dirty="0">
                <a:solidFill>
                  <a:srgbClr val="F59D0A"/>
                </a:solidFill>
                <a:latin typeface="Tahoma"/>
                <a:cs typeface="Tahoma"/>
              </a:rPr>
              <a:t> </a:t>
            </a:r>
            <a:r>
              <a:rPr sz="1900" b="1" spc="-25" dirty="0">
                <a:solidFill>
                  <a:srgbClr val="F59D0A"/>
                </a:solidFill>
                <a:latin typeface="Tahoma"/>
                <a:cs typeface="Tahoma"/>
              </a:rPr>
              <a:t>CSS</a:t>
            </a: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20700"/>
              </a:lnSpc>
              <a:spcBef>
                <a:spcPts val="1110"/>
              </a:spcBef>
            </a:pP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Gunakan</a:t>
            </a:r>
            <a:r>
              <a:rPr sz="1450" spc="-8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untuk</a:t>
            </a:r>
            <a:r>
              <a:rPr sz="1450" spc="-13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60" dirty="0">
                <a:solidFill>
                  <a:srgbClr val="374050"/>
                </a:solidFill>
                <a:latin typeface="Trebuchet MS"/>
                <a:cs typeface="Trebuchet MS"/>
              </a:rPr>
              <a:t>latihan,</a:t>
            </a:r>
            <a:r>
              <a:rPr sz="1450" spc="-3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halaman</a:t>
            </a:r>
            <a:r>
              <a:rPr sz="145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374050"/>
                </a:solidFill>
                <a:latin typeface="Trebuchet MS"/>
                <a:cs typeface="Trebuchet MS"/>
              </a:rPr>
              <a:t>sederhana,</a:t>
            </a:r>
            <a:r>
              <a:rPr sz="1450" spc="-3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374050"/>
                </a:solidFill>
                <a:latin typeface="Trebuchet MS"/>
                <a:cs typeface="Trebuchet MS"/>
              </a:rPr>
              <a:t>atau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testing.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1150" y="4695824"/>
            <a:ext cx="317500" cy="27305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635749" y="4668494"/>
            <a:ext cx="4222115" cy="9918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14"/>
              </a:spcBef>
            </a:pPr>
            <a:r>
              <a:rPr sz="1900" b="1" spc="-114" dirty="0">
                <a:solidFill>
                  <a:srgbClr val="DB2525"/>
                </a:solidFill>
                <a:latin typeface="Tahoma"/>
                <a:cs typeface="Tahoma"/>
              </a:rPr>
              <a:t>Hindari</a:t>
            </a:r>
            <a:r>
              <a:rPr sz="1900" b="1" spc="30" dirty="0">
                <a:solidFill>
                  <a:srgbClr val="DB2525"/>
                </a:solidFill>
                <a:latin typeface="Tahoma"/>
                <a:cs typeface="Tahoma"/>
              </a:rPr>
              <a:t> </a:t>
            </a:r>
            <a:r>
              <a:rPr sz="1900" b="1" spc="-180" dirty="0">
                <a:solidFill>
                  <a:srgbClr val="DB2525"/>
                </a:solidFill>
                <a:latin typeface="Tahoma"/>
                <a:cs typeface="Tahoma"/>
              </a:rPr>
              <a:t>Inline</a:t>
            </a:r>
            <a:r>
              <a:rPr sz="1900" b="1" spc="-65" dirty="0">
                <a:solidFill>
                  <a:srgbClr val="DB2525"/>
                </a:solidFill>
                <a:latin typeface="Tahoma"/>
                <a:cs typeface="Tahoma"/>
              </a:rPr>
              <a:t> </a:t>
            </a:r>
            <a:r>
              <a:rPr sz="1900" b="1" spc="-25" dirty="0">
                <a:solidFill>
                  <a:srgbClr val="DB2525"/>
                </a:solidFill>
                <a:latin typeface="Tahoma"/>
                <a:cs typeface="Tahoma"/>
              </a:rPr>
              <a:t>CSS</a:t>
            </a: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20700"/>
              </a:lnSpc>
              <a:spcBef>
                <a:spcPts val="1110"/>
              </a:spcBef>
            </a:pPr>
            <a:r>
              <a:rPr sz="1450" spc="-55" dirty="0">
                <a:solidFill>
                  <a:srgbClr val="374050"/>
                </a:solidFill>
                <a:latin typeface="Trebuchet MS"/>
                <a:cs typeface="Trebuchet MS"/>
              </a:rPr>
              <a:t>Terlalu</a:t>
            </a:r>
            <a:r>
              <a:rPr sz="1450" spc="-1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banyak</a:t>
            </a:r>
            <a:r>
              <a:rPr sz="1450" spc="-12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374050"/>
                </a:solidFill>
                <a:latin typeface="Trebuchet MS"/>
                <a:cs typeface="Trebuchet MS"/>
              </a:rPr>
              <a:t>inline</a:t>
            </a:r>
            <a:r>
              <a:rPr sz="145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CSS</a:t>
            </a:r>
            <a:r>
              <a:rPr sz="1450" spc="-6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membuat</a:t>
            </a:r>
            <a:r>
              <a:rPr sz="1450" spc="-8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kode</a:t>
            </a:r>
            <a:r>
              <a:rPr sz="145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374050"/>
                </a:solidFill>
                <a:latin typeface="Trebuchet MS"/>
                <a:cs typeface="Trebuchet MS"/>
              </a:rPr>
              <a:t>sulit</a:t>
            </a:r>
            <a:r>
              <a:rPr sz="1450" spc="-8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dibaca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dan</a:t>
            </a:r>
            <a:r>
              <a:rPr sz="145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dikelola.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2231" y="1314449"/>
            <a:ext cx="11390630" cy="5543550"/>
            <a:chOff x="332231" y="1314449"/>
            <a:chExt cx="11390630" cy="5543550"/>
          </a:xfrm>
        </p:grpSpPr>
        <p:sp>
          <p:nvSpPr>
            <p:cNvPr id="3" name="object 3"/>
            <p:cNvSpPr/>
            <p:nvPr/>
          </p:nvSpPr>
          <p:spPr>
            <a:xfrm>
              <a:off x="771524" y="1314449"/>
              <a:ext cx="10668000" cy="19050"/>
            </a:xfrm>
            <a:custGeom>
              <a:avLst/>
              <a:gdLst/>
              <a:ahLst/>
              <a:cxnLst/>
              <a:rect l="l" t="t" r="r" b="b"/>
              <a:pathLst>
                <a:path w="10668000" h="19050">
                  <a:moveTo>
                    <a:pt x="106679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0667999" y="0"/>
                  </a:lnTo>
                  <a:lnTo>
                    <a:pt x="10667999" y="19049"/>
                  </a:lnTo>
                  <a:close/>
                </a:path>
              </a:pathLst>
            </a:custGeom>
            <a:solidFill>
              <a:srgbClr val="FED6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371599"/>
              <a:ext cx="11390375" cy="548639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60" dirty="0"/>
              <a:t>K</a:t>
            </a:r>
            <a:r>
              <a:rPr spc="-385" dirty="0"/>
              <a:t>e</a:t>
            </a:r>
            <a:r>
              <a:rPr spc="-370" dirty="0"/>
              <a:t>s</a:t>
            </a:r>
            <a:r>
              <a:rPr spc="-140" dirty="0"/>
              <a:t>i</a:t>
            </a:r>
            <a:r>
              <a:rPr spc="-400" dirty="0"/>
              <a:t>m</a:t>
            </a:r>
            <a:r>
              <a:rPr spc="-395" dirty="0"/>
              <a:t>p</a:t>
            </a:r>
            <a:r>
              <a:rPr spc="-245" dirty="0"/>
              <a:t>u</a:t>
            </a:r>
            <a:r>
              <a:rPr spc="-50" dirty="0"/>
              <a:t>l</a:t>
            </a:r>
            <a:r>
              <a:rPr spc="-275" dirty="0"/>
              <a:t>a</a:t>
            </a:r>
            <a:r>
              <a:rPr spc="-330" dirty="0"/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72495" y="723441"/>
            <a:ext cx="2494915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6A7280"/>
                </a:solidFill>
                <a:latin typeface="Trebuchet MS"/>
                <a:cs typeface="Trebuchet MS"/>
              </a:rPr>
              <a:t>Ringkasan</a:t>
            </a:r>
            <a:r>
              <a:rPr sz="1600" spc="-8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6A7280"/>
                </a:solidFill>
                <a:latin typeface="Trebuchet MS"/>
                <a:cs typeface="Trebuchet MS"/>
              </a:rPr>
              <a:t>penempatan</a:t>
            </a:r>
            <a:r>
              <a:rPr sz="1600" spc="-7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6A7280"/>
                </a:solidFill>
                <a:latin typeface="Trebuchet MS"/>
                <a:cs typeface="Trebuchet MS"/>
              </a:rPr>
              <a:t>CSS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6949" y="1937257"/>
            <a:ext cx="2713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E9580C"/>
                </a:solidFill>
                <a:latin typeface="Tahoma"/>
                <a:cs typeface="Tahoma"/>
              </a:rPr>
              <a:t>Penempatan</a:t>
            </a:r>
            <a:r>
              <a:rPr sz="1600" b="1" spc="1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600" b="1" spc="-125" dirty="0">
                <a:solidFill>
                  <a:srgbClr val="E9580C"/>
                </a:solidFill>
                <a:latin typeface="Tahoma"/>
                <a:cs typeface="Tahoma"/>
              </a:rPr>
              <a:t>CSS</a:t>
            </a:r>
            <a:r>
              <a:rPr sz="1600" b="1" spc="-4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600" b="1" spc="-120" dirty="0">
                <a:solidFill>
                  <a:srgbClr val="E9580C"/>
                </a:solidFill>
                <a:latin typeface="Tahoma"/>
                <a:cs typeface="Tahoma"/>
              </a:rPr>
              <a:t>Terdiri</a:t>
            </a:r>
            <a:r>
              <a:rPr sz="1600" b="1" spc="4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600" b="1" spc="-105" dirty="0">
                <a:solidFill>
                  <a:srgbClr val="E9580C"/>
                </a:solidFill>
                <a:latin typeface="Tahoma"/>
                <a:cs typeface="Tahoma"/>
              </a:rPr>
              <a:t>Dari: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113" y="2460042"/>
            <a:ext cx="9842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-320" dirty="0">
                <a:solidFill>
                  <a:srgbClr val="DB2525"/>
                </a:solidFill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8938" y="2804862"/>
            <a:ext cx="1669414" cy="5899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sz="1400" b="1" spc="-125" dirty="0">
                <a:solidFill>
                  <a:srgbClr val="292524"/>
                </a:solidFill>
                <a:latin typeface="Tahoma"/>
                <a:cs typeface="Tahoma"/>
              </a:rPr>
              <a:t>Inline</a:t>
            </a:r>
            <a:r>
              <a:rPr sz="1400" b="1" spc="-1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1150" spc="-10" dirty="0">
                <a:solidFill>
                  <a:srgbClr val="6A7280"/>
                </a:solidFill>
                <a:latin typeface="Trebuchet MS"/>
                <a:cs typeface="Trebuchet MS"/>
              </a:rPr>
              <a:t>Langsung</a:t>
            </a:r>
            <a:r>
              <a:rPr sz="1150" spc="-9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150" spc="-60" dirty="0">
                <a:solidFill>
                  <a:srgbClr val="6A7280"/>
                </a:solidFill>
                <a:latin typeface="Trebuchet MS"/>
                <a:cs typeface="Trebuchet MS"/>
              </a:rPr>
              <a:t>di</a:t>
            </a:r>
            <a:r>
              <a:rPr sz="1150" spc="2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6A7280"/>
                </a:solidFill>
                <a:latin typeface="Trebuchet MS"/>
                <a:cs typeface="Trebuchet MS"/>
              </a:rPr>
              <a:t>elemen</a:t>
            </a:r>
            <a:r>
              <a:rPr sz="1150" spc="-1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6A7280"/>
                </a:solidFill>
                <a:latin typeface="Trebuchet MS"/>
                <a:cs typeface="Trebuchet MS"/>
              </a:rPr>
              <a:t>HTML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32609" y="2460042"/>
            <a:ext cx="14224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25" dirty="0">
                <a:solidFill>
                  <a:srgbClr val="F59D0A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0514" y="2804862"/>
            <a:ext cx="1279525" cy="5899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890"/>
              </a:spcBef>
            </a:pPr>
            <a:r>
              <a:rPr sz="1400" b="1" spc="-95" dirty="0">
                <a:solidFill>
                  <a:srgbClr val="292524"/>
                </a:solidFill>
                <a:latin typeface="Tahoma"/>
                <a:cs typeface="Tahoma"/>
              </a:rPr>
              <a:t>Internal</a:t>
            </a:r>
            <a:r>
              <a:rPr sz="1400" b="1" spc="4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1150" spc="-10" dirty="0">
                <a:solidFill>
                  <a:srgbClr val="6A7280"/>
                </a:solidFill>
                <a:latin typeface="Trebuchet MS"/>
                <a:cs typeface="Trebuchet MS"/>
              </a:rPr>
              <a:t>Di</a:t>
            </a:r>
            <a:r>
              <a:rPr sz="1150" spc="-25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6A7280"/>
                </a:solidFill>
                <a:latin typeface="Trebuchet MS"/>
                <a:cs typeface="Trebuchet MS"/>
              </a:rPr>
              <a:t>dalam</a:t>
            </a:r>
            <a:r>
              <a:rPr sz="1150" spc="-7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6A7280"/>
                </a:solidFill>
                <a:latin typeface="Trebuchet MS"/>
                <a:cs typeface="Trebuchet MS"/>
              </a:rPr>
              <a:t>tag</a:t>
            </a:r>
            <a:r>
              <a:rPr sz="1150" spc="-11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6A7280"/>
                </a:solidFill>
                <a:latin typeface="Trebuchet MS"/>
                <a:cs typeface="Trebuchet MS"/>
              </a:rPr>
              <a:t>&lt;style&gt;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11155" y="2460042"/>
            <a:ext cx="14033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5" dirty="0">
                <a:solidFill>
                  <a:srgbClr val="0FB981"/>
                </a:solidFill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40114" y="2804862"/>
            <a:ext cx="1078865" cy="5899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-70" dirty="0">
                <a:solidFill>
                  <a:srgbClr val="292524"/>
                </a:solidFill>
                <a:latin typeface="Tahoma"/>
                <a:cs typeface="Tahoma"/>
              </a:rPr>
              <a:t>External</a:t>
            </a:r>
            <a:r>
              <a:rPr sz="1400" b="1" spc="3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400">
              <a:latin typeface="Tahoma"/>
              <a:cs typeface="Tahoma"/>
            </a:endParaRPr>
          </a:p>
          <a:p>
            <a:pPr marL="29209">
              <a:lnSpc>
                <a:spcPct val="100000"/>
              </a:lnSpc>
              <a:spcBef>
                <a:spcPts val="595"/>
              </a:spcBef>
            </a:pPr>
            <a:r>
              <a:rPr sz="1150" spc="-65" dirty="0">
                <a:solidFill>
                  <a:srgbClr val="6A7280"/>
                </a:solidFill>
                <a:latin typeface="Trebuchet MS"/>
                <a:cs typeface="Trebuchet MS"/>
              </a:rPr>
              <a:t>File</a:t>
            </a:r>
            <a:r>
              <a:rPr sz="1150" spc="-6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6A7280"/>
                </a:solidFill>
                <a:latin typeface="Trebuchet MS"/>
                <a:cs typeface="Trebuchet MS"/>
              </a:rPr>
              <a:t>.css</a:t>
            </a:r>
            <a:r>
              <a:rPr sz="1150" spc="-60" dirty="0">
                <a:solidFill>
                  <a:srgbClr val="6A7280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6A7280"/>
                </a:solidFill>
                <a:latin typeface="Trebuchet MS"/>
                <a:cs typeface="Trebuchet MS"/>
              </a:rPr>
              <a:t>terpisah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81100" y="2057399"/>
            <a:ext cx="10258425" cy="3994150"/>
            <a:chOff x="1181100" y="2057399"/>
            <a:chExt cx="10258425" cy="399415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4238624"/>
              <a:ext cx="190500" cy="1809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1325" y="5206999"/>
              <a:ext cx="158750" cy="1587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1325" y="5549899"/>
              <a:ext cx="158750" cy="1587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1325" y="5892799"/>
              <a:ext cx="158750" cy="1587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0524" y="2057399"/>
              <a:ext cx="3428999" cy="394334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2750" y="2647949"/>
              <a:ext cx="844550" cy="8001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682749" y="4049369"/>
            <a:ext cx="174752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b="1" spc="-105" dirty="0">
                <a:solidFill>
                  <a:srgbClr val="0FB981"/>
                </a:solidFill>
                <a:latin typeface="Tahoma"/>
                <a:cs typeface="Tahoma"/>
              </a:rPr>
              <a:t>Metode</a:t>
            </a:r>
            <a:r>
              <a:rPr sz="1900" b="1" spc="-40" dirty="0">
                <a:solidFill>
                  <a:srgbClr val="0FB981"/>
                </a:solidFill>
                <a:latin typeface="Tahoma"/>
                <a:cs typeface="Tahoma"/>
              </a:rPr>
              <a:t> </a:t>
            </a:r>
            <a:r>
              <a:rPr sz="1900" b="1" spc="-90" dirty="0">
                <a:solidFill>
                  <a:srgbClr val="0FB981"/>
                </a:solidFill>
                <a:latin typeface="Tahoma"/>
                <a:cs typeface="Tahoma"/>
              </a:rPr>
              <a:t>Terbaik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2749" y="4434604"/>
            <a:ext cx="5377180" cy="577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1450" b="1" spc="-50" dirty="0">
                <a:solidFill>
                  <a:srgbClr val="0FB981"/>
                </a:solidFill>
                <a:latin typeface="Trebuchet MS"/>
                <a:cs typeface="Trebuchet MS"/>
              </a:rPr>
              <a:t>External</a:t>
            </a:r>
            <a:r>
              <a:rPr sz="1450" b="1" spc="-5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1450" b="1" spc="-20" dirty="0">
                <a:solidFill>
                  <a:srgbClr val="0FB981"/>
                </a:solidFill>
                <a:latin typeface="Trebuchet MS"/>
                <a:cs typeface="Trebuchet MS"/>
              </a:rPr>
              <a:t>CSS</a:t>
            </a:r>
            <a:r>
              <a:rPr sz="1450" b="1" spc="-9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374050"/>
                </a:solidFill>
                <a:latin typeface="Trebuchet MS"/>
                <a:cs typeface="Trebuchet MS"/>
              </a:rPr>
              <a:t>adalah</a:t>
            </a:r>
            <a:r>
              <a:rPr sz="1450" spc="-4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374050"/>
                </a:solidFill>
                <a:latin typeface="Trebuchet MS"/>
                <a:cs typeface="Trebuchet MS"/>
              </a:rPr>
              <a:t>metode</a:t>
            </a:r>
            <a:r>
              <a:rPr sz="1450" spc="-8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35" dirty="0">
                <a:solidFill>
                  <a:srgbClr val="374050"/>
                </a:solidFill>
                <a:latin typeface="Trebuchet MS"/>
                <a:cs typeface="Trebuchet MS"/>
              </a:rPr>
              <a:t>terbaik</a:t>
            </a:r>
            <a:r>
              <a:rPr sz="1450" spc="-13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untuk</a:t>
            </a:r>
            <a:r>
              <a:rPr sz="1450" spc="-13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pengembangan</a:t>
            </a:r>
            <a:r>
              <a:rPr sz="1450" spc="-4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website </a:t>
            </a:r>
            <a:r>
              <a:rPr sz="1450" spc="-20" dirty="0">
                <a:solidFill>
                  <a:srgbClr val="374050"/>
                </a:solidFill>
                <a:latin typeface="Trebuchet MS"/>
                <a:cs typeface="Trebuchet MS"/>
              </a:rPr>
              <a:t>profesional</a:t>
            </a:r>
            <a:r>
              <a:rPr sz="1450" spc="-5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karena: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9449" y="5154199"/>
            <a:ext cx="1729105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-25" dirty="0">
                <a:solidFill>
                  <a:srgbClr val="374050"/>
                </a:solidFill>
                <a:latin typeface="Trebuchet MS"/>
                <a:cs typeface="Trebuchet MS"/>
              </a:rPr>
              <a:t>Lebih</a:t>
            </a:r>
            <a:r>
              <a:rPr sz="145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374050"/>
                </a:solidFill>
                <a:latin typeface="Trebuchet MS"/>
                <a:cs typeface="Trebuchet MS"/>
              </a:rPr>
              <a:t>efisien</a:t>
            </a:r>
            <a:r>
              <a:rPr sz="1450" spc="-6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dan</a:t>
            </a:r>
            <a:r>
              <a:rPr sz="1450" spc="-60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374050"/>
                </a:solidFill>
                <a:latin typeface="Trebuchet MS"/>
                <a:cs typeface="Trebuchet MS"/>
              </a:rPr>
              <a:t>rapi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49449" y="5377579"/>
            <a:ext cx="259842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5200"/>
              </a:lnSpc>
              <a:spcBef>
                <a:spcPts val="95"/>
              </a:spcBef>
            </a:pP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Mudah</a:t>
            </a:r>
            <a:r>
              <a:rPr sz="1450" spc="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374050"/>
                </a:solidFill>
                <a:latin typeface="Trebuchet MS"/>
                <a:cs typeface="Trebuchet MS"/>
              </a:rPr>
              <a:t>dikelola</a:t>
            </a:r>
            <a:r>
              <a:rPr sz="1450" spc="1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374050"/>
                </a:solidFill>
                <a:latin typeface="Trebuchet MS"/>
                <a:cs typeface="Trebuchet MS"/>
              </a:rPr>
              <a:t>dan</a:t>
            </a:r>
            <a:r>
              <a:rPr sz="1450" spc="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reusable Meningkatkan</a:t>
            </a:r>
            <a:r>
              <a:rPr sz="1450" spc="-25" dirty="0">
                <a:solidFill>
                  <a:srgbClr val="374050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374050"/>
                </a:solidFill>
                <a:latin typeface="Trebuchet MS"/>
                <a:cs typeface="Trebuchet MS"/>
              </a:rPr>
              <a:t>performa </a:t>
            </a:r>
            <a:r>
              <a:rPr sz="1450" spc="-10" dirty="0">
                <a:solidFill>
                  <a:srgbClr val="374050"/>
                </a:solidFill>
                <a:latin typeface="Trebuchet MS"/>
                <a:cs typeface="Trebuchet MS"/>
              </a:rPr>
              <a:t>loading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74707" y="3448273"/>
            <a:ext cx="1905000" cy="1035050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sz="2800" b="1" dirty="0">
                <a:solidFill>
                  <a:srgbClr val="FFFFFF"/>
                </a:solidFill>
                <a:latin typeface="Trebuchet MS"/>
                <a:cs typeface="Trebuchet MS"/>
              </a:rPr>
              <a:t>Best</a:t>
            </a:r>
            <a:r>
              <a:rPr sz="280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45" dirty="0">
                <a:solidFill>
                  <a:srgbClr val="FFFFFF"/>
                </a:solidFill>
                <a:latin typeface="Trebuchet MS"/>
                <a:cs typeface="Trebuchet MS"/>
              </a:rPr>
              <a:t>Choice</a:t>
            </a:r>
            <a:endParaRPr sz="2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600" spc="-40" dirty="0">
                <a:solidFill>
                  <a:srgbClr val="FFECD5"/>
                </a:solidFill>
                <a:latin typeface="Trebuchet MS"/>
                <a:cs typeface="Trebuchet MS"/>
              </a:rPr>
              <a:t>External</a:t>
            </a:r>
            <a:r>
              <a:rPr sz="1600" spc="-50" dirty="0">
                <a:solidFill>
                  <a:srgbClr val="FFECD5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FFECD5"/>
                </a:solidFill>
                <a:latin typeface="Trebuchet MS"/>
                <a:cs typeface="Trebuchet MS"/>
              </a:rPr>
              <a:t>CSS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51005" y="4863229"/>
            <a:ext cx="2541905" cy="577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63930" marR="5080" indent="-951865">
              <a:lnSpc>
                <a:spcPct val="125000"/>
              </a:lnSpc>
              <a:spcBef>
                <a:spcPts val="95"/>
              </a:spcBef>
            </a:pPr>
            <a:r>
              <a:rPr sz="1450" spc="-40" dirty="0">
                <a:solidFill>
                  <a:srgbClr val="FFF6EC"/>
                </a:solidFill>
                <a:latin typeface="Trebuchet MS"/>
                <a:cs typeface="Trebuchet MS"/>
              </a:rPr>
              <a:t>Profesional,</a:t>
            </a:r>
            <a:r>
              <a:rPr sz="1450" spc="-30" dirty="0">
                <a:solidFill>
                  <a:srgbClr val="FFF6EC"/>
                </a:solidFill>
                <a:latin typeface="Trebuchet MS"/>
                <a:cs typeface="Trebuchet MS"/>
              </a:rPr>
              <a:t> </a:t>
            </a:r>
            <a:r>
              <a:rPr sz="1450" spc="-60" dirty="0">
                <a:solidFill>
                  <a:srgbClr val="FFF6EC"/>
                </a:solidFill>
                <a:latin typeface="Trebuchet MS"/>
                <a:cs typeface="Trebuchet MS"/>
              </a:rPr>
              <a:t>efisien,</a:t>
            </a:r>
            <a:r>
              <a:rPr sz="1450" spc="-25" dirty="0">
                <a:solidFill>
                  <a:srgbClr val="FFF6EC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FFF6EC"/>
                </a:solidFill>
                <a:latin typeface="Trebuchet MS"/>
                <a:cs typeface="Trebuchet MS"/>
              </a:rPr>
              <a:t>dan</a:t>
            </a:r>
            <a:r>
              <a:rPr sz="1450" spc="-55" dirty="0">
                <a:solidFill>
                  <a:srgbClr val="FFF6EC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FF6EC"/>
                </a:solidFill>
                <a:latin typeface="Trebuchet MS"/>
                <a:cs typeface="Trebuchet MS"/>
              </a:rPr>
              <a:t>mudah </a:t>
            </a:r>
            <a:r>
              <a:rPr sz="1450" spc="-10" dirty="0">
                <a:solidFill>
                  <a:srgbClr val="FFF6EC"/>
                </a:solidFill>
                <a:latin typeface="Trebuchet MS"/>
                <a:cs typeface="Trebuchet MS"/>
              </a:rPr>
              <a:t>dikelola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010525" y="508634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399" y="914400"/>
                </a:moveTo>
                <a:lnTo>
                  <a:pt x="380999" y="914400"/>
                </a:lnTo>
                <a:lnTo>
                  <a:pt x="362282" y="913942"/>
                </a:lnTo>
                <a:lnTo>
                  <a:pt x="306671" y="907078"/>
                </a:lnTo>
                <a:lnTo>
                  <a:pt x="252665" y="892137"/>
                </a:lnTo>
                <a:lnTo>
                  <a:pt x="201396" y="869415"/>
                </a:lnTo>
                <a:lnTo>
                  <a:pt x="154018" y="839410"/>
                </a:lnTo>
                <a:lnTo>
                  <a:pt x="111592" y="802807"/>
                </a:lnTo>
                <a:lnTo>
                  <a:pt x="74989" y="760380"/>
                </a:lnTo>
                <a:lnTo>
                  <a:pt x="44983" y="713003"/>
                </a:lnTo>
                <a:lnTo>
                  <a:pt x="22261" y="661734"/>
                </a:lnTo>
                <a:lnTo>
                  <a:pt x="7321" y="607729"/>
                </a:lnTo>
                <a:lnTo>
                  <a:pt x="457" y="552117"/>
                </a:lnTo>
                <a:lnTo>
                  <a:pt x="0" y="0"/>
                </a:lnTo>
                <a:lnTo>
                  <a:pt x="7482" y="0"/>
                </a:lnTo>
                <a:lnTo>
                  <a:pt x="56071" y="1720"/>
                </a:lnTo>
                <a:lnTo>
                  <a:pt x="100787" y="5571"/>
                </a:lnTo>
                <a:lnTo>
                  <a:pt x="145259" y="11611"/>
                </a:lnTo>
                <a:lnTo>
                  <a:pt x="189382" y="19826"/>
                </a:lnTo>
                <a:lnTo>
                  <a:pt x="233048" y="30196"/>
                </a:lnTo>
                <a:lnTo>
                  <a:pt x="276153" y="42697"/>
                </a:lnTo>
                <a:lnTo>
                  <a:pt x="318593" y="57296"/>
                </a:lnTo>
                <a:lnTo>
                  <a:pt x="360265" y="73962"/>
                </a:lnTo>
                <a:lnTo>
                  <a:pt x="401070" y="92652"/>
                </a:lnTo>
                <a:lnTo>
                  <a:pt x="440908" y="113321"/>
                </a:lnTo>
                <a:lnTo>
                  <a:pt x="479683" y="135920"/>
                </a:lnTo>
                <a:lnTo>
                  <a:pt x="517304" y="160395"/>
                </a:lnTo>
                <a:lnTo>
                  <a:pt x="553679" y="186686"/>
                </a:lnTo>
                <a:lnTo>
                  <a:pt x="588719" y="214731"/>
                </a:lnTo>
                <a:lnTo>
                  <a:pt x="622341" y="244460"/>
                </a:lnTo>
                <a:lnTo>
                  <a:pt x="654463" y="275804"/>
                </a:lnTo>
                <a:lnTo>
                  <a:pt x="685010" y="308686"/>
                </a:lnTo>
                <a:lnTo>
                  <a:pt x="713906" y="343028"/>
                </a:lnTo>
                <a:lnTo>
                  <a:pt x="741081" y="378745"/>
                </a:lnTo>
                <a:lnTo>
                  <a:pt x="766471" y="415754"/>
                </a:lnTo>
                <a:lnTo>
                  <a:pt x="790016" y="453964"/>
                </a:lnTo>
                <a:lnTo>
                  <a:pt x="811657" y="493283"/>
                </a:lnTo>
                <a:lnTo>
                  <a:pt x="831241" y="533400"/>
                </a:lnTo>
                <a:lnTo>
                  <a:pt x="849024" y="574866"/>
                </a:lnTo>
                <a:lnTo>
                  <a:pt x="864661" y="616935"/>
                </a:lnTo>
                <a:lnTo>
                  <a:pt x="878216" y="659721"/>
                </a:lnTo>
                <a:lnTo>
                  <a:pt x="889654" y="703120"/>
                </a:lnTo>
                <a:lnTo>
                  <a:pt x="898950" y="747028"/>
                </a:lnTo>
                <a:lnTo>
                  <a:pt x="906080" y="791339"/>
                </a:lnTo>
                <a:lnTo>
                  <a:pt x="911027" y="835948"/>
                </a:lnTo>
                <a:lnTo>
                  <a:pt x="913653" y="877812"/>
                </a:lnTo>
                <a:lnTo>
                  <a:pt x="914399" y="91440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9420224" y="2057399"/>
            <a:ext cx="2019300" cy="2705100"/>
            <a:chOff x="9420224" y="2057399"/>
            <a:chExt cx="2019300" cy="2705100"/>
          </a:xfrm>
        </p:grpSpPr>
        <p:sp>
          <p:nvSpPr>
            <p:cNvPr id="29" name="object 29"/>
            <p:cNvSpPr/>
            <p:nvPr/>
          </p:nvSpPr>
          <p:spPr>
            <a:xfrm>
              <a:off x="10220324" y="2057399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1219200" y="1219108"/>
                  </a:moveTo>
                  <a:lnTo>
                    <a:pt x="1204237" y="1219108"/>
                  </a:lnTo>
                  <a:lnTo>
                    <a:pt x="1189278" y="1218832"/>
                  </a:lnTo>
                  <a:lnTo>
                    <a:pt x="1144435" y="1216905"/>
                  </a:lnTo>
                  <a:lnTo>
                    <a:pt x="1099696" y="1213329"/>
                  </a:lnTo>
                  <a:lnTo>
                    <a:pt x="1055119" y="1208108"/>
                  </a:lnTo>
                  <a:lnTo>
                    <a:pt x="1010761" y="1201250"/>
                  </a:lnTo>
                  <a:lnTo>
                    <a:pt x="966686" y="1192763"/>
                  </a:lnTo>
                  <a:lnTo>
                    <a:pt x="922957" y="1182661"/>
                  </a:lnTo>
                  <a:lnTo>
                    <a:pt x="879628" y="1170956"/>
                  </a:lnTo>
                  <a:lnTo>
                    <a:pt x="836758" y="1157664"/>
                  </a:lnTo>
                  <a:lnTo>
                    <a:pt x="794405" y="1142803"/>
                  </a:lnTo>
                  <a:lnTo>
                    <a:pt x="752630" y="1126393"/>
                  </a:lnTo>
                  <a:lnTo>
                    <a:pt x="711487" y="1108458"/>
                  </a:lnTo>
                  <a:lnTo>
                    <a:pt x="671031" y="1089019"/>
                  </a:lnTo>
                  <a:lnTo>
                    <a:pt x="631318" y="1068104"/>
                  </a:lnTo>
                  <a:lnTo>
                    <a:pt x="592404" y="1045742"/>
                  </a:lnTo>
                  <a:lnTo>
                    <a:pt x="554338" y="1021964"/>
                  </a:lnTo>
                  <a:lnTo>
                    <a:pt x="517172" y="996799"/>
                  </a:lnTo>
                  <a:lnTo>
                    <a:pt x="480959" y="970283"/>
                  </a:lnTo>
                  <a:lnTo>
                    <a:pt x="445747" y="942454"/>
                  </a:lnTo>
                  <a:lnTo>
                    <a:pt x="411582" y="913347"/>
                  </a:lnTo>
                  <a:lnTo>
                    <a:pt x="378511" y="883002"/>
                  </a:lnTo>
                  <a:lnTo>
                    <a:pt x="346578" y="851459"/>
                  </a:lnTo>
                  <a:lnTo>
                    <a:pt x="315830" y="818764"/>
                  </a:lnTo>
                  <a:lnTo>
                    <a:pt x="286307" y="784959"/>
                  </a:lnTo>
                  <a:lnTo>
                    <a:pt x="258047" y="750090"/>
                  </a:lnTo>
                  <a:lnTo>
                    <a:pt x="231088" y="714203"/>
                  </a:lnTo>
                  <a:lnTo>
                    <a:pt x="205470" y="677351"/>
                  </a:lnTo>
                  <a:lnTo>
                    <a:pt x="181226" y="639580"/>
                  </a:lnTo>
                  <a:lnTo>
                    <a:pt x="158388" y="600941"/>
                  </a:lnTo>
                  <a:lnTo>
                    <a:pt x="136988" y="561487"/>
                  </a:lnTo>
                  <a:lnTo>
                    <a:pt x="117054" y="521274"/>
                  </a:lnTo>
                  <a:lnTo>
                    <a:pt x="98615" y="480355"/>
                  </a:lnTo>
                  <a:lnTo>
                    <a:pt x="81694" y="438783"/>
                  </a:lnTo>
                  <a:lnTo>
                    <a:pt x="66314" y="396617"/>
                  </a:lnTo>
                  <a:lnTo>
                    <a:pt x="52497" y="353914"/>
                  </a:lnTo>
                  <a:lnTo>
                    <a:pt x="40262" y="310733"/>
                  </a:lnTo>
                  <a:lnTo>
                    <a:pt x="29623" y="267127"/>
                  </a:lnTo>
                  <a:lnTo>
                    <a:pt x="20596" y="223160"/>
                  </a:lnTo>
                  <a:lnTo>
                    <a:pt x="13195" y="178893"/>
                  </a:lnTo>
                  <a:lnTo>
                    <a:pt x="7428" y="134384"/>
                  </a:lnTo>
                  <a:lnTo>
                    <a:pt x="3304" y="89689"/>
                  </a:lnTo>
                  <a:lnTo>
                    <a:pt x="826" y="44874"/>
                  </a:lnTo>
                  <a:lnTo>
                    <a:pt x="350" y="29001"/>
                  </a:lnTo>
                  <a:lnTo>
                    <a:pt x="226" y="22261"/>
                  </a:lnTo>
                  <a:lnTo>
                    <a:pt x="118" y="16401"/>
                  </a:lnTo>
                  <a:lnTo>
                    <a:pt x="0" y="0"/>
                  </a:lnTo>
                  <a:lnTo>
                    <a:pt x="838200" y="0"/>
                  </a:lnTo>
                  <a:lnTo>
                    <a:pt x="894082" y="4118"/>
                  </a:lnTo>
                  <a:lnTo>
                    <a:pt x="948799" y="16401"/>
                  </a:lnTo>
                  <a:lnTo>
                    <a:pt x="1001120" y="36587"/>
                  </a:lnTo>
                  <a:lnTo>
                    <a:pt x="1049872" y="64209"/>
                  </a:lnTo>
                  <a:lnTo>
                    <a:pt x="1094048" y="98680"/>
                  </a:lnTo>
                  <a:lnTo>
                    <a:pt x="1132720" y="139293"/>
                  </a:lnTo>
                  <a:lnTo>
                    <a:pt x="1165008" y="185144"/>
                  </a:lnTo>
                  <a:lnTo>
                    <a:pt x="1190198" y="235197"/>
                  </a:lnTo>
                  <a:lnTo>
                    <a:pt x="1207778" y="288401"/>
                  </a:lnTo>
                  <a:lnTo>
                    <a:pt x="1217370" y="343655"/>
                  </a:lnTo>
                  <a:lnTo>
                    <a:pt x="1219199" y="381000"/>
                  </a:lnTo>
                  <a:lnTo>
                    <a:pt x="1219200" y="1219108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420224" y="4724399"/>
              <a:ext cx="609600" cy="38100"/>
            </a:xfrm>
            <a:custGeom>
              <a:avLst/>
              <a:gdLst/>
              <a:ahLst/>
              <a:cxnLst/>
              <a:rect l="l" t="t" r="r" b="b"/>
              <a:pathLst>
                <a:path w="609600" h="38100">
                  <a:moveTo>
                    <a:pt x="6095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609599" y="0"/>
                  </a:lnTo>
                  <a:lnTo>
                    <a:pt x="609599" y="38099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1605" y="767367"/>
            <a:ext cx="4264660" cy="8839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600" spc="-865" dirty="0">
                <a:solidFill>
                  <a:srgbClr val="E9580C"/>
                </a:solidFill>
                <a:latin typeface="Trebuchet MS"/>
                <a:cs typeface="Trebuchet MS"/>
              </a:rPr>
              <a:t>T</a:t>
            </a:r>
            <a:r>
              <a:rPr sz="5600" spc="-220" dirty="0">
                <a:solidFill>
                  <a:srgbClr val="E9580C"/>
                </a:solidFill>
                <a:latin typeface="Trebuchet MS"/>
                <a:cs typeface="Trebuchet MS"/>
              </a:rPr>
              <a:t>e</a:t>
            </a:r>
            <a:r>
              <a:rPr sz="5600" spc="-315" dirty="0">
                <a:solidFill>
                  <a:srgbClr val="E9580C"/>
                </a:solidFill>
                <a:latin typeface="Trebuchet MS"/>
                <a:cs typeface="Trebuchet MS"/>
              </a:rPr>
              <a:t>r</a:t>
            </a:r>
            <a:r>
              <a:rPr sz="5600" spc="75" dirty="0">
                <a:solidFill>
                  <a:srgbClr val="E9580C"/>
                </a:solidFill>
                <a:latin typeface="Trebuchet MS"/>
                <a:cs typeface="Trebuchet MS"/>
              </a:rPr>
              <a:t>i</a:t>
            </a:r>
            <a:r>
              <a:rPr sz="5600" spc="-200" dirty="0">
                <a:solidFill>
                  <a:srgbClr val="E9580C"/>
                </a:solidFill>
                <a:latin typeface="Trebuchet MS"/>
                <a:cs typeface="Trebuchet MS"/>
              </a:rPr>
              <a:t>m</a:t>
            </a:r>
            <a:r>
              <a:rPr sz="5600" spc="-135" dirty="0">
                <a:solidFill>
                  <a:srgbClr val="E9580C"/>
                </a:solidFill>
                <a:latin typeface="Trebuchet MS"/>
                <a:cs typeface="Trebuchet MS"/>
              </a:rPr>
              <a:t>a</a:t>
            </a:r>
            <a:r>
              <a:rPr sz="5600" spc="-140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sz="5600" spc="-155" dirty="0">
                <a:solidFill>
                  <a:srgbClr val="E9580C"/>
                </a:solidFill>
                <a:latin typeface="Trebuchet MS"/>
                <a:cs typeface="Trebuchet MS"/>
              </a:rPr>
              <a:t>Kasih!</a:t>
            </a:r>
            <a:endParaRPr sz="5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51398" y="1791599"/>
            <a:ext cx="5706110" cy="10839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635" algn="ctr">
              <a:lnSpc>
                <a:spcPts val="2700"/>
              </a:lnSpc>
              <a:spcBef>
                <a:spcPts val="380"/>
              </a:spcBef>
            </a:pPr>
            <a:r>
              <a:rPr sz="2450" spc="-10" dirty="0">
                <a:solidFill>
                  <a:srgbClr val="292524"/>
                </a:solidFill>
                <a:latin typeface="Trebuchet MS"/>
                <a:cs typeface="Trebuchet MS"/>
              </a:rPr>
              <a:t>Semoga</a:t>
            </a:r>
            <a:r>
              <a:rPr sz="2450" spc="-12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450" spc="-85" dirty="0">
                <a:solidFill>
                  <a:srgbClr val="292524"/>
                </a:solidFill>
                <a:latin typeface="Trebuchet MS"/>
                <a:cs typeface="Trebuchet MS"/>
              </a:rPr>
              <a:t>materi</a:t>
            </a:r>
            <a:r>
              <a:rPr sz="2450" spc="-3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450" spc="-55" dirty="0">
                <a:solidFill>
                  <a:srgbClr val="292524"/>
                </a:solidFill>
                <a:latin typeface="Trebuchet MS"/>
                <a:cs typeface="Trebuchet MS"/>
              </a:rPr>
              <a:t>tentang</a:t>
            </a:r>
            <a:r>
              <a:rPr sz="2450" spc="-229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450" spc="-35" dirty="0">
                <a:solidFill>
                  <a:srgbClr val="292524"/>
                </a:solidFill>
                <a:latin typeface="Trebuchet MS"/>
                <a:cs typeface="Trebuchet MS"/>
              </a:rPr>
              <a:t>Penempatan</a:t>
            </a:r>
            <a:r>
              <a:rPr sz="2450" spc="-10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450" spc="-25" dirty="0">
                <a:solidFill>
                  <a:srgbClr val="292524"/>
                </a:solidFill>
                <a:latin typeface="Trebuchet MS"/>
                <a:cs typeface="Trebuchet MS"/>
              </a:rPr>
              <a:t>CSS </a:t>
            </a:r>
            <a:r>
              <a:rPr sz="2450" spc="-55" dirty="0">
                <a:solidFill>
                  <a:srgbClr val="292524"/>
                </a:solidFill>
                <a:latin typeface="Trebuchet MS"/>
                <a:cs typeface="Trebuchet MS"/>
              </a:rPr>
              <a:t>bermanfaat</a:t>
            </a:r>
            <a:r>
              <a:rPr sz="2450" spc="-17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450" spc="-10" dirty="0">
                <a:solidFill>
                  <a:srgbClr val="292524"/>
                </a:solidFill>
                <a:latin typeface="Trebuchet MS"/>
                <a:cs typeface="Trebuchet MS"/>
              </a:rPr>
              <a:t>untuk</a:t>
            </a:r>
            <a:r>
              <a:rPr sz="2450" spc="-23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450" spc="-10" dirty="0">
                <a:solidFill>
                  <a:srgbClr val="292524"/>
                </a:solidFill>
                <a:latin typeface="Trebuchet MS"/>
                <a:cs typeface="Trebuchet MS"/>
              </a:rPr>
              <a:t>pengembangan</a:t>
            </a:r>
            <a:r>
              <a:rPr sz="2450" spc="-9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450" spc="-50" dirty="0">
                <a:solidFill>
                  <a:srgbClr val="292524"/>
                </a:solidFill>
                <a:latin typeface="Trebuchet MS"/>
                <a:cs typeface="Trebuchet MS"/>
              </a:rPr>
              <a:t>website </a:t>
            </a:r>
            <a:r>
              <a:rPr sz="2450" spc="-10" dirty="0">
                <a:solidFill>
                  <a:srgbClr val="292524"/>
                </a:solidFill>
                <a:latin typeface="Trebuchet MS"/>
                <a:cs typeface="Trebuchet MS"/>
              </a:rPr>
              <a:t>Anda.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9031" y="2980944"/>
            <a:ext cx="9412605" cy="2649220"/>
            <a:chOff x="1399031" y="2980944"/>
            <a:chExt cx="9412605" cy="26492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9031" y="2980944"/>
              <a:ext cx="9412223" cy="26487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3450" y="3676649"/>
              <a:ext cx="311150" cy="381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08869" y="4244975"/>
            <a:ext cx="1700530" cy="51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b="1" spc="150" dirty="0">
                <a:latin typeface="Trebuchet MS"/>
                <a:cs typeface="Trebuchet MS"/>
              </a:rPr>
              <a:t>Materi</a:t>
            </a:r>
            <a:r>
              <a:rPr sz="1350" b="1" spc="80" dirty="0">
                <a:latin typeface="Trebuchet MS"/>
                <a:cs typeface="Trebuchet MS"/>
              </a:rPr>
              <a:t> </a:t>
            </a:r>
            <a:r>
              <a:rPr sz="1350" b="1" spc="135" dirty="0">
                <a:latin typeface="Trebuchet MS"/>
                <a:cs typeface="Trebuchet MS"/>
              </a:rPr>
              <a:t>Tambahan</a:t>
            </a:r>
            <a:endParaRPr sz="1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sz="1050" dirty="0">
                <a:solidFill>
                  <a:srgbClr val="6A7280"/>
                </a:solidFill>
                <a:latin typeface="Yu Gothic"/>
                <a:cs typeface="Yu Gothic"/>
              </a:rPr>
              <a:t>Pelajari</a:t>
            </a:r>
            <a:r>
              <a:rPr sz="1050" spc="170" dirty="0">
                <a:solidFill>
                  <a:srgbClr val="6A7280"/>
                </a:solidFill>
                <a:latin typeface="Yu Gothic"/>
                <a:cs typeface="Yu Gothic"/>
              </a:rPr>
              <a:t> </a:t>
            </a:r>
            <a:r>
              <a:rPr sz="1050" dirty="0">
                <a:solidFill>
                  <a:srgbClr val="6A7280"/>
                </a:solidFill>
                <a:latin typeface="Yu Gothic"/>
                <a:cs typeface="Yu Gothic"/>
              </a:rPr>
              <a:t>lebih</a:t>
            </a:r>
            <a:r>
              <a:rPr sz="1050" spc="175" dirty="0">
                <a:solidFill>
                  <a:srgbClr val="6A7280"/>
                </a:solidFill>
                <a:latin typeface="Yu Gothic"/>
                <a:cs typeface="Yu Gothic"/>
              </a:rPr>
              <a:t> </a:t>
            </a:r>
            <a:r>
              <a:rPr sz="1050" spc="-10" dirty="0">
                <a:solidFill>
                  <a:srgbClr val="6A7280"/>
                </a:solidFill>
                <a:latin typeface="Yu Gothic"/>
                <a:cs typeface="Yu Gothic"/>
              </a:rPr>
              <a:t>lanjut</a:t>
            </a:r>
            <a:endParaRPr sz="1050">
              <a:latin typeface="Yu Gothic"/>
              <a:cs typeface="Yu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14875" y="3676650"/>
            <a:ext cx="3328035" cy="381000"/>
            <a:chOff x="5914875" y="3676650"/>
            <a:chExt cx="3328035" cy="3810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4875" y="3752850"/>
              <a:ext cx="3810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61374" y="3676650"/>
              <a:ext cx="381000" cy="3810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326359" y="4244975"/>
            <a:ext cx="1558290" cy="51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sz="1350" b="1" spc="135" dirty="0">
                <a:latin typeface="Trebuchet MS"/>
                <a:cs typeface="Trebuchet MS"/>
              </a:rPr>
              <a:t>Praktik</a:t>
            </a:r>
            <a:r>
              <a:rPr sz="1350" b="1" spc="60" dirty="0">
                <a:latin typeface="Trebuchet MS"/>
                <a:cs typeface="Trebuchet MS"/>
              </a:rPr>
              <a:t> </a:t>
            </a:r>
            <a:r>
              <a:rPr sz="1350" b="1" spc="160" dirty="0">
                <a:latin typeface="Trebuchet MS"/>
                <a:cs typeface="Trebuchet MS"/>
              </a:rPr>
              <a:t>Coding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050" dirty="0">
                <a:solidFill>
                  <a:srgbClr val="6A7280"/>
                </a:solidFill>
                <a:latin typeface="Yu Gothic"/>
                <a:cs typeface="Yu Gothic"/>
              </a:rPr>
              <a:t>Terapkan</a:t>
            </a:r>
            <a:r>
              <a:rPr sz="1050" spc="155" dirty="0">
                <a:solidFill>
                  <a:srgbClr val="6A7280"/>
                </a:solidFill>
                <a:latin typeface="Yu Gothic"/>
                <a:cs typeface="Yu Gothic"/>
              </a:rPr>
              <a:t> </a:t>
            </a:r>
            <a:r>
              <a:rPr sz="1050" spc="40" dirty="0">
                <a:solidFill>
                  <a:srgbClr val="6A7280"/>
                </a:solidFill>
                <a:latin typeface="Yu Gothic"/>
                <a:cs typeface="Yu Gothic"/>
              </a:rPr>
              <a:t>pengetahuan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41035" y="4244975"/>
            <a:ext cx="1221740" cy="51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114" dirty="0">
                <a:latin typeface="Trebuchet MS"/>
                <a:cs typeface="Trebuchet MS"/>
              </a:rPr>
              <a:t>Tanya</a:t>
            </a:r>
            <a:r>
              <a:rPr sz="1350" b="1" spc="75" dirty="0">
                <a:latin typeface="Trebuchet MS"/>
                <a:cs typeface="Trebuchet MS"/>
              </a:rPr>
              <a:t> </a:t>
            </a:r>
            <a:r>
              <a:rPr sz="1350" b="1" spc="85" dirty="0">
                <a:latin typeface="Trebuchet MS"/>
                <a:cs typeface="Trebuchet MS"/>
              </a:rPr>
              <a:t>Jawab</a:t>
            </a:r>
            <a:endParaRPr sz="1350">
              <a:latin typeface="Trebuchet MS"/>
              <a:cs typeface="Trebuchet MS"/>
            </a:endParaRPr>
          </a:p>
          <a:p>
            <a:pPr marL="60325">
              <a:lnSpc>
                <a:spcPct val="100000"/>
              </a:lnSpc>
              <a:spcBef>
                <a:spcPts val="1005"/>
              </a:spcBef>
            </a:pPr>
            <a:r>
              <a:rPr sz="1050" dirty="0">
                <a:solidFill>
                  <a:srgbClr val="6A7280"/>
                </a:solidFill>
                <a:latin typeface="Yu Gothic"/>
                <a:cs typeface="Yu Gothic"/>
              </a:rPr>
              <a:t>Diskusi</a:t>
            </a:r>
            <a:r>
              <a:rPr sz="1050" spc="150" dirty="0">
                <a:solidFill>
                  <a:srgbClr val="6A7280"/>
                </a:solidFill>
                <a:latin typeface="Yu Gothic"/>
                <a:cs typeface="Yu Gothic"/>
              </a:rPr>
              <a:t> </a:t>
            </a:r>
            <a:r>
              <a:rPr sz="1050" spc="40" dirty="0">
                <a:solidFill>
                  <a:srgbClr val="6A7280"/>
                </a:solidFill>
                <a:latin typeface="Yu Gothic"/>
                <a:cs typeface="Yu Gothic"/>
              </a:rPr>
              <a:t>bersama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2735" y="5698757"/>
            <a:ext cx="38163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00" dirty="0">
                <a:solidFill>
                  <a:srgbClr val="9CA2AF"/>
                </a:solidFill>
                <a:latin typeface="Trebuchet MS"/>
                <a:cs typeface="Trebuchet MS"/>
              </a:rPr>
              <a:t>©</a:t>
            </a:r>
            <a:r>
              <a:rPr sz="1300" spc="-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9CA2AF"/>
                </a:solidFill>
                <a:latin typeface="Trebuchet MS"/>
                <a:cs typeface="Trebuchet MS"/>
              </a:rPr>
              <a:t>2026</a:t>
            </a:r>
            <a:r>
              <a:rPr sz="1300" spc="-6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9CA2AF"/>
                </a:solidFill>
                <a:latin typeface="Trebuchet MS"/>
                <a:cs typeface="Trebuchet MS"/>
              </a:rPr>
              <a:t>Web</a:t>
            </a:r>
            <a:r>
              <a:rPr sz="1300" spc="-4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9CA2AF"/>
                </a:solidFill>
                <a:latin typeface="Trebuchet MS"/>
                <a:cs typeface="Trebuchet MS"/>
              </a:rPr>
              <a:t>Development</a:t>
            </a:r>
            <a:r>
              <a:rPr sz="1300" spc="-7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300" spc="-50" dirty="0">
                <a:solidFill>
                  <a:srgbClr val="9CA2AF"/>
                </a:solidFill>
                <a:latin typeface="Trebuchet MS"/>
                <a:cs typeface="Trebuchet MS"/>
              </a:rPr>
              <a:t>Series.</a:t>
            </a:r>
            <a:r>
              <a:rPr sz="1300" spc="2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300" spc="-95" dirty="0">
                <a:solidFill>
                  <a:srgbClr val="9CA2AF"/>
                </a:solidFill>
                <a:latin typeface="Trebuchet MS"/>
                <a:cs typeface="Trebuchet MS"/>
              </a:rPr>
              <a:t>All</a:t>
            </a:r>
            <a:r>
              <a:rPr sz="130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9CA2AF"/>
                </a:solidFill>
                <a:latin typeface="Trebuchet MS"/>
                <a:cs typeface="Trebuchet MS"/>
              </a:rPr>
              <a:t>Rights</a:t>
            </a:r>
            <a:r>
              <a:rPr sz="1300" spc="-5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9CA2AF"/>
                </a:solidFill>
                <a:latin typeface="Trebuchet MS"/>
                <a:cs typeface="Trebuchet MS"/>
              </a:rPr>
              <a:t>Reserved.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858</Words>
  <Application>Microsoft Office PowerPoint</Application>
  <PresentationFormat>Kustom</PresentationFormat>
  <Paragraphs>221</Paragraphs>
  <Slides>12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6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12</vt:i4>
      </vt:variant>
    </vt:vector>
  </HeadingPairs>
  <TitlesOfParts>
    <vt:vector size="19" baseType="lpstr">
      <vt:lpstr>Yu Gothic</vt:lpstr>
      <vt:lpstr>Arial</vt:lpstr>
      <vt:lpstr>Courier New</vt:lpstr>
      <vt:lpstr>Microsoft Sans Serif</vt:lpstr>
      <vt:lpstr>Tahoma</vt:lpstr>
      <vt:lpstr>Trebuchet MS</vt:lpstr>
      <vt:lpstr>Office Theme</vt:lpstr>
      <vt:lpstr>Penempatan CSS</vt:lpstr>
      <vt:lpstr>Apa itu Penempatan CSS?</vt:lpstr>
      <vt:lpstr>1. Inline CSS</vt:lpstr>
      <vt:lpstr>2. Internal</vt:lpstr>
      <vt:lpstr>External CSS</vt:lpstr>
      <vt:lpstr>External CSS: Kelebihan &amp; Kekurangan</vt:lpstr>
      <vt:lpstr>Perbandingan Penempatan CSS Memilih metode yang tepat untuk kebutuhan Anda</vt:lpstr>
      <vt:lpstr>Prioritas CSS</vt:lpstr>
      <vt:lpstr>Penempatan File CSS yang Benar</vt:lpstr>
      <vt:lpstr>External CSS</vt:lpstr>
      <vt:lpstr>Kesimpulan</vt:lpstr>
      <vt:lpstr>Terima Kasih!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A. Irgi Irwan. A</cp:lastModifiedBy>
  <cp:revision>4</cp:revision>
  <dcterms:created xsi:type="dcterms:W3CDTF">2026-05-09T05:39:16Z</dcterms:created>
  <dcterms:modified xsi:type="dcterms:W3CDTF">2026-05-09T05:58:52Z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2026-05-09T00:00:00Z</vt:filetime>
  </property>
  <property fmtid="{D5CDD505-2E9C-101B-9397-08002B2CF9AE}" pid="4" name="LastSaved">
    <vt:filetime>2026-05-09T00:00:00Z</vt:filetime>
  </property>
</Properties>
</file>