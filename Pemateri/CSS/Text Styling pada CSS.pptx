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77" r:id="rId7"/>
    <p:sldId id="263" r:id="rId8"/>
    <p:sldId id="264" r:id="rId9"/>
    <p:sldId id="265" r:id="rId10"/>
    <p:sldId id="266" r:id="rId11"/>
    <p:sldId id="278" r:id="rId12"/>
    <p:sldId id="267" r:id="rId13"/>
    <p:sldId id="268" r:id="rId14"/>
    <p:sldId id="269" r:id="rId15"/>
    <p:sldId id="279" r:id="rId16"/>
    <p:sldId id="270" r:id="rId17"/>
    <p:sldId id="280" r:id="rId18"/>
    <p:sldId id="271" r:id="rId19"/>
    <p:sldId id="281" r:id="rId20"/>
    <p:sldId id="272" r:id="rId21"/>
    <p:sldId id="282" r:id="rId22"/>
    <p:sldId id="273" r:id="rId23"/>
    <p:sldId id="283" r:id="rId24"/>
    <p:sldId id="274" r:id="rId25"/>
    <p:sldId id="284" r:id="rId26"/>
    <p:sldId id="275" r:id="rId27"/>
    <p:sldId id="285" r:id="rId28"/>
    <p:sldId id="276" r:id="rId29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6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29917"/>
            <a:ext cx="9715500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2925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47592"/>
            <a:ext cx="800100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0443" y="533411"/>
            <a:ext cx="954405" cy="954405"/>
          </a:xfrm>
          <a:custGeom>
            <a:avLst/>
            <a:gdLst/>
            <a:ahLst/>
            <a:cxnLst/>
            <a:rect l="l" t="t" r="r" b="b"/>
            <a:pathLst>
              <a:path w="954405" h="954405">
                <a:moveTo>
                  <a:pt x="954024" y="0"/>
                </a:moveTo>
                <a:lnTo>
                  <a:pt x="771144" y="0"/>
                </a:lnTo>
                <a:lnTo>
                  <a:pt x="771144" y="228600"/>
                </a:lnTo>
                <a:lnTo>
                  <a:pt x="771144" y="533400"/>
                </a:lnTo>
                <a:lnTo>
                  <a:pt x="765035" y="574802"/>
                </a:lnTo>
                <a:lnTo>
                  <a:pt x="747090" y="612787"/>
                </a:lnTo>
                <a:lnTo>
                  <a:pt x="718870" y="643890"/>
                </a:lnTo>
                <a:lnTo>
                  <a:pt x="682955" y="665391"/>
                </a:lnTo>
                <a:lnTo>
                  <a:pt x="642353" y="675589"/>
                </a:lnTo>
                <a:lnTo>
                  <a:pt x="628269" y="676275"/>
                </a:lnTo>
                <a:lnTo>
                  <a:pt x="323469" y="676275"/>
                </a:lnTo>
                <a:lnTo>
                  <a:pt x="282067" y="670153"/>
                </a:lnTo>
                <a:lnTo>
                  <a:pt x="244081" y="652208"/>
                </a:lnTo>
                <a:lnTo>
                  <a:pt x="212979" y="623989"/>
                </a:lnTo>
                <a:lnTo>
                  <a:pt x="191477" y="588073"/>
                </a:lnTo>
                <a:lnTo>
                  <a:pt x="181279" y="547471"/>
                </a:lnTo>
                <a:lnTo>
                  <a:pt x="180594" y="533400"/>
                </a:lnTo>
                <a:lnTo>
                  <a:pt x="180594" y="228600"/>
                </a:lnTo>
                <a:lnTo>
                  <a:pt x="186715" y="187185"/>
                </a:lnTo>
                <a:lnTo>
                  <a:pt x="204660" y="149199"/>
                </a:lnTo>
                <a:lnTo>
                  <a:pt x="232879" y="118097"/>
                </a:lnTo>
                <a:lnTo>
                  <a:pt x="268795" y="96596"/>
                </a:lnTo>
                <a:lnTo>
                  <a:pt x="309397" y="86398"/>
                </a:lnTo>
                <a:lnTo>
                  <a:pt x="323469" y="85725"/>
                </a:lnTo>
                <a:lnTo>
                  <a:pt x="628269" y="85725"/>
                </a:lnTo>
                <a:lnTo>
                  <a:pt x="669683" y="91833"/>
                </a:lnTo>
                <a:lnTo>
                  <a:pt x="707669" y="109778"/>
                </a:lnTo>
                <a:lnTo>
                  <a:pt x="738771" y="137998"/>
                </a:lnTo>
                <a:lnTo>
                  <a:pt x="760272" y="173913"/>
                </a:lnTo>
                <a:lnTo>
                  <a:pt x="770470" y="214515"/>
                </a:lnTo>
                <a:lnTo>
                  <a:pt x="771144" y="228600"/>
                </a:lnTo>
                <a:lnTo>
                  <a:pt x="771144" y="0"/>
                </a:lnTo>
                <a:lnTo>
                  <a:pt x="0" y="0"/>
                </a:lnTo>
                <a:lnTo>
                  <a:pt x="0" y="954024"/>
                </a:lnTo>
                <a:lnTo>
                  <a:pt x="954024" y="954024"/>
                </a:lnTo>
                <a:lnTo>
                  <a:pt x="954024" y="676275"/>
                </a:lnTo>
                <a:lnTo>
                  <a:pt x="954024" y="85725"/>
                </a:lnTo>
                <a:lnTo>
                  <a:pt x="954024" y="0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1524" y="6095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57199" y="609599"/>
                </a:moveTo>
                <a:lnTo>
                  <a:pt x="152399" y="609599"/>
                </a:lnTo>
                <a:lnTo>
                  <a:pt x="144912" y="609416"/>
                </a:lnTo>
                <a:lnTo>
                  <a:pt x="101066" y="600695"/>
                </a:lnTo>
                <a:lnTo>
                  <a:pt x="61607" y="579604"/>
                </a:lnTo>
                <a:lnTo>
                  <a:pt x="29995" y="547992"/>
                </a:lnTo>
                <a:lnTo>
                  <a:pt x="8904" y="508533"/>
                </a:lnTo>
                <a:lnTo>
                  <a:pt x="183" y="464686"/>
                </a:lnTo>
                <a:lnTo>
                  <a:pt x="0" y="457199"/>
                </a:lnTo>
                <a:lnTo>
                  <a:pt x="0" y="152399"/>
                </a:lnTo>
                <a:lnTo>
                  <a:pt x="6560" y="108160"/>
                </a:lnTo>
                <a:lnTo>
                  <a:pt x="25683" y="67731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457199" y="0"/>
                </a:lnTo>
                <a:lnTo>
                  <a:pt x="501439" y="6560"/>
                </a:lnTo>
                <a:lnTo>
                  <a:pt x="541868" y="25683"/>
                </a:lnTo>
                <a:lnTo>
                  <a:pt x="575008" y="55717"/>
                </a:lnTo>
                <a:lnTo>
                  <a:pt x="597999" y="94078"/>
                </a:lnTo>
                <a:lnTo>
                  <a:pt x="608867" y="137462"/>
                </a:lnTo>
                <a:lnTo>
                  <a:pt x="609599" y="152399"/>
                </a:lnTo>
                <a:lnTo>
                  <a:pt x="609599" y="457199"/>
                </a:lnTo>
                <a:lnTo>
                  <a:pt x="603039" y="501439"/>
                </a:lnTo>
                <a:lnTo>
                  <a:pt x="583915" y="541868"/>
                </a:lnTo>
                <a:lnTo>
                  <a:pt x="553882" y="575008"/>
                </a:lnTo>
                <a:lnTo>
                  <a:pt x="515520" y="597999"/>
                </a:lnTo>
                <a:lnTo>
                  <a:pt x="472137" y="608867"/>
                </a:lnTo>
                <a:lnTo>
                  <a:pt x="457199" y="609599"/>
                </a:lnTo>
                <a:close/>
              </a:path>
            </a:pathLst>
          </a:custGeom>
          <a:solidFill>
            <a:srgbClr val="E958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2925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2925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2925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8424" y="484512"/>
            <a:ext cx="5537200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2925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580261"/>
            <a:ext cx="1028700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6389751"/>
            <a:ext cx="36576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2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74550" cy="7397750"/>
            <a:chOff x="0" y="0"/>
            <a:chExt cx="11424285" cy="6870700"/>
          </a:xfrm>
        </p:grpSpPr>
        <p:sp>
          <p:nvSpPr>
            <p:cNvPr id="3" name="object 3"/>
            <p:cNvSpPr/>
            <p:nvPr/>
          </p:nvSpPr>
          <p:spPr>
            <a:xfrm>
              <a:off x="0" y="8901"/>
              <a:ext cx="11424285" cy="6861809"/>
            </a:xfrm>
            <a:custGeom>
              <a:avLst/>
              <a:gdLst/>
              <a:ahLst/>
              <a:cxnLst/>
              <a:rect l="l" t="t" r="r" b="b"/>
              <a:pathLst>
                <a:path w="11424285" h="6861809">
                  <a:moveTo>
                    <a:pt x="8915" y="0"/>
                  </a:moveTo>
                  <a:lnTo>
                    <a:pt x="0" y="0"/>
                  </a:lnTo>
                  <a:lnTo>
                    <a:pt x="0" y="6402070"/>
                  </a:lnTo>
                  <a:lnTo>
                    <a:pt x="8915" y="6402070"/>
                  </a:lnTo>
                  <a:lnTo>
                    <a:pt x="8915" y="0"/>
                  </a:lnTo>
                  <a:close/>
                </a:path>
                <a:path w="11424285" h="6861809">
                  <a:moveTo>
                    <a:pt x="11423688" y="6410515"/>
                  </a:moveTo>
                  <a:lnTo>
                    <a:pt x="0" y="6410515"/>
                  </a:lnTo>
                  <a:lnTo>
                    <a:pt x="0" y="6861797"/>
                  </a:lnTo>
                  <a:lnTo>
                    <a:pt x="11423688" y="6861797"/>
                  </a:lnTo>
                  <a:lnTo>
                    <a:pt x="11423688" y="6410515"/>
                  </a:lnTo>
                  <a:close/>
                </a:path>
                <a:path w="11424285" h="6861809">
                  <a:moveTo>
                    <a:pt x="11423688" y="25"/>
                  </a:moveTo>
                  <a:lnTo>
                    <a:pt x="11421186" y="25"/>
                  </a:lnTo>
                  <a:lnTo>
                    <a:pt x="11421186" y="6401600"/>
                  </a:lnTo>
                  <a:lnTo>
                    <a:pt x="11423688" y="6401600"/>
                  </a:lnTo>
                  <a:lnTo>
                    <a:pt x="11423688" y="25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15" y="0"/>
              <a:ext cx="11412855" cy="6419850"/>
            </a:xfrm>
            <a:custGeom>
              <a:avLst/>
              <a:gdLst/>
              <a:ahLst/>
              <a:cxnLst/>
              <a:rect l="l" t="t" r="r" b="b"/>
              <a:pathLst>
                <a:path w="11412855" h="6419850">
                  <a:moveTo>
                    <a:pt x="11412278" y="6419406"/>
                  </a:moveTo>
                  <a:lnTo>
                    <a:pt x="0" y="6419406"/>
                  </a:lnTo>
                  <a:lnTo>
                    <a:pt x="0" y="0"/>
                  </a:lnTo>
                  <a:lnTo>
                    <a:pt x="11412278" y="0"/>
                  </a:lnTo>
                  <a:lnTo>
                    <a:pt x="11412278" y="6419406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963272" y="0"/>
              <a:ext cx="4458335" cy="4457700"/>
            </a:xfrm>
            <a:custGeom>
              <a:avLst/>
              <a:gdLst/>
              <a:ahLst/>
              <a:cxnLst/>
              <a:rect l="l" t="t" r="r" b="b"/>
              <a:pathLst>
                <a:path w="4458334" h="4457700">
                  <a:moveTo>
                    <a:pt x="3482544" y="4330699"/>
                  </a:moveTo>
                  <a:lnTo>
                    <a:pt x="1866958" y="4330699"/>
                  </a:lnTo>
                  <a:lnTo>
                    <a:pt x="1651167" y="4241799"/>
                  </a:lnTo>
                  <a:lnTo>
                    <a:pt x="1413881" y="4140199"/>
                  </a:lnTo>
                  <a:lnTo>
                    <a:pt x="1385027" y="4114799"/>
                  </a:lnTo>
                  <a:lnTo>
                    <a:pt x="1299654" y="4076699"/>
                  </a:lnTo>
                  <a:lnTo>
                    <a:pt x="1271602" y="4051299"/>
                  </a:lnTo>
                  <a:lnTo>
                    <a:pt x="1243765" y="4038599"/>
                  </a:lnTo>
                  <a:lnTo>
                    <a:pt x="1216144" y="4013199"/>
                  </a:lnTo>
                  <a:lnTo>
                    <a:pt x="1161556" y="3987799"/>
                  </a:lnTo>
                  <a:lnTo>
                    <a:pt x="1134607" y="3962399"/>
                  </a:lnTo>
                  <a:lnTo>
                    <a:pt x="1107889" y="3949699"/>
                  </a:lnTo>
                  <a:lnTo>
                    <a:pt x="1081403" y="3924299"/>
                  </a:lnTo>
                  <a:lnTo>
                    <a:pt x="1055157" y="3911599"/>
                  </a:lnTo>
                  <a:lnTo>
                    <a:pt x="1003409" y="3860799"/>
                  </a:lnTo>
                  <a:lnTo>
                    <a:pt x="977906" y="3848099"/>
                  </a:lnTo>
                  <a:lnTo>
                    <a:pt x="952659" y="3822699"/>
                  </a:lnTo>
                  <a:lnTo>
                    <a:pt x="927676" y="3797299"/>
                  </a:lnTo>
                  <a:lnTo>
                    <a:pt x="902955" y="3784599"/>
                  </a:lnTo>
                  <a:lnTo>
                    <a:pt x="878497" y="3759199"/>
                  </a:lnTo>
                  <a:lnTo>
                    <a:pt x="854310" y="3733799"/>
                  </a:lnTo>
                  <a:lnTo>
                    <a:pt x="830401" y="3708399"/>
                  </a:lnTo>
                  <a:lnTo>
                    <a:pt x="806770" y="3695699"/>
                  </a:lnTo>
                  <a:lnTo>
                    <a:pt x="760347" y="3644899"/>
                  </a:lnTo>
                  <a:lnTo>
                    <a:pt x="715084" y="3594099"/>
                  </a:lnTo>
                  <a:lnTo>
                    <a:pt x="670995" y="3543299"/>
                  </a:lnTo>
                  <a:lnTo>
                    <a:pt x="649405" y="3517899"/>
                  </a:lnTo>
                  <a:lnTo>
                    <a:pt x="628120" y="3505199"/>
                  </a:lnTo>
                  <a:lnTo>
                    <a:pt x="607140" y="3479799"/>
                  </a:lnTo>
                  <a:lnTo>
                    <a:pt x="586471" y="3454399"/>
                  </a:lnTo>
                  <a:lnTo>
                    <a:pt x="566120" y="3416299"/>
                  </a:lnTo>
                  <a:lnTo>
                    <a:pt x="546086" y="3390899"/>
                  </a:lnTo>
                  <a:lnTo>
                    <a:pt x="506977" y="3340099"/>
                  </a:lnTo>
                  <a:lnTo>
                    <a:pt x="469180" y="3289299"/>
                  </a:lnTo>
                  <a:lnTo>
                    <a:pt x="432706" y="3238499"/>
                  </a:lnTo>
                  <a:lnTo>
                    <a:pt x="397588" y="3174999"/>
                  </a:lnTo>
                  <a:lnTo>
                    <a:pt x="380539" y="3149599"/>
                  </a:lnTo>
                  <a:lnTo>
                    <a:pt x="363836" y="3124199"/>
                  </a:lnTo>
                  <a:lnTo>
                    <a:pt x="347484" y="3098799"/>
                  </a:lnTo>
                  <a:lnTo>
                    <a:pt x="331482" y="3060699"/>
                  </a:lnTo>
                  <a:lnTo>
                    <a:pt x="315831" y="3035299"/>
                  </a:lnTo>
                  <a:lnTo>
                    <a:pt x="300534" y="3009899"/>
                  </a:lnTo>
                  <a:lnTo>
                    <a:pt x="285597" y="2984499"/>
                  </a:lnTo>
                  <a:lnTo>
                    <a:pt x="271020" y="2946399"/>
                  </a:lnTo>
                  <a:lnTo>
                    <a:pt x="256803" y="2920999"/>
                  </a:lnTo>
                  <a:lnTo>
                    <a:pt x="242951" y="2895599"/>
                  </a:lnTo>
                  <a:lnTo>
                    <a:pt x="229466" y="2857499"/>
                  </a:lnTo>
                  <a:lnTo>
                    <a:pt x="216350" y="2832099"/>
                  </a:lnTo>
                  <a:lnTo>
                    <a:pt x="203602" y="2806699"/>
                  </a:lnTo>
                  <a:lnTo>
                    <a:pt x="191226" y="2768599"/>
                  </a:lnTo>
                  <a:lnTo>
                    <a:pt x="179226" y="2743199"/>
                  </a:lnTo>
                  <a:lnTo>
                    <a:pt x="167602" y="2705099"/>
                  </a:lnTo>
                  <a:lnTo>
                    <a:pt x="156354" y="2679699"/>
                  </a:lnTo>
                  <a:lnTo>
                    <a:pt x="145485" y="2641599"/>
                  </a:lnTo>
                  <a:lnTo>
                    <a:pt x="134999" y="2616199"/>
                  </a:lnTo>
                  <a:lnTo>
                    <a:pt x="124895" y="2590799"/>
                  </a:lnTo>
                  <a:lnTo>
                    <a:pt x="115174" y="2552699"/>
                  </a:lnTo>
                  <a:lnTo>
                    <a:pt x="105837" y="2527299"/>
                  </a:lnTo>
                  <a:lnTo>
                    <a:pt x="96889" y="2489199"/>
                  </a:lnTo>
                  <a:lnTo>
                    <a:pt x="88330" y="2463799"/>
                  </a:lnTo>
                  <a:lnTo>
                    <a:pt x="80158" y="2425699"/>
                  </a:lnTo>
                  <a:lnTo>
                    <a:pt x="72377" y="2400299"/>
                  </a:lnTo>
                  <a:lnTo>
                    <a:pt x="64990" y="2362199"/>
                  </a:lnTo>
                  <a:lnTo>
                    <a:pt x="57995" y="2336799"/>
                  </a:lnTo>
                  <a:lnTo>
                    <a:pt x="51393" y="2298699"/>
                  </a:lnTo>
                  <a:lnTo>
                    <a:pt x="45187" y="2260599"/>
                  </a:lnTo>
                  <a:lnTo>
                    <a:pt x="39378" y="2235199"/>
                  </a:lnTo>
                  <a:lnTo>
                    <a:pt x="33965" y="2197099"/>
                  </a:lnTo>
                  <a:lnTo>
                    <a:pt x="28949" y="2171699"/>
                  </a:lnTo>
                  <a:lnTo>
                    <a:pt x="24332" y="2133599"/>
                  </a:lnTo>
                  <a:lnTo>
                    <a:pt x="20115" y="2108199"/>
                  </a:lnTo>
                  <a:lnTo>
                    <a:pt x="16297" y="2070099"/>
                  </a:lnTo>
                  <a:lnTo>
                    <a:pt x="12879" y="2044699"/>
                  </a:lnTo>
                  <a:lnTo>
                    <a:pt x="9862" y="2006599"/>
                  </a:lnTo>
                  <a:lnTo>
                    <a:pt x="7247" y="1968499"/>
                  </a:lnTo>
                  <a:lnTo>
                    <a:pt x="5033" y="1943099"/>
                  </a:lnTo>
                  <a:lnTo>
                    <a:pt x="3222" y="1904999"/>
                  </a:lnTo>
                  <a:lnTo>
                    <a:pt x="1812" y="1879599"/>
                  </a:lnTo>
                  <a:lnTo>
                    <a:pt x="805" y="1841499"/>
                  </a:lnTo>
                  <a:lnTo>
                    <a:pt x="201" y="1803399"/>
                  </a:lnTo>
                  <a:lnTo>
                    <a:pt x="0" y="1777999"/>
                  </a:lnTo>
                  <a:lnTo>
                    <a:pt x="201" y="1739899"/>
                  </a:lnTo>
                  <a:lnTo>
                    <a:pt x="805" y="1714499"/>
                  </a:lnTo>
                  <a:lnTo>
                    <a:pt x="1812" y="1676399"/>
                  </a:lnTo>
                  <a:lnTo>
                    <a:pt x="3222" y="1650999"/>
                  </a:lnTo>
                  <a:lnTo>
                    <a:pt x="5033" y="1612899"/>
                  </a:lnTo>
                  <a:lnTo>
                    <a:pt x="7247" y="1574799"/>
                  </a:lnTo>
                  <a:lnTo>
                    <a:pt x="9862" y="1549399"/>
                  </a:lnTo>
                  <a:lnTo>
                    <a:pt x="12879" y="1511299"/>
                  </a:lnTo>
                  <a:lnTo>
                    <a:pt x="16297" y="1485899"/>
                  </a:lnTo>
                  <a:lnTo>
                    <a:pt x="20114" y="1447799"/>
                  </a:lnTo>
                  <a:lnTo>
                    <a:pt x="24332" y="1422399"/>
                  </a:lnTo>
                  <a:lnTo>
                    <a:pt x="28949" y="1384299"/>
                  </a:lnTo>
                  <a:lnTo>
                    <a:pt x="33964" y="1346199"/>
                  </a:lnTo>
                  <a:lnTo>
                    <a:pt x="39377" y="1320799"/>
                  </a:lnTo>
                  <a:lnTo>
                    <a:pt x="45187" y="1282699"/>
                  </a:lnTo>
                  <a:lnTo>
                    <a:pt x="51393" y="1257299"/>
                  </a:lnTo>
                  <a:lnTo>
                    <a:pt x="57994" y="1219199"/>
                  </a:lnTo>
                  <a:lnTo>
                    <a:pt x="64989" y="1193799"/>
                  </a:lnTo>
                  <a:lnTo>
                    <a:pt x="72377" y="1155699"/>
                  </a:lnTo>
                  <a:lnTo>
                    <a:pt x="80157" y="1130299"/>
                  </a:lnTo>
                  <a:lnTo>
                    <a:pt x="88329" y="1092199"/>
                  </a:lnTo>
                  <a:lnTo>
                    <a:pt x="96888" y="1066799"/>
                  </a:lnTo>
                  <a:lnTo>
                    <a:pt x="105836" y="1028699"/>
                  </a:lnTo>
                  <a:lnTo>
                    <a:pt x="115172" y="1003299"/>
                  </a:lnTo>
                  <a:lnTo>
                    <a:pt x="124894" y="965199"/>
                  </a:lnTo>
                  <a:lnTo>
                    <a:pt x="134998" y="939799"/>
                  </a:lnTo>
                  <a:lnTo>
                    <a:pt x="145484" y="901699"/>
                  </a:lnTo>
                  <a:lnTo>
                    <a:pt x="156353" y="876299"/>
                  </a:lnTo>
                  <a:lnTo>
                    <a:pt x="167602" y="850899"/>
                  </a:lnTo>
                  <a:lnTo>
                    <a:pt x="179226" y="812799"/>
                  </a:lnTo>
                  <a:lnTo>
                    <a:pt x="191226" y="787399"/>
                  </a:lnTo>
                  <a:lnTo>
                    <a:pt x="203602" y="749299"/>
                  </a:lnTo>
                  <a:lnTo>
                    <a:pt x="216349" y="723899"/>
                  </a:lnTo>
                  <a:lnTo>
                    <a:pt x="229465" y="698499"/>
                  </a:lnTo>
                  <a:lnTo>
                    <a:pt x="242950" y="660399"/>
                  </a:lnTo>
                  <a:lnTo>
                    <a:pt x="256802" y="634999"/>
                  </a:lnTo>
                  <a:lnTo>
                    <a:pt x="271019" y="609599"/>
                  </a:lnTo>
                  <a:lnTo>
                    <a:pt x="285596" y="571499"/>
                  </a:lnTo>
                  <a:lnTo>
                    <a:pt x="300533" y="546099"/>
                  </a:lnTo>
                  <a:lnTo>
                    <a:pt x="315829" y="520699"/>
                  </a:lnTo>
                  <a:lnTo>
                    <a:pt x="331481" y="482599"/>
                  </a:lnTo>
                  <a:lnTo>
                    <a:pt x="347483" y="457199"/>
                  </a:lnTo>
                  <a:lnTo>
                    <a:pt x="363835" y="431799"/>
                  </a:lnTo>
                  <a:lnTo>
                    <a:pt x="380538" y="406399"/>
                  </a:lnTo>
                  <a:lnTo>
                    <a:pt x="397587" y="368299"/>
                  </a:lnTo>
                  <a:lnTo>
                    <a:pt x="432705" y="317499"/>
                  </a:lnTo>
                  <a:lnTo>
                    <a:pt x="469180" y="266699"/>
                  </a:lnTo>
                  <a:lnTo>
                    <a:pt x="506977" y="215899"/>
                  </a:lnTo>
                  <a:lnTo>
                    <a:pt x="526370" y="177799"/>
                  </a:lnTo>
                  <a:lnTo>
                    <a:pt x="566119" y="126999"/>
                  </a:lnTo>
                  <a:lnTo>
                    <a:pt x="607140" y="76199"/>
                  </a:lnTo>
                  <a:lnTo>
                    <a:pt x="649405" y="25399"/>
                  </a:lnTo>
                  <a:lnTo>
                    <a:pt x="4457920" y="0"/>
                  </a:lnTo>
                  <a:lnTo>
                    <a:pt x="4457920" y="3771899"/>
                  </a:lnTo>
                  <a:lnTo>
                    <a:pt x="4446548" y="3784599"/>
                  </a:lnTo>
                  <a:lnTo>
                    <a:pt x="4421827" y="3797299"/>
                  </a:lnTo>
                  <a:lnTo>
                    <a:pt x="4396843" y="3822699"/>
                  </a:lnTo>
                  <a:lnTo>
                    <a:pt x="4371596" y="3848099"/>
                  </a:lnTo>
                  <a:lnTo>
                    <a:pt x="4346094" y="3860799"/>
                  </a:lnTo>
                  <a:lnTo>
                    <a:pt x="4294345" y="3911599"/>
                  </a:lnTo>
                  <a:lnTo>
                    <a:pt x="4268099" y="3924299"/>
                  </a:lnTo>
                  <a:lnTo>
                    <a:pt x="4241613" y="3949699"/>
                  </a:lnTo>
                  <a:lnTo>
                    <a:pt x="4214895" y="3962399"/>
                  </a:lnTo>
                  <a:lnTo>
                    <a:pt x="4187945" y="3987799"/>
                  </a:lnTo>
                  <a:lnTo>
                    <a:pt x="4133357" y="4013199"/>
                  </a:lnTo>
                  <a:lnTo>
                    <a:pt x="4105736" y="4038599"/>
                  </a:lnTo>
                  <a:lnTo>
                    <a:pt x="4077900" y="4051299"/>
                  </a:lnTo>
                  <a:lnTo>
                    <a:pt x="4049848" y="4076699"/>
                  </a:lnTo>
                  <a:lnTo>
                    <a:pt x="3964476" y="4114799"/>
                  </a:lnTo>
                  <a:lnTo>
                    <a:pt x="3935621" y="4140199"/>
                  </a:lnTo>
                  <a:lnTo>
                    <a:pt x="3698335" y="4241799"/>
                  </a:lnTo>
                  <a:lnTo>
                    <a:pt x="3482544" y="4330699"/>
                  </a:lnTo>
                  <a:close/>
                </a:path>
                <a:path w="4458334" h="4457700">
                  <a:moveTo>
                    <a:pt x="3356456" y="4368799"/>
                  </a:moveTo>
                  <a:lnTo>
                    <a:pt x="1993046" y="4368799"/>
                  </a:lnTo>
                  <a:lnTo>
                    <a:pt x="1898312" y="4330699"/>
                  </a:lnTo>
                  <a:lnTo>
                    <a:pt x="3451190" y="4330699"/>
                  </a:lnTo>
                  <a:lnTo>
                    <a:pt x="3356456" y="4368799"/>
                  </a:lnTo>
                  <a:close/>
                </a:path>
                <a:path w="4458334" h="4457700">
                  <a:moveTo>
                    <a:pt x="3292772" y="4381499"/>
                  </a:moveTo>
                  <a:lnTo>
                    <a:pt x="2056730" y="4381499"/>
                  </a:lnTo>
                  <a:lnTo>
                    <a:pt x="2024839" y="4368799"/>
                  </a:lnTo>
                  <a:lnTo>
                    <a:pt x="3324663" y="4368799"/>
                  </a:lnTo>
                  <a:lnTo>
                    <a:pt x="3292772" y="4381499"/>
                  </a:lnTo>
                  <a:close/>
                </a:path>
                <a:path w="4458334" h="4457700">
                  <a:moveTo>
                    <a:pt x="3228725" y="4394199"/>
                  </a:moveTo>
                  <a:lnTo>
                    <a:pt x="2120777" y="4394199"/>
                  </a:lnTo>
                  <a:lnTo>
                    <a:pt x="2088709" y="4381499"/>
                  </a:lnTo>
                  <a:lnTo>
                    <a:pt x="3260792" y="4381499"/>
                  </a:lnTo>
                  <a:lnTo>
                    <a:pt x="3228725" y="4394199"/>
                  </a:lnTo>
                  <a:close/>
                </a:path>
                <a:path w="4458334" h="4457700">
                  <a:moveTo>
                    <a:pt x="3164335" y="4406899"/>
                  </a:moveTo>
                  <a:lnTo>
                    <a:pt x="2185167" y="4406899"/>
                  </a:lnTo>
                  <a:lnTo>
                    <a:pt x="2152933" y="4394199"/>
                  </a:lnTo>
                  <a:lnTo>
                    <a:pt x="3196569" y="4394199"/>
                  </a:lnTo>
                  <a:lnTo>
                    <a:pt x="3164335" y="4406899"/>
                  </a:lnTo>
                  <a:close/>
                </a:path>
                <a:path w="4458334" h="4457700">
                  <a:moveTo>
                    <a:pt x="3099660" y="4419599"/>
                  </a:moveTo>
                  <a:lnTo>
                    <a:pt x="2249843" y="4419599"/>
                  </a:lnTo>
                  <a:lnTo>
                    <a:pt x="2217470" y="4406899"/>
                  </a:lnTo>
                  <a:lnTo>
                    <a:pt x="3132032" y="4406899"/>
                  </a:lnTo>
                  <a:lnTo>
                    <a:pt x="3099660" y="4419599"/>
                  </a:lnTo>
                  <a:close/>
                </a:path>
                <a:path w="4458334" h="4457700">
                  <a:moveTo>
                    <a:pt x="3034719" y="4432299"/>
                  </a:moveTo>
                  <a:lnTo>
                    <a:pt x="2314784" y="4432299"/>
                  </a:lnTo>
                  <a:lnTo>
                    <a:pt x="2282284" y="4419599"/>
                  </a:lnTo>
                  <a:lnTo>
                    <a:pt x="3067219" y="4419599"/>
                  </a:lnTo>
                  <a:lnTo>
                    <a:pt x="3034719" y="4432299"/>
                  </a:lnTo>
                  <a:close/>
                </a:path>
                <a:path w="4458334" h="4457700">
                  <a:moveTo>
                    <a:pt x="2936923" y="4444999"/>
                  </a:moveTo>
                  <a:lnTo>
                    <a:pt x="2412582" y="4444999"/>
                  </a:lnTo>
                  <a:lnTo>
                    <a:pt x="2379933" y="4432299"/>
                  </a:lnTo>
                  <a:lnTo>
                    <a:pt x="2969571" y="4432299"/>
                  </a:lnTo>
                  <a:lnTo>
                    <a:pt x="2936923" y="4444999"/>
                  </a:lnTo>
                  <a:close/>
                </a:path>
                <a:path w="4458334" h="4457700">
                  <a:moveTo>
                    <a:pt x="2707578" y="4457699"/>
                  </a:moveTo>
                  <a:lnTo>
                    <a:pt x="2641926" y="4457699"/>
                  </a:lnTo>
                  <a:lnTo>
                    <a:pt x="2609110" y="4444999"/>
                  </a:lnTo>
                  <a:lnTo>
                    <a:pt x="2740394" y="4444999"/>
                  </a:lnTo>
                  <a:lnTo>
                    <a:pt x="2707578" y="4457699"/>
                  </a:lnTo>
                  <a:close/>
                </a:path>
              </a:pathLst>
            </a:custGeom>
            <a:solidFill>
              <a:srgbClr val="FFF0D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" y="4190546"/>
              <a:ext cx="2229485" cy="2229485"/>
            </a:xfrm>
            <a:custGeom>
              <a:avLst/>
              <a:gdLst/>
              <a:ahLst/>
              <a:cxnLst/>
              <a:rect l="l" t="t" r="r" b="b"/>
              <a:pathLst>
                <a:path w="2229485" h="2229485">
                  <a:moveTo>
                    <a:pt x="1888371" y="2228859"/>
                  </a:moveTo>
                  <a:lnTo>
                    <a:pt x="0" y="2228859"/>
                  </a:lnTo>
                  <a:lnTo>
                    <a:pt x="0" y="340487"/>
                  </a:lnTo>
                  <a:lnTo>
                    <a:pt x="30538" y="313959"/>
                  </a:lnTo>
                  <a:lnTo>
                    <a:pt x="68788" y="282959"/>
                  </a:lnTo>
                  <a:lnTo>
                    <a:pt x="108153" y="253388"/>
                  </a:lnTo>
                  <a:lnTo>
                    <a:pt x="148577" y="225287"/>
                  </a:lnTo>
                  <a:lnTo>
                    <a:pt x="190009" y="198693"/>
                  </a:lnTo>
                  <a:lnTo>
                    <a:pt x="232393" y="173641"/>
                  </a:lnTo>
                  <a:lnTo>
                    <a:pt x="275671" y="150166"/>
                  </a:lnTo>
                  <a:lnTo>
                    <a:pt x="319782" y="128300"/>
                  </a:lnTo>
                  <a:lnTo>
                    <a:pt x="364667" y="108074"/>
                  </a:lnTo>
                  <a:lnTo>
                    <a:pt x="410269" y="89512"/>
                  </a:lnTo>
                  <a:lnTo>
                    <a:pt x="456524" y="72641"/>
                  </a:lnTo>
                  <a:lnTo>
                    <a:pt x="503365" y="57486"/>
                  </a:lnTo>
                  <a:lnTo>
                    <a:pt x="550731" y="44064"/>
                  </a:lnTo>
                  <a:lnTo>
                    <a:pt x="598563" y="32394"/>
                  </a:lnTo>
                  <a:lnTo>
                    <a:pt x="646792" y="22493"/>
                  </a:lnTo>
                  <a:lnTo>
                    <a:pt x="695350" y="14374"/>
                  </a:lnTo>
                  <a:lnTo>
                    <a:pt x="744174" y="8048"/>
                  </a:lnTo>
                  <a:lnTo>
                    <a:pt x="793200" y="3523"/>
                  </a:lnTo>
                  <a:lnTo>
                    <a:pt x="842360" y="805"/>
                  </a:lnTo>
                  <a:lnTo>
                    <a:pt x="875171" y="0"/>
                  </a:lnTo>
                  <a:lnTo>
                    <a:pt x="907997" y="0"/>
                  </a:lnTo>
                  <a:lnTo>
                    <a:pt x="957206" y="1510"/>
                  </a:lnTo>
                  <a:lnTo>
                    <a:pt x="1006326" y="4830"/>
                  </a:lnTo>
                  <a:lnTo>
                    <a:pt x="1055293" y="9957"/>
                  </a:lnTo>
                  <a:lnTo>
                    <a:pt x="1104038" y="16882"/>
                  </a:lnTo>
                  <a:lnTo>
                    <a:pt x="1152493" y="25596"/>
                  </a:lnTo>
                  <a:lnTo>
                    <a:pt x="1200594" y="36088"/>
                  </a:lnTo>
                  <a:lnTo>
                    <a:pt x="1248279" y="48344"/>
                  </a:lnTo>
                  <a:lnTo>
                    <a:pt x="1295480" y="62346"/>
                  </a:lnTo>
                  <a:lnTo>
                    <a:pt x="1342132" y="78076"/>
                  </a:lnTo>
                  <a:lnTo>
                    <a:pt x="1388173" y="95512"/>
                  </a:lnTo>
                  <a:lnTo>
                    <a:pt x="1433543" y="114632"/>
                  </a:lnTo>
                  <a:lnTo>
                    <a:pt x="1478179" y="135409"/>
                  </a:lnTo>
                  <a:lnTo>
                    <a:pt x="1522018" y="157814"/>
                  </a:lnTo>
                  <a:lnTo>
                    <a:pt x="1565002" y="181817"/>
                  </a:lnTo>
                  <a:lnTo>
                    <a:pt x="1607076" y="207388"/>
                  </a:lnTo>
                  <a:lnTo>
                    <a:pt x="1648180" y="234489"/>
                  </a:lnTo>
                  <a:lnTo>
                    <a:pt x="1688257" y="263084"/>
                  </a:lnTo>
                  <a:lnTo>
                    <a:pt x="1727255" y="293135"/>
                  </a:lnTo>
                  <a:lnTo>
                    <a:pt x="1765121" y="324602"/>
                  </a:lnTo>
                  <a:lnTo>
                    <a:pt x="1801804" y="357441"/>
                  </a:lnTo>
                  <a:lnTo>
                    <a:pt x="1837251" y="391607"/>
                  </a:lnTo>
                  <a:lnTo>
                    <a:pt x="1871417" y="427055"/>
                  </a:lnTo>
                  <a:lnTo>
                    <a:pt x="1904257" y="463737"/>
                  </a:lnTo>
                  <a:lnTo>
                    <a:pt x="1935724" y="501604"/>
                  </a:lnTo>
                  <a:lnTo>
                    <a:pt x="1965774" y="540601"/>
                  </a:lnTo>
                  <a:lnTo>
                    <a:pt x="1994369" y="580678"/>
                  </a:lnTo>
                  <a:lnTo>
                    <a:pt x="2021471" y="621782"/>
                  </a:lnTo>
                  <a:lnTo>
                    <a:pt x="2047041" y="663856"/>
                  </a:lnTo>
                  <a:lnTo>
                    <a:pt x="2071044" y="706840"/>
                  </a:lnTo>
                  <a:lnTo>
                    <a:pt x="2093449" y="750678"/>
                  </a:lnTo>
                  <a:lnTo>
                    <a:pt x="2114226" y="795314"/>
                  </a:lnTo>
                  <a:lnTo>
                    <a:pt x="2133346" y="840685"/>
                  </a:lnTo>
                  <a:lnTo>
                    <a:pt x="2150782" y="886726"/>
                  </a:lnTo>
                  <a:lnTo>
                    <a:pt x="2166512" y="933378"/>
                  </a:lnTo>
                  <a:lnTo>
                    <a:pt x="2180515" y="980580"/>
                  </a:lnTo>
                  <a:lnTo>
                    <a:pt x="2192771" y="1028265"/>
                  </a:lnTo>
                  <a:lnTo>
                    <a:pt x="2203263" y="1076366"/>
                  </a:lnTo>
                  <a:lnTo>
                    <a:pt x="2211977" y="1124820"/>
                  </a:lnTo>
                  <a:lnTo>
                    <a:pt x="2218902" y="1173566"/>
                  </a:lnTo>
                  <a:lnTo>
                    <a:pt x="2224029" y="1222534"/>
                  </a:lnTo>
                  <a:lnTo>
                    <a:pt x="2227349" y="1271654"/>
                  </a:lnTo>
                  <a:lnTo>
                    <a:pt x="2228859" y="1320862"/>
                  </a:lnTo>
                  <a:lnTo>
                    <a:pt x="2228859" y="1353688"/>
                  </a:lnTo>
                  <a:lnTo>
                    <a:pt x="2227349" y="1402897"/>
                  </a:lnTo>
                  <a:lnTo>
                    <a:pt x="2224029" y="1452017"/>
                  </a:lnTo>
                  <a:lnTo>
                    <a:pt x="2218902" y="1500984"/>
                  </a:lnTo>
                  <a:lnTo>
                    <a:pt x="2211977" y="1549729"/>
                  </a:lnTo>
                  <a:lnTo>
                    <a:pt x="2203263" y="1598184"/>
                  </a:lnTo>
                  <a:lnTo>
                    <a:pt x="2192771" y="1646285"/>
                  </a:lnTo>
                  <a:lnTo>
                    <a:pt x="2180515" y="1693969"/>
                  </a:lnTo>
                  <a:lnTo>
                    <a:pt x="2166512" y="1741171"/>
                  </a:lnTo>
                  <a:lnTo>
                    <a:pt x="2150782" y="1787822"/>
                  </a:lnTo>
                  <a:lnTo>
                    <a:pt x="2133346" y="1833864"/>
                  </a:lnTo>
                  <a:lnTo>
                    <a:pt x="2114226" y="1879234"/>
                  </a:lnTo>
                  <a:lnTo>
                    <a:pt x="2093449" y="1923870"/>
                  </a:lnTo>
                  <a:lnTo>
                    <a:pt x="2071044" y="1967709"/>
                  </a:lnTo>
                  <a:lnTo>
                    <a:pt x="2047041" y="2010693"/>
                  </a:lnTo>
                  <a:lnTo>
                    <a:pt x="2021471" y="2052767"/>
                  </a:lnTo>
                  <a:lnTo>
                    <a:pt x="1994369" y="2093872"/>
                  </a:lnTo>
                  <a:lnTo>
                    <a:pt x="1965774" y="2133948"/>
                  </a:lnTo>
                  <a:lnTo>
                    <a:pt x="1935724" y="2172945"/>
                  </a:lnTo>
                  <a:lnTo>
                    <a:pt x="1904257" y="2210812"/>
                  </a:lnTo>
                  <a:lnTo>
                    <a:pt x="1888371" y="2228859"/>
                  </a:lnTo>
                  <a:close/>
                </a:path>
              </a:pathLst>
            </a:custGeom>
            <a:solidFill>
              <a:srgbClr val="FEF2C7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836" y="829173"/>
              <a:ext cx="2389505" cy="321310"/>
            </a:xfrm>
            <a:custGeom>
              <a:avLst/>
              <a:gdLst/>
              <a:ahLst/>
              <a:cxnLst/>
              <a:rect l="l" t="t" r="r" b="b"/>
              <a:pathLst>
                <a:path w="2389504" h="321309">
                  <a:moveTo>
                    <a:pt x="2228960" y="320970"/>
                  </a:moveTo>
                  <a:lnTo>
                    <a:pt x="160485" y="320970"/>
                  </a:lnTo>
                  <a:lnTo>
                    <a:pt x="152600" y="320777"/>
                  </a:lnTo>
                  <a:lnTo>
                    <a:pt x="113898" y="314061"/>
                  </a:lnTo>
                  <a:lnTo>
                    <a:pt x="77986" y="298143"/>
                  </a:lnTo>
                  <a:lnTo>
                    <a:pt x="47004" y="273965"/>
                  </a:lnTo>
                  <a:lnTo>
                    <a:pt x="22826" y="242983"/>
                  </a:lnTo>
                  <a:lnTo>
                    <a:pt x="6908" y="207072"/>
                  </a:lnTo>
                  <a:lnTo>
                    <a:pt x="192" y="168369"/>
                  </a:lnTo>
                  <a:lnTo>
                    <a:pt x="0" y="160485"/>
                  </a:lnTo>
                  <a:lnTo>
                    <a:pt x="192" y="152600"/>
                  </a:lnTo>
                  <a:lnTo>
                    <a:pt x="6908" y="113898"/>
                  </a:lnTo>
                  <a:lnTo>
                    <a:pt x="22826" y="77986"/>
                  </a:lnTo>
                  <a:lnTo>
                    <a:pt x="47004" y="47004"/>
                  </a:lnTo>
                  <a:lnTo>
                    <a:pt x="77986" y="22826"/>
                  </a:lnTo>
                  <a:lnTo>
                    <a:pt x="113898" y="6908"/>
                  </a:lnTo>
                  <a:lnTo>
                    <a:pt x="152600" y="192"/>
                  </a:lnTo>
                  <a:lnTo>
                    <a:pt x="160485" y="0"/>
                  </a:lnTo>
                  <a:lnTo>
                    <a:pt x="2228960" y="0"/>
                  </a:lnTo>
                  <a:lnTo>
                    <a:pt x="2267964" y="4810"/>
                  </a:lnTo>
                  <a:lnTo>
                    <a:pt x="2304613" y="18948"/>
                  </a:lnTo>
                  <a:lnTo>
                    <a:pt x="2336729" y="41566"/>
                  </a:lnTo>
                  <a:lnTo>
                    <a:pt x="2362398" y="71324"/>
                  </a:lnTo>
                  <a:lnTo>
                    <a:pt x="2380068" y="106427"/>
                  </a:lnTo>
                  <a:lnTo>
                    <a:pt x="2388674" y="144754"/>
                  </a:lnTo>
                  <a:lnTo>
                    <a:pt x="2389445" y="160485"/>
                  </a:lnTo>
                  <a:lnTo>
                    <a:pt x="2389253" y="168369"/>
                  </a:lnTo>
                  <a:lnTo>
                    <a:pt x="2382537" y="207072"/>
                  </a:lnTo>
                  <a:lnTo>
                    <a:pt x="2366619" y="242983"/>
                  </a:lnTo>
                  <a:lnTo>
                    <a:pt x="2342440" y="273965"/>
                  </a:lnTo>
                  <a:lnTo>
                    <a:pt x="2311458" y="298143"/>
                  </a:lnTo>
                  <a:lnTo>
                    <a:pt x="2275547" y="314061"/>
                  </a:lnTo>
                  <a:lnTo>
                    <a:pt x="2236844" y="320777"/>
                  </a:lnTo>
                  <a:lnTo>
                    <a:pt x="2228960" y="320970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490" y="936163"/>
              <a:ext cx="106990" cy="1069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73106" y="888415"/>
            <a:ext cx="1939289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E9580C"/>
                </a:solidFill>
                <a:latin typeface="Arial"/>
                <a:cs typeface="Arial"/>
              </a:rPr>
              <a:t>WEB</a:t>
            </a:r>
            <a:r>
              <a:rPr sz="1050" b="1" spc="8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E9580C"/>
                </a:solidFill>
                <a:latin typeface="Arial"/>
                <a:cs typeface="Arial"/>
              </a:rPr>
              <a:t>DEVELOPMENT</a:t>
            </a:r>
            <a:r>
              <a:rPr sz="1050" b="1" spc="9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E9580C"/>
                </a:solidFill>
                <a:latin typeface="Arial"/>
                <a:cs typeface="Arial"/>
              </a:rPr>
              <a:t>SERIES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52136" y="1212274"/>
            <a:ext cx="2202815" cy="204787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 marR="5080">
              <a:lnSpc>
                <a:spcPts val="5550"/>
              </a:lnSpc>
              <a:spcBef>
                <a:spcPts val="1175"/>
              </a:spcBef>
            </a:pPr>
            <a:r>
              <a:rPr sz="5500" spc="-20" dirty="0"/>
              <a:t>Text </a:t>
            </a:r>
            <a:r>
              <a:rPr sz="5500" spc="-185" dirty="0">
                <a:solidFill>
                  <a:srgbClr val="E9580C"/>
                </a:solidFill>
              </a:rPr>
              <a:t>Styling</a:t>
            </a:r>
            <a:endParaRPr sz="5500"/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150" spc="-90" dirty="0">
                <a:solidFill>
                  <a:srgbClr val="DB2525"/>
                </a:solidFill>
                <a:latin typeface="Tahoma"/>
                <a:cs typeface="Tahoma"/>
              </a:rPr>
              <a:t>pada</a:t>
            </a:r>
            <a:r>
              <a:rPr sz="2150" spc="-70" dirty="0">
                <a:solidFill>
                  <a:srgbClr val="DB2525"/>
                </a:solidFill>
                <a:latin typeface="Tahoma"/>
                <a:cs typeface="Tahoma"/>
              </a:rPr>
              <a:t> </a:t>
            </a:r>
            <a:r>
              <a:rPr sz="2150" spc="-25" dirty="0">
                <a:solidFill>
                  <a:srgbClr val="DB2525"/>
                </a:solidFill>
                <a:latin typeface="Tahoma"/>
                <a:cs typeface="Tahoma"/>
              </a:rPr>
              <a:t>CSS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2136" y="3657060"/>
            <a:ext cx="4227195" cy="614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600" spc="-170" dirty="0">
                <a:solidFill>
                  <a:srgbClr val="4A5462"/>
                </a:solidFill>
                <a:latin typeface="Lucida Sans Unicode"/>
                <a:cs typeface="Lucida Sans Unicode"/>
              </a:rPr>
              <a:t>Teknik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4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35" dirty="0">
                <a:solidFill>
                  <a:srgbClr val="4A5462"/>
                </a:solidFill>
                <a:latin typeface="Lucida Sans Unicode"/>
                <a:cs typeface="Lucida Sans Unicode"/>
              </a:rPr>
              <a:t>tampilan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45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35" dirty="0">
                <a:solidFill>
                  <a:srgbClr val="4A5462"/>
                </a:solidFill>
                <a:latin typeface="Lucida Sans Unicode"/>
                <a:cs typeface="Lucida Sans Unicode"/>
              </a:rPr>
              <a:t>pada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40" dirty="0">
                <a:solidFill>
                  <a:srgbClr val="4A5462"/>
                </a:solidFill>
                <a:latin typeface="Lucida Sans Unicode"/>
                <a:cs typeface="Lucida Sans Unicode"/>
              </a:rPr>
              <a:t>halaman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web </a:t>
            </a:r>
            <a:r>
              <a:rPr sz="1600" spc="-140" dirty="0">
                <a:solidFill>
                  <a:srgbClr val="4A5462"/>
                </a:solidFill>
                <a:latin typeface="Lucida Sans Unicode"/>
                <a:cs typeface="Lucida Sans Unicode"/>
              </a:rPr>
              <a:t>agar</a:t>
            </a:r>
            <a:r>
              <a:rPr sz="16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lebih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45" dirty="0">
                <a:solidFill>
                  <a:srgbClr val="4A5462"/>
                </a:solidFill>
                <a:latin typeface="Lucida Sans Unicode"/>
                <a:cs typeface="Lucida Sans Unicode"/>
              </a:rPr>
              <a:t>menarik,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rapi,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40" dirty="0">
                <a:solidFill>
                  <a:srgbClr val="4A5462"/>
                </a:solidFill>
                <a:latin typeface="Lucida Sans Unicode"/>
                <a:cs typeface="Lucida Sans Unicode"/>
              </a:rPr>
              <a:t>dan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55" dirty="0">
                <a:solidFill>
                  <a:srgbClr val="4A5462"/>
                </a:solidFill>
                <a:latin typeface="Lucida Sans Unicode"/>
                <a:cs typeface="Lucida Sans Unicode"/>
              </a:rPr>
              <a:t>mudah</a:t>
            </a:r>
            <a:r>
              <a:rPr sz="16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dibaca.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4836" y="676177"/>
            <a:ext cx="10467975" cy="5424170"/>
            <a:chOff x="864836" y="676177"/>
            <a:chExt cx="10467975" cy="5424170"/>
          </a:xfrm>
        </p:grpSpPr>
        <p:sp>
          <p:nvSpPr>
            <p:cNvPr id="13" name="object 13"/>
            <p:cNvSpPr/>
            <p:nvPr/>
          </p:nvSpPr>
          <p:spPr>
            <a:xfrm>
              <a:off x="864836" y="4868050"/>
              <a:ext cx="4565015" cy="9525"/>
            </a:xfrm>
            <a:custGeom>
              <a:avLst/>
              <a:gdLst/>
              <a:ahLst/>
              <a:cxnLst/>
              <a:rect l="l" t="t" r="r" b="b"/>
              <a:pathLst>
                <a:path w="4565015" h="9525">
                  <a:moveTo>
                    <a:pt x="4564911" y="8915"/>
                  </a:moveTo>
                  <a:lnTo>
                    <a:pt x="0" y="8915"/>
                  </a:lnTo>
                  <a:lnTo>
                    <a:pt x="0" y="0"/>
                  </a:lnTo>
                  <a:lnTo>
                    <a:pt x="4564911" y="0"/>
                  </a:lnTo>
                  <a:lnTo>
                    <a:pt x="4564911" y="8915"/>
                  </a:lnTo>
                  <a:close/>
                </a:path>
              </a:pathLst>
            </a:custGeom>
            <a:solidFill>
              <a:srgbClr val="FED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236" y="5295438"/>
              <a:ext cx="269874" cy="161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91720" y="676185"/>
              <a:ext cx="5541010" cy="5424170"/>
            </a:xfrm>
            <a:custGeom>
              <a:avLst/>
              <a:gdLst/>
              <a:ahLst/>
              <a:cxnLst/>
              <a:rect l="l" t="t" r="r" b="b"/>
              <a:pathLst>
                <a:path w="5541009" h="5424170">
                  <a:moveTo>
                    <a:pt x="5540667" y="0"/>
                  </a:moveTo>
                  <a:lnTo>
                    <a:pt x="5270284" y="0"/>
                  </a:lnTo>
                  <a:lnTo>
                    <a:pt x="5270284" y="595795"/>
                  </a:lnTo>
                  <a:lnTo>
                    <a:pt x="5270106" y="613321"/>
                  </a:lnTo>
                  <a:lnTo>
                    <a:pt x="5130063" y="4623219"/>
                  </a:lnTo>
                  <a:lnTo>
                    <a:pt x="5124399" y="4675149"/>
                  </a:lnTo>
                  <a:lnTo>
                    <a:pt x="5111127" y="4725924"/>
                  </a:lnTo>
                  <a:lnTo>
                    <a:pt x="5090528" y="4774209"/>
                  </a:lnTo>
                  <a:lnTo>
                    <a:pt x="5063096" y="4818913"/>
                  </a:lnTo>
                  <a:lnTo>
                    <a:pt x="5029403" y="4859121"/>
                  </a:lnTo>
                  <a:lnTo>
                    <a:pt x="4990147" y="4893970"/>
                  </a:lnTo>
                  <a:lnTo>
                    <a:pt x="4946205" y="4922672"/>
                  </a:lnTo>
                  <a:lnTo>
                    <a:pt x="4898555" y="4944605"/>
                  </a:lnTo>
                  <a:lnTo>
                    <a:pt x="4848212" y="4959312"/>
                  </a:lnTo>
                  <a:lnTo>
                    <a:pt x="4796206" y="4966474"/>
                  </a:lnTo>
                  <a:lnTo>
                    <a:pt x="4778743" y="4967160"/>
                  </a:lnTo>
                  <a:lnTo>
                    <a:pt x="4761217" y="4966970"/>
                  </a:lnTo>
                  <a:lnTo>
                    <a:pt x="626783" y="4822596"/>
                  </a:lnTo>
                  <a:lnTo>
                    <a:pt x="574649" y="4816919"/>
                  </a:lnTo>
                  <a:lnTo>
                    <a:pt x="523862" y="4803635"/>
                  </a:lnTo>
                  <a:lnTo>
                    <a:pt x="475576" y="4783048"/>
                  </a:lnTo>
                  <a:lnTo>
                    <a:pt x="430872" y="4755616"/>
                  </a:lnTo>
                  <a:lnTo>
                    <a:pt x="390664" y="4721923"/>
                  </a:lnTo>
                  <a:lnTo>
                    <a:pt x="355815" y="4682668"/>
                  </a:lnTo>
                  <a:lnTo>
                    <a:pt x="327113" y="4638713"/>
                  </a:lnTo>
                  <a:lnTo>
                    <a:pt x="305181" y="4591075"/>
                  </a:lnTo>
                  <a:lnTo>
                    <a:pt x="290474" y="4540732"/>
                  </a:lnTo>
                  <a:lnTo>
                    <a:pt x="283311" y="4488726"/>
                  </a:lnTo>
                  <a:lnTo>
                    <a:pt x="282638" y="4471251"/>
                  </a:lnTo>
                  <a:lnTo>
                    <a:pt x="282816" y="4453737"/>
                  </a:lnTo>
                  <a:lnTo>
                    <a:pt x="422846" y="443826"/>
                  </a:lnTo>
                  <a:lnTo>
                    <a:pt x="428510" y="391909"/>
                  </a:lnTo>
                  <a:lnTo>
                    <a:pt x="441794" y="341122"/>
                  </a:lnTo>
                  <a:lnTo>
                    <a:pt x="462381" y="292836"/>
                  </a:lnTo>
                  <a:lnTo>
                    <a:pt x="489813" y="248132"/>
                  </a:lnTo>
                  <a:lnTo>
                    <a:pt x="523506" y="207924"/>
                  </a:lnTo>
                  <a:lnTo>
                    <a:pt x="562762" y="173075"/>
                  </a:lnTo>
                  <a:lnTo>
                    <a:pt x="606704" y="144373"/>
                  </a:lnTo>
                  <a:lnTo>
                    <a:pt x="654354" y="122440"/>
                  </a:lnTo>
                  <a:lnTo>
                    <a:pt x="704697" y="107734"/>
                  </a:lnTo>
                  <a:lnTo>
                    <a:pt x="756704" y="100571"/>
                  </a:lnTo>
                  <a:lnTo>
                    <a:pt x="774179" y="99898"/>
                  </a:lnTo>
                  <a:lnTo>
                    <a:pt x="791705" y="100076"/>
                  </a:lnTo>
                  <a:lnTo>
                    <a:pt x="4926127" y="244449"/>
                  </a:lnTo>
                  <a:lnTo>
                    <a:pt x="4978273" y="250126"/>
                  </a:lnTo>
                  <a:lnTo>
                    <a:pt x="5029060" y="263410"/>
                  </a:lnTo>
                  <a:lnTo>
                    <a:pt x="5077345" y="283997"/>
                  </a:lnTo>
                  <a:lnTo>
                    <a:pt x="5122049" y="311442"/>
                  </a:lnTo>
                  <a:lnTo>
                    <a:pt x="5162245" y="345122"/>
                  </a:lnTo>
                  <a:lnTo>
                    <a:pt x="5197094" y="384378"/>
                  </a:lnTo>
                  <a:lnTo>
                    <a:pt x="5225808" y="428332"/>
                  </a:lnTo>
                  <a:lnTo>
                    <a:pt x="5247729" y="475970"/>
                  </a:lnTo>
                  <a:lnTo>
                    <a:pt x="5262435" y="526326"/>
                  </a:lnTo>
                  <a:lnTo>
                    <a:pt x="5269611" y="578319"/>
                  </a:lnTo>
                  <a:lnTo>
                    <a:pt x="5270284" y="595795"/>
                  </a:lnTo>
                  <a:lnTo>
                    <a:pt x="5270284" y="0"/>
                  </a:lnTo>
                  <a:lnTo>
                    <a:pt x="0" y="0"/>
                  </a:lnTo>
                  <a:lnTo>
                    <a:pt x="0" y="5423687"/>
                  </a:lnTo>
                  <a:lnTo>
                    <a:pt x="5540667" y="5423687"/>
                  </a:lnTo>
                  <a:lnTo>
                    <a:pt x="5540667" y="4967160"/>
                  </a:lnTo>
                  <a:lnTo>
                    <a:pt x="5540667" y="99898"/>
                  </a:lnTo>
                  <a:lnTo>
                    <a:pt x="5540667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4359" y="776073"/>
              <a:ext cx="4987651" cy="486726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15760" y="5132033"/>
            <a:ext cx="1781810" cy="45529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450" b="1" spc="-150" dirty="0">
                <a:solidFill>
                  <a:srgbClr val="292524"/>
                </a:solidFill>
                <a:latin typeface="Tahoma"/>
                <a:cs typeface="Tahoma"/>
              </a:rPr>
              <a:t>Cascading</a:t>
            </a:r>
            <a:r>
              <a:rPr sz="14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150" dirty="0">
                <a:solidFill>
                  <a:srgbClr val="292524"/>
                </a:solidFill>
                <a:latin typeface="Tahoma"/>
                <a:cs typeface="Tahoma"/>
              </a:rPr>
              <a:t>Style</a:t>
            </a:r>
            <a:r>
              <a:rPr sz="14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130" dirty="0">
                <a:solidFill>
                  <a:srgbClr val="292524"/>
                </a:solidFill>
                <a:latin typeface="Tahoma"/>
                <a:cs typeface="Tahoma"/>
              </a:rPr>
              <a:t>Sheets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spc="-85" dirty="0">
                <a:solidFill>
                  <a:srgbClr val="6A7280"/>
                </a:solidFill>
                <a:latin typeface="Lucida Sans Unicode"/>
                <a:cs typeface="Lucida Sans Unicode"/>
              </a:rPr>
              <a:t>Frontend</a:t>
            </a:r>
            <a:r>
              <a:rPr sz="1100" spc="-3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6A7280"/>
                </a:solidFill>
                <a:latin typeface="Lucida Sans Unicode"/>
                <a:cs typeface="Lucida Sans Unicode"/>
              </a:rPr>
              <a:t>Development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7448364" y="1803749"/>
            <a:ext cx="23200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95"/>
              </a:lnSpc>
            </a:pPr>
            <a:r>
              <a:rPr sz="4200" spc="-10" dirty="0">
                <a:solidFill>
                  <a:srgbClr val="FFFFFF"/>
                </a:solidFill>
                <a:latin typeface="Courier New"/>
                <a:cs typeface="Courier New"/>
              </a:rPr>
              <a:t>&lt;style&gt;</a:t>
            </a:r>
            <a:endParaRPr sz="4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8290051" y="2561686"/>
            <a:ext cx="337992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650" spc="-25" dirty="0">
                <a:solidFill>
                  <a:srgbClr val="FFFFFF"/>
                </a:solidFill>
                <a:latin typeface="Courier New"/>
                <a:cs typeface="Courier New"/>
              </a:rPr>
              <a:t>h1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8653723" y="2572330"/>
            <a:ext cx="251807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65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7666541" y="2907146"/>
            <a:ext cx="803712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85"/>
              </a:lnSpc>
            </a:pP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color: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 rot="60000">
            <a:off x="8568306" y="2944118"/>
            <a:ext cx="1053831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</a:pP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#EA580C;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 rot="60000">
            <a:off x="8939434" y="3311180"/>
            <a:ext cx="92798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70"/>
              </a:lnSpc>
            </a:pP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center;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 rot="60000">
            <a:off x="7403777" y="3268606"/>
            <a:ext cx="1432756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0"/>
              </a:lnSpc>
            </a:pPr>
            <a:r>
              <a:rPr sz="1650" dirty="0">
                <a:solidFill>
                  <a:srgbClr val="FFFFFF"/>
                </a:solidFill>
                <a:latin typeface="Courier New"/>
                <a:cs typeface="Courier New"/>
              </a:rPr>
              <a:t>text-</a:t>
            </a: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align: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 rot="60000">
            <a:off x="8423940" y="3634859"/>
            <a:ext cx="251807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65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 rot="60000">
            <a:off x="7210791" y="4121857"/>
            <a:ext cx="2633709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60"/>
              </a:lnSpc>
            </a:pPr>
            <a:r>
              <a:rPr sz="4200" spc="-10" dirty="0">
                <a:solidFill>
                  <a:srgbClr val="FFFFFF"/>
                </a:solidFill>
                <a:latin typeface="Courier New"/>
                <a:cs typeface="Courier New"/>
              </a:rPr>
              <a:t>&lt;/style&gt;</a:t>
            </a:r>
            <a:endParaRPr sz="4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399" y="625474"/>
            <a:ext cx="425450" cy="4254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0" dirty="0"/>
              <a:t>Apa</a:t>
            </a:r>
            <a:r>
              <a:rPr spc="-110" dirty="0"/>
              <a:t> </a:t>
            </a:r>
            <a:r>
              <a:rPr spc="-95" dirty="0"/>
              <a:t>itu</a:t>
            </a:r>
            <a:r>
              <a:rPr spc="-135" dirty="0"/>
              <a:t> </a:t>
            </a:r>
            <a:r>
              <a:rPr spc="-185" dirty="0"/>
              <a:t>Text</a:t>
            </a:r>
            <a:r>
              <a:rPr spc="-95" dirty="0"/>
              <a:t> </a:t>
            </a:r>
            <a:r>
              <a:rPr spc="-200" dirty="0"/>
              <a:t>Styling?</a:t>
            </a:r>
          </a:p>
        </p:txBody>
      </p:sp>
      <p:sp>
        <p:nvSpPr>
          <p:cNvPr id="5" name="object 5"/>
          <p:cNvSpPr/>
          <p:nvPr/>
        </p:nvSpPr>
        <p:spPr>
          <a:xfrm>
            <a:off x="2247899" y="2019299"/>
            <a:ext cx="542925" cy="314325"/>
          </a:xfrm>
          <a:custGeom>
            <a:avLst/>
            <a:gdLst/>
            <a:ahLst/>
            <a:cxnLst/>
            <a:rect l="l" t="t" r="r" b="b"/>
            <a:pathLst>
              <a:path w="542925" h="314325">
                <a:moveTo>
                  <a:pt x="509877" y="314324"/>
                </a:moveTo>
                <a:lnTo>
                  <a:pt x="33047" y="314324"/>
                </a:lnTo>
                <a:lnTo>
                  <a:pt x="28187" y="313357"/>
                </a:lnTo>
                <a:lnTo>
                  <a:pt x="966" y="286136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09877" y="0"/>
                </a:lnTo>
                <a:lnTo>
                  <a:pt x="541958" y="28187"/>
                </a:lnTo>
                <a:lnTo>
                  <a:pt x="542924" y="33047"/>
                </a:lnTo>
                <a:lnTo>
                  <a:pt x="542924" y="281277"/>
                </a:lnTo>
                <a:lnTo>
                  <a:pt x="514737" y="313357"/>
                </a:lnTo>
                <a:lnTo>
                  <a:pt x="509877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8824" y="1935378"/>
            <a:ext cx="472059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5"/>
              </a:spcBef>
              <a:tabLst>
                <a:tab pos="1562735" algn="l"/>
                <a:tab pos="2094864" algn="l"/>
              </a:tabLst>
            </a:pPr>
            <a:r>
              <a:rPr sz="2050" spc="-220" dirty="0">
                <a:solidFill>
                  <a:srgbClr val="292524"/>
                </a:solidFill>
                <a:latin typeface="Lucida Sans Unicode"/>
                <a:cs typeface="Lucida Sans Unicode"/>
              </a:rPr>
              <a:t>Teknik</a:t>
            </a:r>
            <a:r>
              <a:rPr sz="20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rgbClr val="292524"/>
                </a:solidFill>
                <a:latin typeface="Lucida Sans Unicode"/>
                <a:cs typeface="Lucida Sans Unicode"/>
              </a:rPr>
              <a:t>dalam</a:t>
            </a:r>
            <a:r>
              <a:rPr sz="205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1950" spc="-25" dirty="0">
                <a:solidFill>
                  <a:srgbClr val="E9580C"/>
                </a:solidFill>
                <a:latin typeface="Segoe UI Symbol"/>
                <a:cs typeface="Segoe UI Symbol"/>
              </a:rPr>
              <a:t>CSS</a:t>
            </a:r>
            <a:r>
              <a:rPr sz="1950" dirty="0">
                <a:solidFill>
                  <a:srgbClr val="E9580C"/>
                </a:solidFill>
                <a:latin typeface="Segoe UI Symbol"/>
                <a:cs typeface="Segoe UI Symbol"/>
              </a:rPr>
              <a:t>	</a:t>
            </a:r>
            <a:r>
              <a:rPr sz="2050" spc="-204" dirty="0">
                <a:solidFill>
                  <a:srgbClr val="292524"/>
                </a:solidFill>
                <a:latin typeface="Lucida Sans Unicode"/>
                <a:cs typeface="Lucida Sans Unicode"/>
              </a:rPr>
              <a:t>yang</a:t>
            </a:r>
            <a:r>
              <a:rPr sz="20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95" dirty="0">
                <a:solidFill>
                  <a:srgbClr val="292524"/>
                </a:solidFill>
                <a:latin typeface="Lucida Sans Unicode"/>
                <a:cs typeface="Lucida Sans Unicode"/>
              </a:rPr>
              <a:t>digunakan</a:t>
            </a:r>
            <a:r>
              <a:rPr sz="20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untuk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mengatur</a:t>
            </a:r>
            <a:r>
              <a:rPr sz="20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75" dirty="0">
                <a:solidFill>
                  <a:srgbClr val="292524"/>
                </a:solidFill>
                <a:latin typeface="Lucida Sans Unicode"/>
                <a:cs typeface="Lucida Sans Unicode"/>
              </a:rPr>
              <a:t>tampilan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teks</a:t>
            </a:r>
            <a:r>
              <a:rPr sz="20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292524"/>
                </a:solidFill>
                <a:latin typeface="Lucida Sans Unicode"/>
                <a:cs typeface="Lucida Sans Unicode"/>
              </a:rPr>
              <a:t>pada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75" dirty="0">
                <a:solidFill>
                  <a:srgbClr val="292524"/>
                </a:solidFill>
                <a:latin typeface="Lucida Sans Unicode"/>
                <a:cs typeface="Lucida Sans Unicode"/>
              </a:rPr>
              <a:t>halaman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web.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2231" y="2694431"/>
            <a:ext cx="5907405" cy="2743200"/>
            <a:chOff x="332231" y="2694431"/>
            <a:chExt cx="5907405" cy="2743200"/>
          </a:xfrm>
        </p:grpSpPr>
        <p:sp>
          <p:nvSpPr>
            <p:cNvPr id="8" name="object 8"/>
            <p:cNvSpPr/>
            <p:nvPr/>
          </p:nvSpPr>
          <p:spPr>
            <a:xfrm>
              <a:off x="332231" y="2694431"/>
              <a:ext cx="5907405" cy="2743200"/>
            </a:xfrm>
            <a:custGeom>
              <a:avLst/>
              <a:gdLst/>
              <a:ahLst/>
              <a:cxnLst/>
              <a:rect l="l" t="t" r="r" b="b"/>
              <a:pathLst>
                <a:path w="5907405" h="2743200">
                  <a:moveTo>
                    <a:pt x="5907023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5907023" y="0"/>
                  </a:lnTo>
                  <a:lnTo>
                    <a:pt x="5907023" y="353567"/>
                  </a:lnTo>
                  <a:lnTo>
                    <a:pt x="667892" y="353567"/>
                  </a:lnTo>
                  <a:lnTo>
                    <a:pt x="657130" y="353831"/>
                  </a:lnTo>
                  <a:lnTo>
                    <a:pt x="614648" y="360135"/>
                  </a:lnTo>
                  <a:lnTo>
                    <a:pt x="574213" y="374605"/>
                  </a:lnTo>
                  <a:lnTo>
                    <a:pt x="537378" y="396686"/>
                  </a:lnTo>
                  <a:lnTo>
                    <a:pt x="505559" y="425529"/>
                  </a:lnTo>
                  <a:lnTo>
                    <a:pt x="479978" y="460026"/>
                  </a:lnTo>
                  <a:lnTo>
                    <a:pt x="461618" y="498850"/>
                  </a:lnTo>
                  <a:lnTo>
                    <a:pt x="451185" y="540510"/>
                  </a:lnTo>
                  <a:lnTo>
                    <a:pt x="448817" y="572642"/>
                  </a:lnTo>
                  <a:lnTo>
                    <a:pt x="448817" y="1982342"/>
                  </a:lnTo>
                  <a:lnTo>
                    <a:pt x="453027" y="2025082"/>
                  </a:lnTo>
                  <a:lnTo>
                    <a:pt x="465493" y="2066178"/>
                  </a:lnTo>
                  <a:lnTo>
                    <a:pt x="485738" y="2104053"/>
                  </a:lnTo>
                  <a:lnTo>
                    <a:pt x="512983" y="2137252"/>
                  </a:lnTo>
                  <a:lnTo>
                    <a:pt x="546181" y="2164497"/>
                  </a:lnTo>
                  <a:lnTo>
                    <a:pt x="584056" y="2184741"/>
                  </a:lnTo>
                  <a:lnTo>
                    <a:pt x="625153" y="2197208"/>
                  </a:lnTo>
                  <a:lnTo>
                    <a:pt x="667892" y="2201417"/>
                  </a:lnTo>
                  <a:lnTo>
                    <a:pt x="5907023" y="2201417"/>
                  </a:lnTo>
                  <a:lnTo>
                    <a:pt x="5907023" y="2743199"/>
                  </a:lnTo>
                  <a:close/>
                </a:path>
                <a:path w="5907405" h="2743200">
                  <a:moveTo>
                    <a:pt x="5907023" y="2201417"/>
                  </a:moveTo>
                  <a:lnTo>
                    <a:pt x="5239892" y="2201417"/>
                  </a:lnTo>
                  <a:lnTo>
                    <a:pt x="5250655" y="2201154"/>
                  </a:lnTo>
                  <a:lnTo>
                    <a:pt x="5261366" y="2200365"/>
                  </a:lnTo>
                  <a:lnTo>
                    <a:pt x="5303487" y="2191986"/>
                  </a:lnTo>
                  <a:lnTo>
                    <a:pt x="5343164" y="2175551"/>
                  </a:lnTo>
                  <a:lnTo>
                    <a:pt x="5378873" y="2151691"/>
                  </a:lnTo>
                  <a:lnTo>
                    <a:pt x="5409241" y="2121323"/>
                  </a:lnTo>
                  <a:lnTo>
                    <a:pt x="5433101" y="2085614"/>
                  </a:lnTo>
                  <a:lnTo>
                    <a:pt x="5449536" y="2045937"/>
                  </a:lnTo>
                  <a:lnTo>
                    <a:pt x="5457915" y="2003816"/>
                  </a:lnTo>
                  <a:lnTo>
                    <a:pt x="5458967" y="1982342"/>
                  </a:lnTo>
                  <a:lnTo>
                    <a:pt x="5458967" y="572642"/>
                  </a:lnTo>
                  <a:lnTo>
                    <a:pt x="5454758" y="529903"/>
                  </a:lnTo>
                  <a:lnTo>
                    <a:pt x="5442291" y="488806"/>
                  </a:lnTo>
                  <a:lnTo>
                    <a:pt x="5422046" y="450930"/>
                  </a:lnTo>
                  <a:lnTo>
                    <a:pt x="5394801" y="417733"/>
                  </a:lnTo>
                  <a:lnTo>
                    <a:pt x="5361604" y="390488"/>
                  </a:lnTo>
                  <a:lnTo>
                    <a:pt x="5323728" y="370243"/>
                  </a:lnTo>
                  <a:lnTo>
                    <a:pt x="5282632" y="357777"/>
                  </a:lnTo>
                  <a:lnTo>
                    <a:pt x="5239892" y="353567"/>
                  </a:lnTo>
                  <a:lnTo>
                    <a:pt x="5907023" y="353567"/>
                  </a:lnTo>
                  <a:lnTo>
                    <a:pt x="5907023" y="2201417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287" y="3043237"/>
              <a:ext cx="5019675" cy="1857375"/>
            </a:xfrm>
            <a:custGeom>
              <a:avLst/>
              <a:gdLst/>
              <a:ahLst/>
              <a:cxnLst/>
              <a:rect l="l" t="t" r="r" b="b"/>
              <a:pathLst>
                <a:path w="5019675" h="1857375">
                  <a:moveTo>
                    <a:pt x="4803168" y="1857374"/>
                  </a:moveTo>
                  <a:lnTo>
                    <a:pt x="216506" y="1857374"/>
                  </a:lnTo>
                  <a:lnTo>
                    <a:pt x="209193" y="1857015"/>
                  </a:lnTo>
                  <a:lnTo>
                    <a:pt x="165876" y="1849864"/>
                  </a:lnTo>
                  <a:lnTo>
                    <a:pt x="124786" y="1834399"/>
                  </a:lnTo>
                  <a:lnTo>
                    <a:pt x="87503" y="1811216"/>
                  </a:lnTo>
                  <a:lnTo>
                    <a:pt x="55459" y="1781204"/>
                  </a:lnTo>
                  <a:lnTo>
                    <a:pt x="29886" y="1745518"/>
                  </a:lnTo>
                  <a:lnTo>
                    <a:pt x="11766" y="1705528"/>
                  </a:lnTo>
                  <a:lnTo>
                    <a:pt x="1796" y="1662772"/>
                  </a:lnTo>
                  <a:lnTo>
                    <a:pt x="0" y="1640868"/>
                  </a:lnTo>
                  <a:lnTo>
                    <a:pt x="0" y="16335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4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4803168" y="0"/>
                  </a:lnTo>
                  <a:lnTo>
                    <a:pt x="4846695" y="5731"/>
                  </a:lnTo>
                  <a:lnTo>
                    <a:pt x="4888268" y="19843"/>
                  </a:lnTo>
                  <a:lnTo>
                    <a:pt x="4926289" y="41795"/>
                  </a:lnTo>
                  <a:lnTo>
                    <a:pt x="4959297" y="70743"/>
                  </a:lnTo>
                  <a:lnTo>
                    <a:pt x="4986023" y="105574"/>
                  </a:lnTo>
                  <a:lnTo>
                    <a:pt x="5005440" y="144951"/>
                  </a:lnTo>
                  <a:lnTo>
                    <a:pt x="5016803" y="187358"/>
                  </a:lnTo>
                  <a:lnTo>
                    <a:pt x="5019674" y="216506"/>
                  </a:lnTo>
                  <a:lnTo>
                    <a:pt x="5019674" y="1640868"/>
                  </a:lnTo>
                  <a:lnTo>
                    <a:pt x="5013942" y="1684395"/>
                  </a:lnTo>
                  <a:lnTo>
                    <a:pt x="4999829" y="1725968"/>
                  </a:lnTo>
                  <a:lnTo>
                    <a:pt x="4977877" y="1763989"/>
                  </a:lnTo>
                  <a:lnTo>
                    <a:pt x="4948929" y="1796997"/>
                  </a:lnTo>
                  <a:lnTo>
                    <a:pt x="4914098" y="1823723"/>
                  </a:lnTo>
                  <a:lnTo>
                    <a:pt x="4874722" y="1843141"/>
                  </a:lnTo>
                  <a:lnTo>
                    <a:pt x="4832315" y="1854503"/>
                  </a:lnTo>
                  <a:lnTo>
                    <a:pt x="4810481" y="1857015"/>
                  </a:lnTo>
                  <a:lnTo>
                    <a:pt x="4803168" y="1857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6287" y="3043237"/>
              <a:ext cx="5019675" cy="1857375"/>
            </a:xfrm>
            <a:custGeom>
              <a:avLst/>
              <a:gdLst/>
              <a:ahLst/>
              <a:cxnLst/>
              <a:rect l="l" t="t" r="r" b="b"/>
              <a:pathLst>
                <a:path w="5019675" h="1857375">
                  <a:moveTo>
                    <a:pt x="0" y="16335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359" y="209192"/>
                  </a:lnTo>
                  <a:lnTo>
                    <a:pt x="1077" y="201897"/>
                  </a:lnTo>
                  <a:lnTo>
                    <a:pt x="1796" y="194601"/>
                  </a:lnTo>
                  <a:lnTo>
                    <a:pt x="2870" y="187358"/>
                  </a:lnTo>
                  <a:lnTo>
                    <a:pt x="14233" y="144951"/>
                  </a:lnTo>
                  <a:lnTo>
                    <a:pt x="26430" y="118320"/>
                  </a:lnTo>
                  <a:lnTo>
                    <a:pt x="29886" y="111855"/>
                  </a:lnTo>
                  <a:lnTo>
                    <a:pt x="50808" y="81836"/>
                  </a:lnTo>
                  <a:lnTo>
                    <a:pt x="55459" y="76169"/>
                  </a:lnTo>
                  <a:lnTo>
                    <a:pt x="87503" y="46158"/>
                  </a:lnTo>
                  <a:lnTo>
                    <a:pt x="124786" y="22974"/>
                  </a:lnTo>
                  <a:lnTo>
                    <a:pt x="138178" y="17038"/>
                  </a:lnTo>
                  <a:lnTo>
                    <a:pt x="144951" y="14233"/>
                  </a:lnTo>
                  <a:lnTo>
                    <a:pt x="151845" y="11766"/>
                  </a:lnTo>
                  <a:lnTo>
                    <a:pt x="158860" y="9638"/>
                  </a:lnTo>
                  <a:lnTo>
                    <a:pt x="165876" y="7510"/>
                  </a:lnTo>
                  <a:lnTo>
                    <a:pt x="209193" y="359"/>
                  </a:lnTo>
                  <a:lnTo>
                    <a:pt x="223837" y="0"/>
                  </a:lnTo>
                  <a:lnTo>
                    <a:pt x="4795837" y="0"/>
                  </a:lnTo>
                  <a:lnTo>
                    <a:pt x="4839506" y="4300"/>
                  </a:lnTo>
                  <a:lnTo>
                    <a:pt x="4860813" y="9638"/>
                  </a:lnTo>
                  <a:lnTo>
                    <a:pt x="4867828" y="11766"/>
                  </a:lnTo>
                  <a:lnTo>
                    <a:pt x="4874722" y="14233"/>
                  </a:lnTo>
                  <a:lnTo>
                    <a:pt x="4881495" y="17038"/>
                  </a:lnTo>
                  <a:lnTo>
                    <a:pt x="4888268" y="19843"/>
                  </a:lnTo>
                  <a:lnTo>
                    <a:pt x="4894888" y="22974"/>
                  </a:lnTo>
                  <a:lnTo>
                    <a:pt x="4901353" y="26430"/>
                  </a:lnTo>
                  <a:lnTo>
                    <a:pt x="4907818" y="29886"/>
                  </a:lnTo>
                  <a:lnTo>
                    <a:pt x="4943504" y="55459"/>
                  </a:lnTo>
                  <a:lnTo>
                    <a:pt x="4954113" y="65560"/>
                  </a:lnTo>
                  <a:lnTo>
                    <a:pt x="4959297" y="70743"/>
                  </a:lnTo>
                  <a:lnTo>
                    <a:pt x="4986023" y="105575"/>
                  </a:lnTo>
                  <a:lnTo>
                    <a:pt x="5002634" y="138178"/>
                  </a:lnTo>
                  <a:lnTo>
                    <a:pt x="5005440" y="144951"/>
                  </a:lnTo>
                  <a:lnTo>
                    <a:pt x="5007907" y="151845"/>
                  </a:lnTo>
                  <a:lnTo>
                    <a:pt x="5010035" y="158860"/>
                  </a:lnTo>
                  <a:lnTo>
                    <a:pt x="5012164" y="165875"/>
                  </a:lnTo>
                  <a:lnTo>
                    <a:pt x="5013942" y="172978"/>
                  </a:lnTo>
                  <a:lnTo>
                    <a:pt x="5015373" y="180168"/>
                  </a:lnTo>
                  <a:lnTo>
                    <a:pt x="5016803" y="187358"/>
                  </a:lnTo>
                  <a:lnTo>
                    <a:pt x="5017878" y="194601"/>
                  </a:lnTo>
                  <a:lnTo>
                    <a:pt x="5018596" y="201897"/>
                  </a:lnTo>
                  <a:lnTo>
                    <a:pt x="5019315" y="209192"/>
                  </a:lnTo>
                  <a:lnTo>
                    <a:pt x="5019674" y="216506"/>
                  </a:lnTo>
                  <a:lnTo>
                    <a:pt x="5019674" y="223837"/>
                  </a:lnTo>
                  <a:lnTo>
                    <a:pt x="5019674" y="1633537"/>
                  </a:lnTo>
                  <a:lnTo>
                    <a:pt x="5019674" y="1640868"/>
                  </a:lnTo>
                  <a:lnTo>
                    <a:pt x="5019315" y="1648181"/>
                  </a:lnTo>
                  <a:lnTo>
                    <a:pt x="5018596" y="1655477"/>
                  </a:lnTo>
                  <a:lnTo>
                    <a:pt x="5017878" y="1662773"/>
                  </a:lnTo>
                  <a:lnTo>
                    <a:pt x="5016803" y="1670015"/>
                  </a:lnTo>
                  <a:lnTo>
                    <a:pt x="5015373" y="1677205"/>
                  </a:lnTo>
                  <a:lnTo>
                    <a:pt x="5013942" y="1684395"/>
                  </a:lnTo>
                  <a:lnTo>
                    <a:pt x="5002634" y="1719195"/>
                  </a:lnTo>
                  <a:lnTo>
                    <a:pt x="4999829" y="1725968"/>
                  </a:lnTo>
                  <a:lnTo>
                    <a:pt x="4996699" y="1732588"/>
                  </a:lnTo>
                  <a:lnTo>
                    <a:pt x="4993243" y="1739053"/>
                  </a:lnTo>
                  <a:lnTo>
                    <a:pt x="4989787" y="1745518"/>
                  </a:lnTo>
                  <a:lnTo>
                    <a:pt x="4964214" y="1781204"/>
                  </a:lnTo>
                  <a:lnTo>
                    <a:pt x="4954113" y="1791813"/>
                  </a:lnTo>
                  <a:lnTo>
                    <a:pt x="4948929" y="1796997"/>
                  </a:lnTo>
                  <a:lnTo>
                    <a:pt x="4920194" y="1819650"/>
                  </a:lnTo>
                  <a:lnTo>
                    <a:pt x="4914098" y="1823723"/>
                  </a:lnTo>
                  <a:lnTo>
                    <a:pt x="4881495" y="1840335"/>
                  </a:lnTo>
                  <a:lnTo>
                    <a:pt x="4874722" y="1843141"/>
                  </a:lnTo>
                  <a:lnTo>
                    <a:pt x="4867829" y="1845608"/>
                  </a:lnTo>
                  <a:lnTo>
                    <a:pt x="4860813" y="1847735"/>
                  </a:lnTo>
                  <a:lnTo>
                    <a:pt x="4853798" y="1849864"/>
                  </a:lnTo>
                  <a:lnTo>
                    <a:pt x="4846695" y="1851643"/>
                  </a:lnTo>
                  <a:lnTo>
                    <a:pt x="4839506" y="1853073"/>
                  </a:lnTo>
                  <a:lnTo>
                    <a:pt x="4832315" y="1854504"/>
                  </a:lnTo>
                  <a:lnTo>
                    <a:pt x="4825073" y="1855578"/>
                  </a:lnTo>
                  <a:lnTo>
                    <a:pt x="4817777" y="1856297"/>
                  </a:lnTo>
                  <a:lnTo>
                    <a:pt x="4810481" y="1857015"/>
                  </a:lnTo>
                  <a:lnTo>
                    <a:pt x="4803168" y="1857374"/>
                  </a:lnTo>
                  <a:lnTo>
                    <a:pt x="4795837" y="1857374"/>
                  </a:lnTo>
                  <a:lnTo>
                    <a:pt x="223837" y="1857374"/>
                  </a:lnTo>
                  <a:lnTo>
                    <a:pt x="216506" y="1857374"/>
                  </a:lnTo>
                  <a:lnTo>
                    <a:pt x="209193" y="1857015"/>
                  </a:lnTo>
                  <a:lnTo>
                    <a:pt x="201897" y="1856297"/>
                  </a:lnTo>
                  <a:lnTo>
                    <a:pt x="194601" y="1855578"/>
                  </a:lnTo>
                  <a:lnTo>
                    <a:pt x="187359" y="1854504"/>
                  </a:lnTo>
                  <a:lnTo>
                    <a:pt x="180168" y="1853073"/>
                  </a:lnTo>
                  <a:lnTo>
                    <a:pt x="172978" y="1851643"/>
                  </a:lnTo>
                  <a:lnTo>
                    <a:pt x="165876" y="1849864"/>
                  </a:lnTo>
                  <a:lnTo>
                    <a:pt x="158860" y="1847735"/>
                  </a:lnTo>
                  <a:lnTo>
                    <a:pt x="151845" y="1845608"/>
                  </a:lnTo>
                  <a:lnTo>
                    <a:pt x="144951" y="1843141"/>
                  </a:lnTo>
                  <a:lnTo>
                    <a:pt x="138178" y="1840335"/>
                  </a:lnTo>
                  <a:lnTo>
                    <a:pt x="131405" y="1837530"/>
                  </a:lnTo>
                  <a:lnTo>
                    <a:pt x="93384" y="1815578"/>
                  </a:lnTo>
                  <a:lnTo>
                    <a:pt x="81836" y="1806565"/>
                  </a:lnTo>
                  <a:lnTo>
                    <a:pt x="76169" y="1801914"/>
                  </a:lnTo>
                  <a:lnTo>
                    <a:pt x="46158" y="1769871"/>
                  </a:lnTo>
                  <a:lnTo>
                    <a:pt x="22974" y="1732588"/>
                  </a:lnTo>
                  <a:lnTo>
                    <a:pt x="17038" y="1719195"/>
                  </a:lnTo>
                  <a:lnTo>
                    <a:pt x="14233" y="1712422"/>
                  </a:lnTo>
                  <a:lnTo>
                    <a:pt x="4300" y="1677205"/>
                  </a:lnTo>
                  <a:lnTo>
                    <a:pt x="2870" y="1670015"/>
                  </a:lnTo>
                  <a:lnTo>
                    <a:pt x="1796" y="1662772"/>
                  </a:lnTo>
                  <a:lnTo>
                    <a:pt x="1077" y="1655477"/>
                  </a:lnTo>
                  <a:lnTo>
                    <a:pt x="359" y="1648181"/>
                  </a:lnTo>
                  <a:lnTo>
                    <a:pt x="0" y="1640868"/>
                  </a:lnTo>
                  <a:lnTo>
                    <a:pt x="0" y="16335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3150" y="3266566"/>
            <a:ext cx="249554" cy="685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00" spc="-50" dirty="0">
                <a:solidFill>
                  <a:srgbClr val="DB2525"/>
                </a:solidFill>
                <a:latin typeface="Tahoma"/>
                <a:cs typeface="Tahoma"/>
              </a:rPr>
              <a:t>"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5885" y="3288089"/>
            <a:ext cx="3604895" cy="1273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25"/>
              </a:spcBef>
            </a:pPr>
            <a:r>
              <a:rPr sz="1700" i="1" spc="-105" dirty="0">
                <a:solidFill>
                  <a:srgbClr val="4A5462"/>
                </a:solidFill>
                <a:latin typeface="Arial"/>
                <a:cs typeface="Arial"/>
              </a:rPr>
              <a:t>Text</a:t>
            </a:r>
            <a:r>
              <a:rPr sz="1700" i="1" spc="-6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30" dirty="0">
                <a:solidFill>
                  <a:srgbClr val="4A5462"/>
                </a:solidFill>
                <a:latin typeface="Arial"/>
                <a:cs typeface="Arial"/>
              </a:rPr>
              <a:t>styling</a:t>
            </a:r>
            <a:r>
              <a:rPr sz="1700" i="1" spc="-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60" dirty="0">
                <a:solidFill>
                  <a:srgbClr val="4A5462"/>
                </a:solidFill>
                <a:latin typeface="Arial"/>
                <a:cs typeface="Arial"/>
              </a:rPr>
              <a:t>mencakup</a:t>
            </a:r>
            <a:r>
              <a:rPr sz="1700" i="1" spc="-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30" dirty="0">
                <a:solidFill>
                  <a:srgbClr val="4A5462"/>
                </a:solidFill>
                <a:latin typeface="Arial"/>
                <a:cs typeface="Arial"/>
              </a:rPr>
              <a:t>berbagai</a:t>
            </a:r>
            <a:r>
              <a:rPr sz="1700" i="1" spc="-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A5462"/>
                </a:solidFill>
                <a:latin typeface="Arial"/>
                <a:cs typeface="Arial"/>
              </a:rPr>
              <a:t>aspek </a:t>
            </a:r>
            <a:r>
              <a:rPr sz="1700" i="1" spc="-50" dirty="0">
                <a:solidFill>
                  <a:srgbClr val="4A5462"/>
                </a:solidFill>
                <a:latin typeface="Arial"/>
                <a:cs typeface="Arial"/>
              </a:rPr>
              <a:t>seperti</a:t>
            </a:r>
            <a:r>
              <a:rPr sz="1700" i="1" spc="-4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60" dirty="0">
                <a:solidFill>
                  <a:srgbClr val="4A5462"/>
                </a:solidFill>
                <a:latin typeface="Arial"/>
                <a:cs typeface="Arial"/>
              </a:rPr>
              <a:t>warna,</a:t>
            </a:r>
            <a:r>
              <a:rPr sz="1700" i="1" spc="-35" dirty="0">
                <a:solidFill>
                  <a:srgbClr val="4A5462"/>
                </a:solidFill>
                <a:latin typeface="Arial"/>
                <a:cs typeface="Arial"/>
              </a:rPr>
              <a:t> perataan, </a:t>
            </a:r>
            <a:r>
              <a:rPr sz="1700" i="1" spc="-65" dirty="0">
                <a:solidFill>
                  <a:srgbClr val="4A5462"/>
                </a:solidFill>
                <a:latin typeface="Arial"/>
                <a:cs typeface="Arial"/>
              </a:rPr>
              <a:t>dekorasi,</a:t>
            </a:r>
            <a:r>
              <a:rPr sz="1700" i="1" spc="-3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A5462"/>
                </a:solidFill>
                <a:latin typeface="Arial"/>
                <a:cs typeface="Arial"/>
              </a:rPr>
              <a:t>jarak </a:t>
            </a:r>
            <a:r>
              <a:rPr sz="1700" i="1" dirty="0">
                <a:solidFill>
                  <a:srgbClr val="4A5462"/>
                </a:solidFill>
                <a:latin typeface="Arial"/>
                <a:cs typeface="Arial"/>
              </a:rPr>
              <a:t>antar</a:t>
            </a:r>
            <a:r>
              <a:rPr sz="1700" i="1" spc="-7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4A5462"/>
                </a:solidFill>
                <a:latin typeface="Arial"/>
                <a:cs typeface="Arial"/>
              </a:rPr>
              <a:t>huruf</a:t>
            </a:r>
            <a:r>
              <a:rPr sz="1700" i="1" spc="-7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40" dirty="0">
                <a:solidFill>
                  <a:srgbClr val="4A5462"/>
                </a:solidFill>
                <a:latin typeface="Arial"/>
                <a:cs typeface="Arial"/>
              </a:rPr>
              <a:t>dan</a:t>
            </a:r>
            <a:r>
              <a:rPr sz="1700" i="1" spc="-7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30" dirty="0">
                <a:solidFill>
                  <a:srgbClr val="4A5462"/>
                </a:solidFill>
                <a:latin typeface="Arial"/>
                <a:cs typeface="Arial"/>
              </a:rPr>
              <a:t>kata,</a:t>
            </a:r>
            <a:r>
              <a:rPr sz="1700" i="1" spc="-7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4A5462"/>
                </a:solidFill>
                <a:latin typeface="Arial"/>
                <a:cs typeface="Arial"/>
              </a:rPr>
              <a:t>tinggi</a:t>
            </a:r>
            <a:r>
              <a:rPr sz="1700" i="1" spc="-7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A5462"/>
                </a:solidFill>
                <a:latin typeface="Arial"/>
                <a:cs typeface="Arial"/>
              </a:rPr>
              <a:t>baris, </a:t>
            </a:r>
            <a:r>
              <a:rPr sz="1700" i="1" spc="-40" dirty="0">
                <a:solidFill>
                  <a:srgbClr val="4A5462"/>
                </a:solidFill>
                <a:latin typeface="Arial"/>
                <a:cs typeface="Arial"/>
              </a:rPr>
              <a:t>transformasi,</a:t>
            </a:r>
            <a:r>
              <a:rPr sz="1700" i="1" spc="-6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40" dirty="0">
                <a:solidFill>
                  <a:srgbClr val="4A5462"/>
                </a:solidFill>
                <a:latin typeface="Arial"/>
                <a:cs typeface="Arial"/>
              </a:rPr>
              <a:t>dan</a:t>
            </a:r>
            <a:r>
              <a:rPr sz="1700" i="1" spc="-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4A5462"/>
                </a:solidFill>
                <a:latin typeface="Arial"/>
                <a:cs typeface="Arial"/>
              </a:rPr>
              <a:t>bayangan</a:t>
            </a:r>
            <a:r>
              <a:rPr sz="1700" i="1" spc="-5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4A5462"/>
                </a:solidFill>
                <a:latin typeface="Arial"/>
                <a:cs typeface="Arial"/>
              </a:rPr>
              <a:t>teks.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7624" y="1497736"/>
            <a:ext cx="25742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10" dirty="0">
                <a:solidFill>
                  <a:srgbClr val="292524"/>
                </a:solidFill>
                <a:latin typeface="Arial"/>
                <a:cs typeface="Arial"/>
              </a:rPr>
              <a:t>Komponen</a:t>
            </a:r>
            <a:r>
              <a:rPr sz="1950" b="1" spc="-2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90" dirty="0">
                <a:solidFill>
                  <a:srgbClr val="292524"/>
                </a:solidFill>
                <a:latin typeface="Arial"/>
                <a:cs typeface="Arial"/>
              </a:rPr>
              <a:t>Text</a:t>
            </a:r>
            <a:r>
              <a:rPr sz="1950" b="1" spc="-2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60" dirty="0">
                <a:solidFill>
                  <a:srgbClr val="292524"/>
                </a:solidFill>
                <a:latin typeface="Arial"/>
                <a:cs typeface="Arial"/>
              </a:rPr>
              <a:t>Styling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10323" y="2057399"/>
            <a:ext cx="2438400" cy="666750"/>
            <a:chOff x="6410323" y="2057399"/>
            <a:chExt cx="2438400" cy="666750"/>
          </a:xfrm>
        </p:grpSpPr>
        <p:sp>
          <p:nvSpPr>
            <p:cNvPr id="15" name="object 15"/>
            <p:cNvSpPr/>
            <p:nvPr/>
          </p:nvSpPr>
          <p:spPr>
            <a:xfrm>
              <a:off x="6415086" y="20621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4" y="657224"/>
                  </a:lnTo>
                  <a:lnTo>
                    <a:pt x="95221" y="656523"/>
                  </a:lnTo>
                  <a:lnTo>
                    <a:pt x="54661" y="642760"/>
                  </a:lnTo>
                  <a:lnTo>
                    <a:pt x="22455" y="614523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4" y="0"/>
                  </a:lnTo>
                  <a:lnTo>
                    <a:pt x="2326529" y="0"/>
                  </a:lnTo>
                  <a:lnTo>
                    <a:pt x="2367899" y="11090"/>
                  </a:lnTo>
                  <a:lnTo>
                    <a:pt x="2401877" y="37168"/>
                  </a:lnTo>
                  <a:lnTo>
                    <a:pt x="2423289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50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3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15086" y="20621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1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899" y="11090"/>
                  </a:lnTo>
                  <a:lnTo>
                    <a:pt x="2401877" y="37168"/>
                  </a:lnTo>
                  <a:lnTo>
                    <a:pt x="2420536" y="67619"/>
                  </a:lnTo>
                  <a:lnTo>
                    <a:pt x="2423289" y="74263"/>
                  </a:lnTo>
                  <a:lnTo>
                    <a:pt x="2425366" y="81113"/>
                  </a:lnTo>
                  <a:lnTo>
                    <a:pt x="2426769" y="88167"/>
                  </a:lnTo>
                  <a:lnTo>
                    <a:pt x="2428173" y="95221"/>
                  </a:lnTo>
                  <a:lnTo>
                    <a:pt x="2428874" y="102345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0535" y="589605"/>
                  </a:lnTo>
                  <a:lnTo>
                    <a:pt x="2417783" y="596250"/>
                  </a:lnTo>
                  <a:lnTo>
                    <a:pt x="2391705" y="630227"/>
                  </a:lnTo>
                  <a:lnTo>
                    <a:pt x="2361255" y="648886"/>
                  </a:lnTo>
                  <a:lnTo>
                    <a:pt x="2354610" y="651638"/>
                  </a:lnTo>
                  <a:lnTo>
                    <a:pt x="2347761" y="653716"/>
                  </a:lnTo>
                  <a:lnTo>
                    <a:pt x="2340706" y="655120"/>
                  </a:lnTo>
                  <a:lnTo>
                    <a:pt x="2333652" y="656523"/>
                  </a:lnTo>
                  <a:lnTo>
                    <a:pt x="2326529" y="657224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67619" y="648886"/>
                  </a:lnTo>
                  <a:lnTo>
                    <a:pt x="60974" y="646134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3"/>
                  </a:lnTo>
                  <a:lnTo>
                    <a:pt x="18459" y="608543"/>
                  </a:lnTo>
                  <a:lnTo>
                    <a:pt x="14464" y="602562"/>
                  </a:lnTo>
                  <a:lnTo>
                    <a:pt x="11090" y="596250"/>
                  </a:lnTo>
                  <a:lnTo>
                    <a:pt x="8337" y="589605"/>
                  </a:lnTo>
                  <a:lnTo>
                    <a:pt x="5585" y="582960"/>
                  </a:lnTo>
                  <a:lnTo>
                    <a:pt x="3507" y="576111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4474" y="2270124"/>
              <a:ext cx="241300" cy="241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959600" y="2247486"/>
            <a:ext cx="92329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10" dirty="0">
                <a:latin typeface="Lucida Sans Unicode"/>
                <a:cs typeface="Lucida Sans Unicode"/>
              </a:rPr>
              <a:t>Warna </a:t>
            </a:r>
            <a:r>
              <a:rPr sz="1550" spc="-120" dirty="0">
                <a:latin typeface="Lucida Sans Unicode"/>
                <a:cs typeface="Lucida Sans Unicode"/>
              </a:rPr>
              <a:t>teks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01123" y="2057399"/>
            <a:ext cx="2438400" cy="666750"/>
            <a:chOff x="9001123" y="2057399"/>
            <a:chExt cx="2438400" cy="666750"/>
          </a:xfrm>
        </p:grpSpPr>
        <p:sp>
          <p:nvSpPr>
            <p:cNvPr id="20" name="object 20"/>
            <p:cNvSpPr/>
            <p:nvPr/>
          </p:nvSpPr>
          <p:spPr>
            <a:xfrm>
              <a:off x="9005885" y="20621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5" y="657224"/>
                  </a:lnTo>
                  <a:lnTo>
                    <a:pt x="95222" y="656523"/>
                  </a:lnTo>
                  <a:lnTo>
                    <a:pt x="54661" y="642760"/>
                  </a:lnTo>
                  <a:lnTo>
                    <a:pt x="22455" y="614523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2326529" y="0"/>
                  </a:lnTo>
                  <a:lnTo>
                    <a:pt x="2367900" y="11090"/>
                  </a:lnTo>
                  <a:lnTo>
                    <a:pt x="2401877" y="37168"/>
                  </a:lnTo>
                  <a:lnTo>
                    <a:pt x="2423287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50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3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05885" y="20621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8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0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900" y="11090"/>
                  </a:lnTo>
                  <a:lnTo>
                    <a:pt x="2374211" y="14464"/>
                  </a:lnTo>
                  <a:lnTo>
                    <a:pt x="2380191" y="18460"/>
                  </a:lnTo>
                  <a:lnTo>
                    <a:pt x="2386172" y="22456"/>
                  </a:lnTo>
                  <a:lnTo>
                    <a:pt x="2391705" y="26996"/>
                  </a:lnTo>
                  <a:lnTo>
                    <a:pt x="2396791" y="32082"/>
                  </a:lnTo>
                  <a:lnTo>
                    <a:pt x="2401877" y="37168"/>
                  </a:lnTo>
                  <a:lnTo>
                    <a:pt x="2420535" y="67619"/>
                  </a:lnTo>
                  <a:lnTo>
                    <a:pt x="2423287" y="74263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0535" y="589605"/>
                  </a:lnTo>
                  <a:lnTo>
                    <a:pt x="2417783" y="596250"/>
                  </a:lnTo>
                  <a:lnTo>
                    <a:pt x="2414408" y="602562"/>
                  </a:lnTo>
                  <a:lnTo>
                    <a:pt x="2410412" y="608543"/>
                  </a:lnTo>
                  <a:lnTo>
                    <a:pt x="2406417" y="614523"/>
                  </a:lnTo>
                  <a:lnTo>
                    <a:pt x="2374212" y="642760"/>
                  </a:lnTo>
                  <a:lnTo>
                    <a:pt x="2361255" y="648886"/>
                  </a:lnTo>
                  <a:lnTo>
                    <a:pt x="2354610" y="651638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102345" y="657224"/>
                  </a:lnTo>
                  <a:lnTo>
                    <a:pt x="95222" y="656523"/>
                  </a:lnTo>
                  <a:lnTo>
                    <a:pt x="88167" y="655120"/>
                  </a:lnTo>
                  <a:lnTo>
                    <a:pt x="81113" y="653716"/>
                  </a:lnTo>
                  <a:lnTo>
                    <a:pt x="74263" y="651638"/>
                  </a:lnTo>
                  <a:lnTo>
                    <a:pt x="67618" y="648886"/>
                  </a:lnTo>
                  <a:lnTo>
                    <a:pt x="60973" y="646134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3"/>
                  </a:lnTo>
                  <a:lnTo>
                    <a:pt x="18459" y="608543"/>
                  </a:lnTo>
                  <a:lnTo>
                    <a:pt x="14464" y="602562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7974" y="2282824"/>
              <a:ext cx="215900" cy="2159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550399" y="2247486"/>
            <a:ext cx="112077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10" dirty="0">
                <a:latin typeface="Lucida Sans Unicode"/>
                <a:cs typeface="Lucida Sans Unicode"/>
              </a:rPr>
              <a:t>Perataan</a:t>
            </a:r>
            <a:r>
              <a:rPr sz="1550" spc="-65" dirty="0">
                <a:latin typeface="Lucida Sans Unicode"/>
                <a:cs typeface="Lucida Sans Unicode"/>
              </a:rPr>
              <a:t> </a:t>
            </a:r>
            <a:r>
              <a:rPr sz="1550" spc="-120" dirty="0">
                <a:latin typeface="Lucida Sans Unicode"/>
                <a:cs typeface="Lucida Sans Unicode"/>
              </a:rPr>
              <a:t>teks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10323" y="2876549"/>
            <a:ext cx="2438400" cy="666750"/>
            <a:chOff x="6410323" y="2876549"/>
            <a:chExt cx="2438400" cy="666750"/>
          </a:xfrm>
        </p:grpSpPr>
        <p:sp>
          <p:nvSpPr>
            <p:cNvPr id="25" name="object 25"/>
            <p:cNvSpPr/>
            <p:nvPr/>
          </p:nvSpPr>
          <p:spPr>
            <a:xfrm>
              <a:off x="6415086" y="288131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4" y="657224"/>
                  </a:lnTo>
                  <a:lnTo>
                    <a:pt x="95221" y="656522"/>
                  </a:lnTo>
                  <a:lnTo>
                    <a:pt x="54661" y="642760"/>
                  </a:lnTo>
                  <a:lnTo>
                    <a:pt x="22455" y="614523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4" y="0"/>
                  </a:lnTo>
                  <a:lnTo>
                    <a:pt x="2326529" y="0"/>
                  </a:lnTo>
                  <a:lnTo>
                    <a:pt x="2367899" y="11090"/>
                  </a:lnTo>
                  <a:lnTo>
                    <a:pt x="2401877" y="37168"/>
                  </a:lnTo>
                  <a:lnTo>
                    <a:pt x="2423289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50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3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5086" y="288131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1" y="3507"/>
                  </a:lnTo>
                  <a:lnTo>
                    <a:pt x="2386172" y="22456"/>
                  </a:lnTo>
                  <a:lnTo>
                    <a:pt x="2414409" y="54661"/>
                  </a:lnTo>
                  <a:lnTo>
                    <a:pt x="2420536" y="67618"/>
                  </a:lnTo>
                  <a:lnTo>
                    <a:pt x="2423289" y="74263"/>
                  </a:lnTo>
                  <a:lnTo>
                    <a:pt x="2425366" y="81113"/>
                  </a:lnTo>
                  <a:lnTo>
                    <a:pt x="2426769" y="88167"/>
                  </a:lnTo>
                  <a:lnTo>
                    <a:pt x="2428173" y="95221"/>
                  </a:lnTo>
                  <a:lnTo>
                    <a:pt x="2428874" y="102345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0535" y="589605"/>
                  </a:lnTo>
                  <a:lnTo>
                    <a:pt x="2417783" y="596250"/>
                  </a:lnTo>
                  <a:lnTo>
                    <a:pt x="2414409" y="602562"/>
                  </a:lnTo>
                  <a:lnTo>
                    <a:pt x="2410413" y="608542"/>
                  </a:lnTo>
                  <a:lnTo>
                    <a:pt x="2406418" y="614523"/>
                  </a:lnTo>
                  <a:lnTo>
                    <a:pt x="2380192" y="638764"/>
                  </a:lnTo>
                  <a:lnTo>
                    <a:pt x="2374211" y="642760"/>
                  </a:lnTo>
                  <a:lnTo>
                    <a:pt x="2340706" y="655120"/>
                  </a:lnTo>
                  <a:lnTo>
                    <a:pt x="2333652" y="656523"/>
                  </a:lnTo>
                  <a:lnTo>
                    <a:pt x="2326529" y="657224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67619" y="648886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3"/>
                  </a:lnTo>
                  <a:lnTo>
                    <a:pt x="18459" y="608543"/>
                  </a:lnTo>
                  <a:lnTo>
                    <a:pt x="14464" y="602562"/>
                  </a:lnTo>
                  <a:lnTo>
                    <a:pt x="11090" y="596250"/>
                  </a:lnTo>
                  <a:lnTo>
                    <a:pt x="8337" y="589605"/>
                  </a:lnTo>
                  <a:lnTo>
                    <a:pt x="5585" y="582960"/>
                  </a:lnTo>
                  <a:lnTo>
                    <a:pt x="3507" y="576111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399" y="3101974"/>
              <a:ext cx="171450" cy="2159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959600" y="3066636"/>
            <a:ext cx="110363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45" dirty="0">
                <a:latin typeface="Lucida Sans Unicode"/>
                <a:cs typeface="Lucida Sans Unicode"/>
              </a:rPr>
              <a:t>Dekorasi</a:t>
            </a:r>
            <a:r>
              <a:rPr sz="1550" spc="-65" dirty="0">
                <a:latin typeface="Lucida Sans Unicode"/>
                <a:cs typeface="Lucida Sans Unicode"/>
              </a:rPr>
              <a:t> </a:t>
            </a:r>
            <a:r>
              <a:rPr sz="1550" spc="-120" dirty="0">
                <a:latin typeface="Lucida Sans Unicode"/>
                <a:cs typeface="Lucida Sans Unicode"/>
              </a:rPr>
              <a:t>teks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001123" y="2876549"/>
            <a:ext cx="2438400" cy="666750"/>
            <a:chOff x="9001123" y="2876549"/>
            <a:chExt cx="2438400" cy="666750"/>
          </a:xfrm>
        </p:grpSpPr>
        <p:sp>
          <p:nvSpPr>
            <p:cNvPr id="30" name="object 30"/>
            <p:cNvSpPr/>
            <p:nvPr/>
          </p:nvSpPr>
          <p:spPr>
            <a:xfrm>
              <a:off x="9005885" y="288131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5" y="657224"/>
                  </a:lnTo>
                  <a:lnTo>
                    <a:pt x="95222" y="656522"/>
                  </a:lnTo>
                  <a:lnTo>
                    <a:pt x="54661" y="642760"/>
                  </a:lnTo>
                  <a:lnTo>
                    <a:pt x="22455" y="614523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2326529" y="0"/>
                  </a:lnTo>
                  <a:lnTo>
                    <a:pt x="2367900" y="11090"/>
                  </a:lnTo>
                  <a:lnTo>
                    <a:pt x="2401877" y="37168"/>
                  </a:lnTo>
                  <a:lnTo>
                    <a:pt x="2423287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50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3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05885" y="288131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0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900" y="11090"/>
                  </a:lnTo>
                  <a:lnTo>
                    <a:pt x="2374211" y="14464"/>
                  </a:lnTo>
                  <a:lnTo>
                    <a:pt x="2380191" y="18460"/>
                  </a:lnTo>
                  <a:lnTo>
                    <a:pt x="2386172" y="22456"/>
                  </a:lnTo>
                  <a:lnTo>
                    <a:pt x="2391705" y="26996"/>
                  </a:lnTo>
                  <a:lnTo>
                    <a:pt x="2396791" y="32082"/>
                  </a:lnTo>
                  <a:lnTo>
                    <a:pt x="2401877" y="37168"/>
                  </a:lnTo>
                  <a:lnTo>
                    <a:pt x="2420535" y="67618"/>
                  </a:lnTo>
                  <a:lnTo>
                    <a:pt x="2423287" y="74263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8874" y="554879"/>
                  </a:lnTo>
                  <a:lnTo>
                    <a:pt x="2428171" y="562002"/>
                  </a:lnTo>
                  <a:lnTo>
                    <a:pt x="2426768" y="569056"/>
                  </a:lnTo>
                  <a:lnTo>
                    <a:pt x="2425365" y="576111"/>
                  </a:lnTo>
                  <a:lnTo>
                    <a:pt x="2423287" y="582960"/>
                  </a:lnTo>
                  <a:lnTo>
                    <a:pt x="2420535" y="589605"/>
                  </a:lnTo>
                  <a:lnTo>
                    <a:pt x="2417783" y="596250"/>
                  </a:lnTo>
                  <a:lnTo>
                    <a:pt x="2414408" y="602562"/>
                  </a:lnTo>
                  <a:lnTo>
                    <a:pt x="2410412" y="608542"/>
                  </a:lnTo>
                  <a:lnTo>
                    <a:pt x="2406417" y="614523"/>
                  </a:lnTo>
                  <a:lnTo>
                    <a:pt x="2401877" y="620056"/>
                  </a:lnTo>
                  <a:lnTo>
                    <a:pt x="2396791" y="625141"/>
                  </a:lnTo>
                  <a:lnTo>
                    <a:pt x="2391705" y="630227"/>
                  </a:lnTo>
                  <a:lnTo>
                    <a:pt x="2386172" y="634768"/>
                  </a:lnTo>
                  <a:lnTo>
                    <a:pt x="2380192" y="638764"/>
                  </a:lnTo>
                  <a:lnTo>
                    <a:pt x="2374212" y="642760"/>
                  </a:lnTo>
                  <a:lnTo>
                    <a:pt x="2367900" y="646134"/>
                  </a:lnTo>
                  <a:lnTo>
                    <a:pt x="2361255" y="648886"/>
                  </a:lnTo>
                  <a:lnTo>
                    <a:pt x="2354610" y="651638"/>
                  </a:lnTo>
                  <a:lnTo>
                    <a:pt x="2347760" y="653716"/>
                  </a:lnTo>
                  <a:lnTo>
                    <a:pt x="2340706" y="655120"/>
                  </a:lnTo>
                  <a:lnTo>
                    <a:pt x="2333652" y="656523"/>
                  </a:lnTo>
                  <a:lnTo>
                    <a:pt x="2326529" y="657224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102345" y="657224"/>
                  </a:lnTo>
                  <a:lnTo>
                    <a:pt x="95222" y="656522"/>
                  </a:lnTo>
                  <a:lnTo>
                    <a:pt x="88167" y="655119"/>
                  </a:lnTo>
                  <a:lnTo>
                    <a:pt x="81113" y="653716"/>
                  </a:lnTo>
                  <a:lnTo>
                    <a:pt x="42700" y="634768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3"/>
                  </a:lnTo>
                  <a:lnTo>
                    <a:pt x="18459" y="608543"/>
                  </a:lnTo>
                  <a:lnTo>
                    <a:pt x="14464" y="602562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07499" y="3197224"/>
              <a:ext cx="196850" cy="254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550399" y="3066636"/>
            <a:ext cx="13817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35" dirty="0">
                <a:latin typeface="Lucida Sans Unicode"/>
                <a:cs typeface="Lucida Sans Unicode"/>
              </a:rPr>
              <a:t>Jarak</a:t>
            </a:r>
            <a:r>
              <a:rPr sz="1550" spc="-100" dirty="0">
                <a:latin typeface="Lucida Sans Unicode"/>
                <a:cs typeface="Lucida Sans Unicode"/>
              </a:rPr>
              <a:t> </a:t>
            </a:r>
            <a:r>
              <a:rPr sz="1550" spc="-114" dirty="0">
                <a:latin typeface="Lucida Sans Unicode"/>
                <a:cs typeface="Lucida Sans Unicode"/>
              </a:rPr>
              <a:t>antar</a:t>
            </a:r>
            <a:r>
              <a:rPr sz="1550" spc="-95" dirty="0">
                <a:latin typeface="Lucida Sans Unicode"/>
                <a:cs typeface="Lucida Sans Unicode"/>
              </a:rPr>
              <a:t> </a:t>
            </a:r>
            <a:r>
              <a:rPr sz="1550" spc="-100" dirty="0">
                <a:latin typeface="Lucida Sans Unicode"/>
                <a:cs typeface="Lucida Sans Unicode"/>
              </a:rPr>
              <a:t>huruf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10323" y="3695699"/>
            <a:ext cx="2438400" cy="666750"/>
            <a:chOff x="6410323" y="3695699"/>
            <a:chExt cx="2438400" cy="666750"/>
          </a:xfrm>
        </p:grpSpPr>
        <p:sp>
          <p:nvSpPr>
            <p:cNvPr id="35" name="object 35"/>
            <p:cNvSpPr/>
            <p:nvPr/>
          </p:nvSpPr>
          <p:spPr>
            <a:xfrm>
              <a:off x="6415086" y="37004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4" y="657224"/>
                  </a:lnTo>
                  <a:lnTo>
                    <a:pt x="95221" y="656522"/>
                  </a:lnTo>
                  <a:lnTo>
                    <a:pt x="54661" y="642759"/>
                  </a:lnTo>
                  <a:lnTo>
                    <a:pt x="22455" y="614522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4" y="0"/>
                  </a:lnTo>
                  <a:lnTo>
                    <a:pt x="2326529" y="0"/>
                  </a:lnTo>
                  <a:lnTo>
                    <a:pt x="2367899" y="11090"/>
                  </a:lnTo>
                  <a:lnTo>
                    <a:pt x="2401877" y="37167"/>
                  </a:lnTo>
                  <a:lnTo>
                    <a:pt x="2423289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49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2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5086" y="37004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2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1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899" y="11090"/>
                  </a:lnTo>
                  <a:lnTo>
                    <a:pt x="2374212" y="14463"/>
                  </a:lnTo>
                  <a:lnTo>
                    <a:pt x="2406418" y="42700"/>
                  </a:lnTo>
                  <a:lnTo>
                    <a:pt x="2410413" y="48681"/>
                  </a:lnTo>
                  <a:lnTo>
                    <a:pt x="2414409" y="54661"/>
                  </a:lnTo>
                  <a:lnTo>
                    <a:pt x="2417783" y="60973"/>
                  </a:lnTo>
                  <a:lnTo>
                    <a:pt x="2420536" y="67618"/>
                  </a:lnTo>
                  <a:lnTo>
                    <a:pt x="2423289" y="74263"/>
                  </a:lnTo>
                  <a:lnTo>
                    <a:pt x="2425366" y="81112"/>
                  </a:lnTo>
                  <a:lnTo>
                    <a:pt x="2426769" y="88167"/>
                  </a:lnTo>
                  <a:lnTo>
                    <a:pt x="2428173" y="95221"/>
                  </a:lnTo>
                  <a:lnTo>
                    <a:pt x="2428874" y="102345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0535" y="589605"/>
                  </a:lnTo>
                  <a:lnTo>
                    <a:pt x="2396791" y="625141"/>
                  </a:lnTo>
                  <a:lnTo>
                    <a:pt x="2361255" y="648886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67619" y="648886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2"/>
                  </a:lnTo>
                  <a:lnTo>
                    <a:pt x="18459" y="608542"/>
                  </a:lnTo>
                  <a:lnTo>
                    <a:pt x="14464" y="602562"/>
                  </a:lnTo>
                  <a:lnTo>
                    <a:pt x="11090" y="596249"/>
                  </a:lnTo>
                  <a:lnTo>
                    <a:pt x="8337" y="589605"/>
                  </a:lnTo>
                  <a:lnTo>
                    <a:pt x="5585" y="582960"/>
                  </a:lnTo>
                  <a:lnTo>
                    <a:pt x="3507" y="576111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6699" y="3990974"/>
              <a:ext cx="196850" cy="762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959600" y="3885786"/>
            <a:ext cx="12801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35" dirty="0">
                <a:latin typeface="Lucida Sans Unicode"/>
                <a:cs typeface="Lucida Sans Unicode"/>
              </a:rPr>
              <a:t>Jarak</a:t>
            </a:r>
            <a:r>
              <a:rPr sz="1550" spc="-100" dirty="0">
                <a:latin typeface="Lucida Sans Unicode"/>
                <a:cs typeface="Lucida Sans Unicode"/>
              </a:rPr>
              <a:t> </a:t>
            </a:r>
            <a:r>
              <a:rPr sz="1550" spc="-114" dirty="0">
                <a:latin typeface="Lucida Sans Unicode"/>
                <a:cs typeface="Lucida Sans Unicode"/>
              </a:rPr>
              <a:t>antar</a:t>
            </a:r>
            <a:r>
              <a:rPr sz="1550" spc="-95" dirty="0">
                <a:latin typeface="Lucida Sans Unicode"/>
                <a:cs typeface="Lucida Sans Unicode"/>
              </a:rPr>
              <a:t> </a:t>
            </a:r>
            <a:r>
              <a:rPr sz="1550" spc="-100" dirty="0">
                <a:latin typeface="Lucida Sans Unicode"/>
                <a:cs typeface="Lucida Sans Unicode"/>
              </a:rPr>
              <a:t>kata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001123" y="3695699"/>
            <a:ext cx="2438400" cy="666750"/>
            <a:chOff x="9001123" y="3695699"/>
            <a:chExt cx="2438400" cy="666750"/>
          </a:xfrm>
        </p:grpSpPr>
        <p:sp>
          <p:nvSpPr>
            <p:cNvPr id="40" name="object 40"/>
            <p:cNvSpPr/>
            <p:nvPr/>
          </p:nvSpPr>
          <p:spPr>
            <a:xfrm>
              <a:off x="9005885" y="37004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2326529" y="657224"/>
                  </a:moveTo>
                  <a:lnTo>
                    <a:pt x="102345" y="657224"/>
                  </a:lnTo>
                  <a:lnTo>
                    <a:pt x="95222" y="656522"/>
                  </a:lnTo>
                  <a:lnTo>
                    <a:pt x="54661" y="642759"/>
                  </a:lnTo>
                  <a:lnTo>
                    <a:pt x="22455" y="614522"/>
                  </a:lnTo>
                  <a:lnTo>
                    <a:pt x="3507" y="576111"/>
                  </a:lnTo>
                  <a:lnTo>
                    <a:pt x="0" y="554879"/>
                  </a:lnTo>
                  <a:lnTo>
                    <a:pt x="0" y="5476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2326529" y="0"/>
                  </a:lnTo>
                  <a:lnTo>
                    <a:pt x="2367900" y="11090"/>
                  </a:lnTo>
                  <a:lnTo>
                    <a:pt x="2401877" y="37167"/>
                  </a:lnTo>
                  <a:lnTo>
                    <a:pt x="2423287" y="74263"/>
                  </a:lnTo>
                  <a:lnTo>
                    <a:pt x="2428874" y="102345"/>
                  </a:lnTo>
                  <a:lnTo>
                    <a:pt x="2428874" y="554879"/>
                  </a:lnTo>
                  <a:lnTo>
                    <a:pt x="2417783" y="596249"/>
                  </a:lnTo>
                  <a:lnTo>
                    <a:pt x="2391705" y="630227"/>
                  </a:lnTo>
                  <a:lnTo>
                    <a:pt x="2354610" y="651638"/>
                  </a:lnTo>
                  <a:lnTo>
                    <a:pt x="2333652" y="656522"/>
                  </a:lnTo>
                  <a:lnTo>
                    <a:pt x="2326529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005885" y="3700462"/>
              <a:ext cx="2428875" cy="657225"/>
            </a:xfrm>
            <a:custGeom>
              <a:avLst/>
              <a:gdLst/>
              <a:ahLst/>
              <a:cxnLst/>
              <a:rect l="l" t="t" r="r" b="b"/>
              <a:pathLst>
                <a:path w="2428875" h="657225">
                  <a:moveTo>
                    <a:pt x="0" y="547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2"/>
                  </a:lnTo>
                  <a:lnTo>
                    <a:pt x="5585" y="74263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3" y="11090"/>
                  </a:lnTo>
                  <a:lnTo>
                    <a:pt x="67618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0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900" y="11090"/>
                  </a:lnTo>
                  <a:lnTo>
                    <a:pt x="2374211" y="14463"/>
                  </a:lnTo>
                  <a:lnTo>
                    <a:pt x="2380191" y="18459"/>
                  </a:lnTo>
                  <a:lnTo>
                    <a:pt x="2386172" y="22455"/>
                  </a:lnTo>
                  <a:lnTo>
                    <a:pt x="2391705" y="26996"/>
                  </a:lnTo>
                  <a:lnTo>
                    <a:pt x="2396791" y="32082"/>
                  </a:lnTo>
                  <a:lnTo>
                    <a:pt x="2401877" y="37167"/>
                  </a:lnTo>
                  <a:lnTo>
                    <a:pt x="2420535" y="67618"/>
                  </a:lnTo>
                  <a:lnTo>
                    <a:pt x="2423287" y="74263"/>
                  </a:lnTo>
                  <a:lnTo>
                    <a:pt x="2428875" y="109537"/>
                  </a:lnTo>
                  <a:lnTo>
                    <a:pt x="2428875" y="547687"/>
                  </a:lnTo>
                  <a:lnTo>
                    <a:pt x="2420535" y="589605"/>
                  </a:lnTo>
                  <a:lnTo>
                    <a:pt x="2417783" y="596249"/>
                  </a:lnTo>
                  <a:lnTo>
                    <a:pt x="2414408" y="602562"/>
                  </a:lnTo>
                  <a:lnTo>
                    <a:pt x="2410412" y="608542"/>
                  </a:lnTo>
                  <a:lnTo>
                    <a:pt x="2406417" y="614522"/>
                  </a:lnTo>
                  <a:lnTo>
                    <a:pt x="2401877" y="620056"/>
                  </a:lnTo>
                  <a:lnTo>
                    <a:pt x="2396791" y="625141"/>
                  </a:lnTo>
                  <a:lnTo>
                    <a:pt x="2391705" y="630227"/>
                  </a:lnTo>
                  <a:lnTo>
                    <a:pt x="2361255" y="648886"/>
                  </a:lnTo>
                  <a:lnTo>
                    <a:pt x="2354610" y="651638"/>
                  </a:lnTo>
                  <a:lnTo>
                    <a:pt x="2319337" y="657224"/>
                  </a:lnTo>
                  <a:lnTo>
                    <a:pt x="109538" y="657224"/>
                  </a:lnTo>
                  <a:lnTo>
                    <a:pt x="102345" y="657224"/>
                  </a:lnTo>
                  <a:lnTo>
                    <a:pt x="95222" y="656522"/>
                  </a:lnTo>
                  <a:lnTo>
                    <a:pt x="88167" y="655119"/>
                  </a:lnTo>
                  <a:lnTo>
                    <a:pt x="81113" y="653716"/>
                  </a:lnTo>
                  <a:lnTo>
                    <a:pt x="42700" y="634768"/>
                  </a:lnTo>
                  <a:lnTo>
                    <a:pt x="32082" y="625141"/>
                  </a:lnTo>
                  <a:lnTo>
                    <a:pt x="26996" y="620056"/>
                  </a:lnTo>
                  <a:lnTo>
                    <a:pt x="22455" y="614522"/>
                  </a:lnTo>
                  <a:lnTo>
                    <a:pt x="18459" y="608542"/>
                  </a:lnTo>
                  <a:lnTo>
                    <a:pt x="14464" y="602562"/>
                  </a:lnTo>
                  <a:lnTo>
                    <a:pt x="2104" y="569056"/>
                  </a:lnTo>
                  <a:lnTo>
                    <a:pt x="701" y="562002"/>
                  </a:lnTo>
                  <a:lnTo>
                    <a:pt x="0" y="554879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8299" y="3921124"/>
              <a:ext cx="95250" cy="2159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9550399" y="3885786"/>
            <a:ext cx="937894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80" dirty="0">
                <a:latin typeface="Lucida Sans Unicode"/>
                <a:cs typeface="Lucida Sans Unicode"/>
              </a:rPr>
              <a:t>Tinggi</a:t>
            </a:r>
            <a:r>
              <a:rPr sz="1550" spc="-110" dirty="0">
                <a:latin typeface="Lucida Sans Unicode"/>
                <a:cs typeface="Lucida Sans Unicode"/>
              </a:rPr>
              <a:t> </a:t>
            </a:r>
            <a:r>
              <a:rPr sz="1550" spc="-114" dirty="0">
                <a:latin typeface="Lucida Sans Unicode"/>
                <a:cs typeface="Lucida Sans Unicode"/>
              </a:rPr>
              <a:t>baris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10323" y="4514849"/>
            <a:ext cx="2438400" cy="857250"/>
            <a:chOff x="6410323" y="4514849"/>
            <a:chExt cx="2438400" cy="857250"/>
          </a:xfrm>
        </p:grpSpPr>
        <p:sp>
          <p:nvSpPr>
            <p:cNvPr id="45" name="object 45"/>
            <p:cNvSpPr/>
            <p:nvPr/>
          </p:nvSpPr>
          <p:spPr>
            <a:xfrm>
              <a:off x="6415086" y="4519612"/>
              <a:ext cx="2428875" cy="847725"/>
            </a:xfrm>
            <a:custGeom>
              <a:avLst/>
              <a:gdLst/>
              <a:ahLst/>
              <a:cxnLst/>
              <a:rect l="l" t="t" r="r" b="b"/>
              <a:pathLst>
                <a:path w="2428875" h="847725">
                  <a:moveTo>
                    <a:pt x="2326529" y="847724"/>
                  </a:moveTo>
                  <a:lnTo>
                    <a:pt x="102344" y="847724"/>
                  </a:lnTo>
                  <a:lnTo>
                    <a:pt x="95221" y="847023"/>
                  </a:lnTo>
                  <a:lnTo>
                    <a:pt x="54661" y="833259"/>
                  </a:lnTo>
                  <a:lnTo>
                    <a:pt x="22455" y="805022"/>
                  </a:lnTo>
                  <a:lnTo>
                    <a:pt x="3507" y="766610"/>
                  </a:lnTo>
                  <a:lnTo>
                    <a:pt x="0" y="745379"/>
                  </a:lnTo>
                  <a:lnTo>
                    <a:pt x="0" y="7381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4" y="0"/>
                  </a:lnTo>
                  <a:lnTo>
                    <a:pt x="2326529" y="0"/>
                  </a:lnTo>
                  <a:lnTo>
                    <a:pt x="2367899" y="11090"/>
                  </a:lnTo>
                  <a:lnTo>
                    <a:pt x="2401877" y="37167"/>
                  </a:lnTo>
                  <a:lnTo>
                    <a:pt x="2423289" y="74263"/>
                  </a:lnTo>
                  <a:lnTo>
                    <a:pt x="2428874" y="102345"/>
                  </a:lnTo>
                  <a:lnTo>
                    <a:pt x="2428874" y="745379"/>
                  </a:lnTo>
                  <a:lnTo>
                    <a:pt x="2417783" y="786749"/>
                  </a:lnTo>
                  <a:lnTo>
                    <a:pt x="2391705" y="820727"/>
                  </a:lnTo>
                  <a:lnTo>
                    <a:pt x="2354610" y="842138"/>
                  </a:lnTo>
                  <a:lnTo>
                    <a:pt x="2333652" y="847023"/>
                  </a:lnTo>
                  <a:lnTo>
                    <a:pt x="2326529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15086" y="4519612"/>
              <a:ext cx="2428875" cy="847725"/>
            </a:xfrm>
            <a:custGeom>
              <a:avLst/>
              <a:gdLst/>
              <a:ahLst/>
              <a:cxnLst/>
              <a:rect l="l" t="t" r="r" b="b"/>
              <a:pathLst>
                <a:path w="2428875" h="847725">
                  <a:moveTo>
                    <a:pt x="0" y="7381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1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899" y="11090"/>
                  </a:lnTo>
                  <a:lnTo>
                    <a:pt x="2401877" y="37167"/>
                  </a:lnTo>
                  <a:lnTo>
                    <a:pt x="2410413" y="48681"/>
                  </a:lnTo>
                  <a:lnTo>
                    <a:pt x="2414409" y="54661"/>
                  </a:lnTo>
                  <a:lnTo>
                    <a:pt x="2417783" y="60973"/>
                  </a:lnTo>
                  <a:lnTo>
                    <a:pt x="2420536" y="67618"/>
                  </a:lnTo>
                  <a:lnTo>
                    <a:pt x="2423289" y="74263"/>
                  </a:lnTo>
                  <a:lnTo>
                    <a:pt x="2425366" y="81113"/>
                  </a:lnTo>
                  <a:lnTo>
                    <a:pt x="2426769" y="88167"/>
                  </a:lnTo>
                  <a:lnTo>
                    <a:pt x="2428173" y="95221"/>
                  </a:lnTo>
                  <a:lnTo>
                    <a:pt x="2428874" y="102345"/>
                  </a:lnTo>
                  <a:lnTo>
                    <a:pt x="2428875" y="109537"/>
                  </a:lnTo>
                  <a:lnTo>
                    <a:pt x="2428875" y="738187"/>
                  </a:lnTo>
                  <a:lnTo>
                    <a:pt x="2420535" y="780104"/>
                  </a:lnTo>
                  <a:lnTo>
                    <a:pt x="2396791" y="815641"/>
                  </a:lnTo>
                  <a:lnTo>
                    <a:pt x="2361255" y="839385"/>
                  </a:lnTo>
                  <a:lnTo>
                    <a:pt x="2354610" y="842138"/>
                  </a:lnTo>
                  <a:lnTo>
                    <a:pt x="2347761" y="844216"/>
                  </a:lnTo>
                  <a:lnTo>
                    <a:pt x="2340706" y="845619"/>
                  </a:lnTo>
                  <a:lnTo>
                    <a:pt x="2333652" y="847023"/>
                  </a:lnTo>
                  <a:lnTo>
                    <a:pt x="2326529" y="847724"/>
                  </a:lnTo>
                  <a:lnTo>
                    <a:pt x="2319337" y="847724"/>
                  </a:lnTo>
                  <a:lnTo>
                    <a:pt x="109538" y="847724"/>
                  </a:lnTo>
                  <a:lnTo>
                    <a:pt x="102344" y="847724"/>
                  </a:lnTo>
                  <a:lnTo>
                    <a:pt x="95221" y="847023"/>
                  </a:lnTo>
                  <a:lnTo>
                    <a:pt x="88167" y="845619"/>
                  </a:lnTo>
                  <a:lnTo>
                    <a:pt x="81113" y="844216"/>
                  </a:lnTo>
                  <a:lnTo>
                    <a:pt x="74264" y="842138"/>
                  </a:lnTo>
                  <a:lnTo>
                    <a:pt x="67619" y="839385"/>
                  </a:lnTo>
                  <a:lnTo>
                    <a:pt x="60974" y="836633"/>
                  </a:lnTo>
                  <a:lnTo>
                    <a:pt x="32082" y="815641"/>
                  </a:lnTo>
                  <a:lnTo>
                    <a:pt x="26996" y="810555"/>
                  </a:lnTo>
                  <a:lnTo>
                    <a:pt x="22455" y="805022"/>
                  </a:lnTo>
                  <a:lnTo>
                    <a:pt x="18459" y="799041"/>
                  </a:lnTo>
                  <a:lnTo>
                    <a:pt x="14464" y="793061"/>
                  </a:lnTo>
                  <a:lnTo>
                    <a:pt x="11090" y="786749"/>
                  </a:lnTo>
                  <a:lnTo>
                    <a:pt x="8337" y="780104"/>
                  </a:lnTo>
                  <a:lnTo>
                    <a:pt x="5585" y="773459"/>
                  </a:lnTo>
                  <a:lnTo>
                    <a:pt x="3507" y="766610"/>
                  </a:lnTo>
                  <a:lnTo>
                    <a:pt x="2104" y="759557"/>
                  </a:lnTo>
                  <a:lnTo>
                    <a:pt x="701" y="752502"/>
                  </a:lnTo>
                  <a:lnTo>
                    <a:pt x="0" y="745379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0824" y="4845049"/>
              <a:ext cx="228600" cy="18415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959600" y="4800186"/>
            <a:ext cx="156972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45" dirty="0">
                <a:latin typeface="Lucida Sans Unicode"/>
                <a:cs typeface="Lucida Sans Unicode"/>
              </a:rPr>
              <a:t>Transformasi</a:t>
            </a:r>
            <a:r>
              <a:rPr sz="1550" spc="-30" dirty="0">
                <a:latin typeface="Lucida Sans Unicode"/>
                <a:cs typeface="Lucida Sans Unicode"/>
              </a:rPr>
              <a:t> </a:t>
            </a:r>
            <a:r>
              <a:rPr sz="1550" spc="-110" dirty="0">
                <a:latin typeface="Lucida Sans Unicode"/>
                <a:cs typeface="Lucida Sans Unicode"/>
              </a:rPr>
              <a:t>huruf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001123" y="4514849"/>
            <a:ext cx="2438400" cy="857250"/>
            <a:chOff x="9001123" y="4514849"/>
            <a:chExt cx="2438400" cy="857250"/>
          </a:xfrm>
        </p:grpSpPr>
        <p:sp>
          <p:nvSpPr>
            <p:cNvPr id="50" name="object 50"/>
            <p:cNvSpPr/>
            <p:nvPr/>
          </p:nvSpPr>
          <p:spPr>
            <a:xfrm>
              <a:off x="9005885" y="4519612"/>
              <a:ext cx="2428875" cy="847725"/>
            </a:xfrm>
            <a:custGeom>
              <a:avLst/>
              <a:gdLst/>
              <a:ahLst/>
              <a:cxnLst/>
              <a:rect l="l" t="t" r="r" b="b"/>
              <a:pathLst>
                <a:path w="2428875" h="847725">
                  <a:moveTo>
                    <a:pt x="2326529" y="847724"/>
                  </a:moveTo>
                  <a:lnTo>
                    <a:pt x="102345" y="847724"/>
                  </a:lnTo>
                  <a:lnTo>
                    <a:pt x="95222" y="847023"/>
                  </a:lnTo>
                  <a:lnTo>
                    <a:pt x="54661" y="833259"/>
                  </a:lnTo>
                  <a:lnTo>
                    <a:pt x="22455" y="805022"/>
                  </a:lnTo>
                  <a:lnTo>
                    <a:pt x="3507" y="766610"/>
                  </a:lnTo>
                  <a:lnTo>
                    <a:pt x="0" y="745379"/>
                  </a:lnTo>
                  <a:lnTo>
                    <a:pt x="0" y="738187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2326529" y="0"/>
                  </a:lnTo>
                  <a:lnTo>
                    <a:pt x="2367900" y="11090"/>
                  </a:lnTo>
                  <a:lnTo>
                    <a:pt x="2401877" y="37167"/>
                  </a:lnTo>
                  <a:lnTo>
                    <a:pt x="2423287" y="74263"/>
                  </a:lnTo>
                  <a:lnTo>
                    <a:pt x="2428874" y="102345"/>
                  </a:lnTo>
                  <a:lnTo>
                    <a:pt x="2428874" y="745379"/>
                  </a:lnTo>
                  <a:lnTo>
                    <a:pt x="2417783" y="786749"/>
                  </a:lnTo>
                  <a:lnTo>
                    <a:pt x="2391705" y="820727"/>
                  </a:lnTo>
                  <a:lnTo>
                    <a:pt x="2354610" y="842138"/>
                  </a:lnTo>
                  <a:lnTo>
                    <a:pt x="2333652" y="847023"/>
                  </a:lnTo>
                  <a:lnTo>
                    <a:pt x="2326529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51"/>
            <p:cNvSpPr/>
            <p:nvPr/>
          </p:nvSpPr>
          <p:spPr>
            <a:xfrm>
              <a:off x="9005885" y="4519612"/>
              <a:ext cx="2428875" cy="847725"/>
            </a:xfrm>
            <a:custGeom>
              <a:avLst/>
              <a:gdLst/>
              <a:ahLst/>
              <a:cxnLst/>
              <a:rect l="l" t="t" r="r" b="b"/>
              <a:pathLst>
                <a:path w="2428875" h="847725">
                  <a:moveTo>
                    <a:pt x="0" y="7381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3" y="11090"/>
                  </a:lnTo>
                  <a:lnTo>
                    <a:pt x="67618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319337" y="0"/>
                  </a:lnTo>
                  <a:lnTo>
                    <a:pt x="2326529" y="0"/>
                  </a:lnTo>
                  <a:lnTo>
                    <a:pt x="2333652" y="701"/>
                  </a:lnTo>
                  <a:lnTo>
                    <a:pt x="2340706" y="2104"/>
                  </a:lnTo>
                  <a:lnTo>
                    <a:pt x="2347760" y="3507"/>
                  </a:lnTo>
                  <a:lnTo>
                    <a:pt x="2354610" y="5585"/>
                  </a:lnTo>
                  <a:lnTo>
                    <a:pt x="2361255" y="8337"/>
                  </a:lnTo>
                  <a:lnTo>
                    <a:pt x="2367900" y="11090"/>
                  </a:lnTo>
                  <a:lnTo>
                    <a:pt x="2374211" y="14463"/>
                  </a:lnTo>
                  <a:lnTo>
                    <a:pt x="2380191" y="18459"/>
                  </a:lnTo>
                  <a:lnTo>
                    <a:pt x="2386172" y="22455"/>
                  </a:lnTo>
                  <a:lnTo>
                    <a:pt x="2391705" y="26996"/>
                  </a:lnTo>
                  <a:lnTo>
                    <a:pt x="2396791" y="32082"/>
                  </a:lnTo>
                  <a:lnTo>
                    <a:pt x="2401877" y="37167"/>
                  </a:lnTo>
                  <a:lnTo>
                    <a:pt x="2420535" y="67618"/>
                  </a:lnTo>
                  <a:lnTo>
                    <a:pt x="2423287" y="74263"/>
                  </a:lnTo>
                  <a:lnTo>
                    <a:pt x="2428875" y="109537"/>
                  </a:lnTo>
                  <a:lnTo>
                    <a:pt x="2428875" y="738187"/>
                  </a:lnTo>
                  <a:lnTo>
                    <a:pt x="2420535" y="780104"/>
                  </a:lnTo>
                  <a:lnTo>
                    <a:pt x="2410412" y="799041"/>
                  </a:lnTo>
                  <a:lnTo>
                    <a:pt x="2406417" y="805022"/>
                  </a:lnTo>
                  <a:lnTo>
                    <a:pt x="2374212" y="833259"/>
                  </a:lnTo>
                  <a:lnTo>
                    <a:pt x="2361255" y="839385"/>
                  </a:lnTo>
                  <a:lnTo>
                    <a:pt x="2354610" y="842138"/>
                  </a:lnTo>
                  <a:lnTo>
                    <a:pt x="2347760" y="844216"/>
                  </a:lnTo>
                  <a:lnTo>
                    <a:pt x="2340706" y="845619"/>
                  </a:lnTo>
                  <a:lnTo>
                    <a:pt x="2333652" y="847023"/>
                  </a:lnTo>
                  <a:lnTo>
                    <a:pt x="2326529" y="847724"/>
                  </a:lnTo>
                  <a:lnTo>
                    <a:pt x="2319337" y="847724"/>
                  </a:lnTo>
                  <a:lnTo>
                    <a:pt x="109538" y="847724"/>
                  </a:lnTo>
                  <a:lnTo>
                    <a:pt x="102345" y="847724"/>
                  </a:lnTo>
                  <a:lnTo>
                    <a:pt x="95222" y="847023"/>
                  </a:lnTo>
                  <a:lnTo>
                    <a:pt x="88167" y="845619"/>
                  </a:lnTo>
                  <a:lnTo>
                    <a:pt x="81113" y="844216"/>
                  </a:lnTo>
                  <a:lnTo>
                    <a:pt x="74263" y="842138"/>
                  </a:lnTo>
                  <a:lnTo>
                    <a:pt x="67618" y="839385"/>
                  </a:lnTo>
                  <a:lnTo>
                    <a:pt x="60973" y="836633"/>
                  </a:lnTo>
                  <a:lnTo>
                    <a:pt x="32082" y="815641"/>
                  </a:lnTo>
                  <a:lnTo>
                    <a:pt x="26996" y="810555"/>
                  </a:lnTo>
                  <a:lnTo>
                    <a:pt x="22455" y="805022"/>
                  </a:lnTo>
                  <a:lnTo>
                    <a:pt x="18459" y="799041"/>
                  </a:lnTo>
                  <a:lnTo>
                    <a:pt x="14464" y="793061"/>
                  </a:lnTo>
                  <a:lnTo>
                    <a:pt x="701" y="752502"/>
                  </a:lnTo>
                  <a:lnTo>
                    <a:pt x="0" y="745379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FFEC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34220" y="4636852"/>
            <a:ext cx="8115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sz="1550" spc="-130" dirty="0">
                <a:latin typeface="Lucida Sans Unicode"/>
                <a:cs typeface="Lucida Sans Unicode"/>
              </a:rPr>
              <a:t>Bayangan </a:t>
            </a:r>
            <a:r>
              <a:rPr sz="1550" spc="-20" dirty="0">
                <a:latin typeface="Lucida Sans Unicode"/>
                <a:cs typeface="Lucida Sans Unicode"/>
              </a:rPr>
              <a:t>teks</a:t>
            </a:r>
            <a:endParaRPr sz="1550" dirty="0">
              <a:latin typeface="Lucida Sans Unicode"/>
              <a:cs typeface="Lucida Sans Unicode"/>
            </a:endParaRPr>
          </a:p>
        </p:txBody>
      </p:sp>
      <p:pic>
        <p:nvPicPr>
          <p:cNvPr id="53" name="object 17">
            <a:extLst>
              <a:ext uri="{FF2B5EF4-FFF2-40B4-BE49-F238E27FC236}">
                <a16:creationId xmlns:a16="http://schemas.microsoft.com/office/drawing/2014/main" id="{A27D40DC-96DC-CA76-F1F8-D8962DD43E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17816" y="4773949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0824" y="564918"/>
            <a:ext cx="3076575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>
                <a:latin typeface="Trebuchet MS"/>
                <a:cs typeface="Trebuchet MS"/>
              </a:rPr>
              <a:t>Property</a:t>
            </a:r>
            <a:r>
              <a:rPr spc="-140" dirty="0">
                <a:latin typeface="Trebuchet MS"/>
                <a:cs typeface="Trebuchet MS"/>
              </a:rPr>
              <a:t> </a:t>
            </a:r>
            <a:r>
              <a:rPr spc="-125" dirty="0">
                <a:solidFill>
                  <a:srgbClr val="E9580C"/>
                </a:solidFill>
                <a:latin typeface="Trebuchet MS"/>
                <a:cs typeface="Trebuchet MS"/>
              </a:rPr>
              <a:t>color</a:t>
            </a:r>
          </a:p>
        </p:txBody>
      </p:sp>
      <p:sp>
        <p:nvSpPr>
          <p:cNvPr id="4" name="object 4"/>
          <p:cNvSpPr/>
          <p:nvPr/>
        </p:nvSpPr>
        <p:spPr>
          <a:xfrm>
            <a:off x="1752599" y="1752599"/>
            <a:ext cx="714375" cy="314325"/>
          </a:xfrm>
          <a:custGeom>
            <a:avLst/>
            <a:gdLst/>
            <a:ahLst/>
            <a:cxnLst/>
            <a:rect l="l" t="t" r="r" b="b"/>
            <a:pathLst>
              <a:path w="714375" h="314325">
                <a:moveTo>
                  <a:pt x="681327" y="314324"/>
                </a:moveTo>
                <a:lnTo>
                  <a:pt x="33047" y="314324"/>
                </a:lnTo>
                <a:lnTo>
                  <a:pt x="28187" y="313358"/>
                </a:lnTo>
                <a:lnTo>
                  <a:pt x="966" y="286137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1327" y="0"/>
                </a:lnTo>
                <a:lnTo>
                  <a:pt x="713408" y="28187"/>
                </a:lnTo>
                <a:lnTo>
                  <a:pt x="714374" y="33047"/>
                </a:lnTo>
                <a:lnTo>
                  <a:pt x="714374" y="281277"/>
                </a:lnTo>
                <a:lnTo>
                  <a:pt x="686187" y="313357"/>
                </a:lnTo>
                <a:lnTo>
                  <a:pt x="681327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8824" y="1668678"/>
            <a:ext cx="4787265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5"/>
              </a:spcBef>
              <a:tabLst>
                <a:tab pos="1073785" algn="l"/>
                <a:tab pos="1764664" algn="l"/>
              </a:tabLst>
            </a:pPr>
            <a:r>
              <a:rPr sz="205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Property</a:t>
            </a:r>
            <a:r>
              <a:rPr sz="205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2000" b="1" spc="-10" dirty="0">
                <a:solidFill>
                  <a:srgbClr val="E9580C"/>
                </a:solidFill>
                <a:latin typeface="Arial"/>
                <a:cs typeface="Arial"/>
              </a:rPr>
              <a:t>color</a:t>
            </a:r>
            <a:r>
              <a:rPr sz="2000" b="1" dirty="0">
                <a:solidFill>
                  <a:srgbClr val="E9580C"/>
                </a:solidFill>
                <a:latin typeface="Arial"/>
                <a:cs typeface="Arial"/>
              </a:rPr>
              <a:t>	</a:t>
            </a:r>
            <a:r>
              <a:rPr sz="2050" spc="-195" dirty="0">
                <a:solidFill>
                  <a:srgbClr val="292524"/>
                </a:solidFill>
                <a:latin typeface="Lucida Sans Unicode"/>
                <a:cs typeface="Lucida Sans Unicode"/>
              </a:rPr>
              <a:t>digunakan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untuk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95" dirty="0">
                <a:solidFill>
                  <a:srgbClr val="292524"/>
                </a:solidFill>
                <a:latin typeface="Lucida Sans Unicode"/>
                <a:cs typeface="Lucida Sans Unicode"/>
              </a:rPr>
              <a:t>mengubah </a:t>
            </a:r>
            <a:r>
              <a:rPr sz="2050" spc="-160" dirty="0">
                <a:solidFill>
                  <a:srgbClr val="292524"/>
                </a:solidFill>
                <a:latin typeface="Lucida Sans Unicode"/>
                <a:cs typeface="Lucida Sans Unicode"/>
              </a:rPr>
              <a:t>warna</a:t>
            </a:r>
            <a:r>
              <a:rPr sz="20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teks</a:t>
            </a:r>
            <a:r>
              <a:rPr sz="20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292524"/>
                </a:solidFill>
                <a:latin typeface="Lucida Sans Unicode"/>
                <a:cs typeface="Lucida Sans Unicode"/>
              </a:rPr>
              <a:t>pada</a:t>
            </a:r>
            <a:r>
              <a:rPr sz="20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70" dirty="0">
                <a:solidFill>
                  <a:srgbClr val="292524"/>
                </a:solidFill>
                <a:latin typeface="Lucida Sans Unicode"/>
                <a:cs typeface="Lucida Sans Unicode"/>
              </a:rPr>
              <a:t>elemen</a:t>
            </a:r>
            <a:r>
              <a:rPr sz="20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rgbClr val="292524"/>
                </a:solidFill>
                <a:latin typeface="Lucida Sans Unicode"/>
                <a:cs typeface="Lucida Sans Unicode"/>
              </a:rPr>
              <a:t>HTML.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2231" y="1335023"/>
            <a:ext cx="11546205" cy="4474845"/>
            <a:chOff x="332231" y="1335023"/>
            <a:chExt cx="11546205" cy="44748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335023"/>
              <a:ext cx="11545823" cy="44744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3184524"/>
              <a:ext cx="241300" cy="1460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73199" y="3078886"/>
            <a:ext cx="8286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0" dirty="0">
                <a:solidFill>
                  <a:srgbClr val="292524"/>
                </a:solidFill>
                <a:latin typeface="Tahoma"/>
                <a:cs typeface="Tahoma"/>
              </a:rPr>
              <a:t>Sintaks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749" y="3834994"/>
            <a:ext cx="1774825" cy="8255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450" spc="-60" dirty="0">
                <a:solidFill>
                  <a:srgbClr val="E9580C"/>
                </a:solidFill>
                <a:latin typeface="Lucida Console"/>
                <a:cs typeface="Lucida Console"/>
              </a:rPr>
              <a:t>selector</a:t>
            </a:r>
            <a:r>
              <a:rPr sz="1450" spc="-15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45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450">
              <a:latin typeface="Lucida Console"/>
              <a:cs typeface="Lucida Console"/>
            </a:endParaRPr>
          </a:p>
          <a:p>
            <a:pPr marL="424180">
              <a:lnSpc>
                <a:spcPct val="100000"/>
              </a:lnSpc>
              <a:spcBef>
                <a:spcPts val="360"/>
              </a:spcBef>
            </a:pPr>
            <a:r>
              <a:rPr sz="1450" spc="-60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450" spc="-6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450" spc="-12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450" spc="-60" dirty="0">
                <a:solidFill>
                  <a:srgbClr val="F59D0A"/>
                </a:solidFill>
                <a:latin typeface="Lucida Console"/>
                <a:cs typeface="Lucida Console"/>
              </a:rPr>
              <a:t>value</a:t>
            </a:r>
            <a:r>
              <a:rPr sz="1450" spc="-6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4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45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45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5750" y="1968309"/>
            <a:ext cx="189865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r>
              <a:rPr sz="1650" b="1" spc="-6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292524"/>
                </a:solidFill>
                <a:latin typeface="Tahoma"/>
                <a:cs typeface="Tahoma"/>
              </a:rPr>
              <a:t>Penggunaan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54850" y="2621829"/>
            <a:ext cx="188341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Mengubah</a:t>
            </a:r>
            <a:r>
              <a:rPr sz="1350" spc="-7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warna</a:t>
            </a:r>
            <a:r>
              <a:rPr sz="1350" spc="-6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heading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6250" y="3316819"/>
            <a:ext cx="1489075" cy="4826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solidFill>
                  <a:srgbClr val="E9580C"/>
                </a:solidFill>
                <a:latin typeface="Lucida Console"/>
                <a:cs typeface="Lucida Console"/>
              </a:rPr>
              <a:t>h1</a:t>
            </a:r>
            <a:r>
              <a:rPr sz="1300" spc="-190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3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300">
              <a:latin typeface="Lucida Console"/>
              <a:cs typeface="Lucida Console"/>
            </a:endParaRPr>
          </a:p>
          <a:p>
            <a:pPr marL="378460">
              <a:lnSpc>
                <a:spcPct val="100000"/>
              </a:lnSpc>
              <a:spcBef>
                <a:spcPts val="240"/>
              </a:spcBef>
            </a:pPr>
            <a:r>
              <a:rPr sz="1300" spc="-65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300" spc="-6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300" spc="-10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300" spc="-60" dirty="0">
                <a:solidFill>
                  <a:srgbClr val="F59D0A"/>
                </a:solidFill>
                <a:latin typeface="Lucida Console"/>
                <a:cs typeface="Lucida Console"/>
              </a:rPr>
              <a:t>blue</a:t>
            </a:r>
            <a:r>
              <a:rPr sz="1300" spc="-6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3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26250" y="3799403"/>
            <a:ext cx="116839" cy="2292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30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44866" y="4516679"/>
            <a:ext cx="156972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h1</a:t>
            </a:r>
            <a:r>
              <a:rPr sz="16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r>
              <a:rPr sz="16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color:</a:t>
            </a:r>
            <a:r>
              <a:rPr sz="16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5" dirty="0">
                <a:solidFill>
                  <a:srgbClr val="FFFFFF"/>
                </a:solidFill>
                <a:latin typeface="Arial"/>
                <a:cs typeface="Arial"/>
              </a:rPr>
              <a:t>blue;</a:t>
            </a:r>
            <a:r>
              <a:rPr sz="16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05428" y="4516679"/>
            <a:ext cx="147764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h1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color: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FFFFFF"/>
                </a:solidFill>
                <a:latin typeface="Arial"/>
                <a:cs typeface="Arial"/>
              </a:rPr>
              <a:t>red;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4" y="647699"/>
            <a:ext cx="381000" cy="381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8424" y="484512"/>
            <a:ext cx="4751070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20" dirty="0"/>
              <a:t>Cara</a:t>
            </a:r>
            <a:r>
              <a:rPr spc="-45" dirty="0"/>
              <a:t> </a:t>
            </a:r>
            <a:r>
              <a:rPr spc="-225" dirty="0"/>
              <a:t>Penulisan</a:t>
            </a:r>
            <a:r>
              <a:rPr spc="-45" dirty="0"/>
              <a:t> </a:t>
            </a:r>
            <a:r>
              <a:rPr spc="-85" dirty="0"/>
              <a:t>Warna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182623"/>
            <a:ext cx="11545823" cy="42275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27931" y="2073275"/>
            <a:ext cx="17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1999422"/>
            <a:ext cx="185801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b="1" dirty="0">
                <a:solidFill>
                  <a:srgbClr val="292524"/>
                </a:solidFill>
                <a:latin typeface="Arial"/>
                <a:cs typeface="Arial"/>
              </a:rPr>
              <a:t>Nama</a:t>
            </a:r>
            <a:r>
              <a:rPr sz="2350" b="1" spc="10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292524"/>
                </a:solidFill>
                <a:latin typeface="Arial"/>
                <a:cs typeface="Arial"/>
              </a:rPr>
              <a:t>Warna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49" y="3130535"/>
            <a:ext cx="11576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5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500" spc="-9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12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70" dirty="0">
                <a:solidFill>
                  <a:srgbClr val="F59D0A"/>
                </a:solidFill>
                <a:latin typeface="Lucida Console"/>
                <a:cs typeface="Lucida Console"/>
              </a:rPr>
              <a:t>red</a:t>
            </a:r>
            <a:r>
              <a:rPr sz="1500" spc="-7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8700" y="4591049"/>
            <a:ext cx="5838825" cy="314325"/>
            <a:chOff x="1028700" y="4591049"/>
            <a:chExt cx="5838825" cy="3143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4619624"/>
              <a:ext cx="285750" cy="285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3674" y="4591049"/>
              <a:ext cx="323850" cy="31432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82724" y="4436827"/>
            <a:ext cx="3948429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0"/>
              </a:spcBef>
            </a:pPr>
            <a:r>
              <a:rPr sz="1550" spc="-160" dirty="0">
                <a:solidFill>
                  <a:srgbClr val="374050"/>
                </a:solidFill>
                <a:latin typeface="Lucida Sans Unicode"/>
                <a:cs typeface="Lucida Sans Unicode"/>
              </a:rPr>
              <a:t>Menggunakan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nama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25" dirty="0">
                <a:solidFill>
                  <a:srgbClr val="374050"/>
                </a:solidFill>
                <a:latin typeface="Lucida Sans Unicode"/>
                <a:cs typeface="Lucida Sans Unicode"/>
              </a:rPr>
              <a:t>warna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dalam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bahasa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0" dirty="0">
                <a:solidFill>
                  <a:srgbClr val="374050"/>
                </a:solidFill>
                <a:latin typeface="Lucida Sans Unicode"/>
                <a:cs typeface="Lucida Sans Unicode"/>
              </a:rPr>
              <a:t>Inggris </a:t>
            </a:r>
            <a:r>
              <a:rPr sz="1550" spc="-160" dirty="0">
                <a:solidFill>
                  <a:srgbClr val="374050"/>
                </a:solidFill>
                <a:latin typeface="Lucida Sans Unicode"/>
                <a:cs typeface="Lucida Sans Unicode"/>
              </a:rPr>
              <a:t>yang</a:t>
            </a:r>
            <a:r>
              <a:rPr sz="15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75" dirty="0">
                <a:solidFill>
                  <a:srgbClr val="374050"/>
                </a:solidFill>
                <a:latin typeface="Lucida Sans Unicode"/>
                <a:cs typeface="Lucida Sans Unicode"/>
              </a:rPr>
              <a:t>umum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seperti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0" dirty="0">
                <a:solidFill>
                  <a:srgbClr val="374050"/>
                </a:solidFill>
                <a:latin typeface="Lucida Sans Unicode"/>
                <a:cs typeface="Lucida Sans Unicode"/>
              </a:rPr>
              <a:t>red,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blue,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0" dirty="0">
                <a:solidFill>
                  <a:srgbClr val="374050"/>
                </a:solidFill>
                <a:latin typeface="Lucida Sans Unicode"/>
                <a:cs typeface="Lucida Sans Unicode"/>
              </a:rPr>
              <a:t>green,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374050"/>
                </a:solidFill>
                <a:latin typeface="Lucida Sans Unicode"/>
                <a:cs typeface="Lucida Sans Unicode"/>
              </a:rPr>
              <a:t>dll.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3621" y="1930400"/>
            <a:ext cx="17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9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9150" y="1856547"/>
            <a:ext cx="58166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b="1" spc="-140" dirty="0">
                <a:solidFill>
                  <a:srgbClr val="292524"/>
                </a:solidFill>
                <a:latin typeface="Arial"/>
                <a:cs typeface="Arial"/>
              </a:rPr>
              <a:t>HEX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26250" y="2987660"/>
            <a:ext cx="1569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5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500" spc="-9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12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85" dirty="0">
                <a:solidFill>
                  <a:srgbClr val="F59D0A"/>
                </a:solidFill>
                <a:latin typeface="Lucida Console"/>
                <a:cs typeface="Lucida Console"/>
              </a:rPr>
              <a:t>#ff0000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7225" y="4293952"/>
            <a:ext cx="3932554" cy="8636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60"/>
              </a:spcBef>
            </a:pP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Format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hexadecimal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210" dirty="0">
                <a:solidFill>
                  <a:srgbClr val="374050"/>
                </a:solidFill>
                <a:latin typeface="Lucida Sans Unicode"/>
                <a:cs typeface="Lucida Sans Unicode"/>
              </a:rPr>
              <a:t>6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50" dirty="0">
                <a:solidFill>
                  <a:srgbClr val="374050"/>
                </a:solidFill>
                <a:latin typeface="Lucida Sans Unicode"/>
                <a:cs typeface="Lucida Sans Unicode"/>
              </a:rPr>
              <a:t>digit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55" dirty="0">
                <a:solidFill>
                  <a:srgbClr val="374050"/>
                </a:solidFill>
                <a:latin typeface="Lucida Sans Unicode"/>
                <a:cs typeface="Lucida Sans Unicode"/>
              </a:rPr>
              <a:t>dengan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0" dirty="0">
                <a:solidFill>
                  <a:srgbClr val="374050"/>
                </a:solidFill>
                <a:latin typeface="Lucida Sans Unicode"/>
                <a:cs typeface="Lucida Sans Unicode"/>
              </a:rPr>
              <a:t>tanda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#</a:t>
            </a:r>
            <a:r>
              <a:rPr sz="15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374050"/>
                </a:solidFill>
                <a:latin typeface="Lucida Sans Unicode"/>
                <a:cs typeface="Lucida Sans Unicode"/>
              </a:rPr>
              <a:t>di </a:t>
            </a:r>
            <a:r>
              <a:rPr sz="1550" spc="-140" dirty="0">
                <a:solidFill>
                  <a:srgbClr val="374050"/>
                </a:solidFill>
                <a:latin typeface="Lucida Sans Unicode"/>
                <a:cs typeface="Lucida Sans Unicode"/>
              </a:rPr>
              <a:t>depannya.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Format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25" dirty="0">
                <a:solidFill>
                  <a:srgbClr val="374050"/>
                </a:solidFill>
                <a:latin typeface="Lucida Sans Unicode"/>
                <a:cs typeface="Lucida Sans Unicode"/>
              </a:rPr>
              <a:t>warna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web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60" dirty="0">
                <a:solidFill>
                  <a:srgbClr val="374050"/>
                </a:solidFill>
                <a:latin typeface="Lucida Sans Unicode"/>
                <a:cs typeface="Lucida Sans Unicode"/>
              </a:rPr>
              <a:t>yang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50" dirty="0">
                <a:solidFill>
                  <a:srgbClr val="374050"/>
                </a:solidFill>
                <a:latin typeface="Lucida Sans Unicode"/>
                <a:cs typeface="Lucida Sans Unicode"/>
              </a:rPr>
              <a:t>paling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50" dirty="0">
                <a:solidFill>
                  <a:srgbClr val="374050"/>
                </a:solidFill>
                <a:latin typeface="Lucida Sans Unicode"/>
                <a:cs typeface="Lucida Sans Unicode"/>
              </a:rPr>
              <a:t>umum </a:t>
            </a:r>
            <a:r>
              <a:rPr sz="1550" spc="-55" dirty="0">
                <a:solidFill>
                  <a:srgbClr val="374050"/>
                </a:solidFill>
                <a:latin typeface="Lucida Sans Unicode"/>
                <a:cs typeface="Lucida Sans Unicode"/>
              </a:rPr>
              <a:t>digunakan.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31" y="533400"/>
            <a:ext cx="11545823" cy="46005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7475" y="701675"/>
            <a:ext cx="1657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3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8424" y="484512"/>
            <a:ext cx="4751070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20" dirty="0"/>
              <a:t>Cara</a:t>
            </a:r>
            <a:r>
              <a:rPr spc="-45" dirty="0"/>
              <a:t> </a:t>
            </a:r>
            <a:r>
              <a:rPr spc="-225" dirty="0"/>
              <a:t>Penulisan</a:t>
            </a:r>
            <a:r>
              <a:rPr spc="-45" dirty="0"/>
              <a:t> </a:t>
            </a:r>
            <a:r>
              <a:rPr spc="-85" dirty="0"/>
              <a:t>Warna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7614" y="1930400"/>
            <a:ext cx="4737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204" dirty="0">
                <a:solidFill>
                  <a:srgbClr val="FFFFFF"/>
                </a:solidFill>
                <a:latin typeface="Trebuchet MS"/>
                <a:cs typeface="Trebuchet MS"/>
              </a:rPr>
              <a:t>RGB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1854247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95" dirty="0">
                <a:solidFill>
                  <a:srgbClr val="292524"/>
                </a:solidFill>
                <a:latin typeface="Tahoma"/>
                <a:cs typeface="Tahoma"/>
              </a:rPr>
              <a:t>RGB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49" y="2987660"/>
            <a:ext cx="22898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5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500" spc="-9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12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100" dirty="0">
                <a:solidFill>
                  <a:srgbClr val="F59D0A"/>
                </a:solidFill>
                <a:latin typeface="Lucida Console"/>
                <a:cs typeface="Lucida Console"/>
              </a:rPr>
              <a:t>rgb</a:t>
            </a:r>
            <a:r>
              <a:rPr sz="1500" spc="-100" dirty="0">
                <a:solidFill>
                  <a:srgbClr val="F2F4F5"/>
                </a:solidFill>
                <a:latin typeface="Lucida Console"/>
                <a:cs typeface="Lucida Console"/>
              </a:rPr>
              <a:t>(</a:t>
            </a:r>
            <a:r>
              <a:rPr sz="1500" spc="-100" dirty="0">
                <a:solidFill>
                  <a:srgbClr val="DB2525"/>
                </a:solidFill>
                <a:latin typeface="Lucida Console"/>
                <a:cs typeface="Lucida Console"/>
              </a:rPr>
              <a:t>255</a:t>
            </a:r>
            <a:r>
              <a:rPr sz="1500" spc="-100" dirty="0">
                <a:solidFill>
                  <a:srgbClr val="F2F4F5"/>
                </a:solidFill>
                <a:latin typeface="Lucida Console"/>
                <a:cs typeface="Lucida Console"/>
              </a:rPr>
              <a:t>,</a:t>
            </a:r>
            <a:r>
              <a:rPr sz="1500" spc="-114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DB2525"/>
                </a:solidFill>
                <a:latin typeface="Lucida Console"/>
                <a:cs typeface="Lucida Console"/>
              </a:rPr>
              <a:t>0</a:t>
            </a:r>
            <a:r>
              <a:rPr sz="1500" spc="-75" dirty="0">
                <a:solidFill>
                  <a:srgbClr val="F2F4F5"/>
                </a:solidFill>
                <a:latin typeface="Lucida Console"/>
                <a:cs typeface="Lucida Console"/>
              </a:rPr>
              <a:t>,</a:t>
            </a:r>
            <a:r>
              <a:rPr sz="1500" spc="-114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25" dirty="0">
                <a:solidFill>
                  <a:srgbClr val="DB2525"/>
                </a:solidFill>
                <a:latin typeface="Lucida Console"/>
                <a:cs typeface="Lucida Console"/>
              </a:rPr>
              <a:t>0</a:t>
            </a:r>
            <a:r>
              <a:rPr sz="1500" spc="-25" dirty="0">
                <a:solidFill>
                  <a:srgbClr val="F2F4F5"/>
                </a:solidFill>
                <a:latin typeface="Lucida Console"/>
                <a:cs typeface="Lucida Console"/>
              </a:rPr>
              <a:t>);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8700" y="4476749"/>
            <a:ext cx="5784850" cy="285750"/>
            <a:chOff x="1028700" y="4476749"/>
            <a:chExt cx="5784850" cy="2857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4476749"/>
              <a:ext cx="285750" cy="285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8599" y="4479924"/>
              <a:ext cx="234950" cy="2794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82724" y="4293933"/>
            <a:ext cx="416179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0"/>
              </a:spcBef>
            </a:pPr>
            <a:r>
              <a:rPr sz="1550" spc="-85" dirty="0">
                <a:solidFill>
                  <a:srgbClr val="374050"/>
                </a:solidFill>
                <a:latin typeface="Arial MT"/>
                <a:cs typeface="Arial MT"/>
              </a:rPr>
              <a:t>Menggunakan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374050"/>
                </a:solidFill>
                <a:latin typeface="Arial MT"/>
                <a:cs typeface="Arial MT"/>
              </a:rPr>
              <a:t>format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229" dirty="0">
                <a:solidFill>
                  <a:srgbClr val="374050"/>
                </a:solidFill>
                <a:latin typeface="Arial MT"/>
                <a:cs typeface="Arial MT"/>
              </a:rPr>
              <a:t>RGB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374050"/>
                </a:solidFill>
                <a:latin typeface="Arial MT"/>
                <a:cs typeface="Arial MT"/>
              </a:rPr>
              <a:t>dengan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374050"/>
                </a:solidFill>
                <a:latin typeface="Arial MT"/>
                <a:cs typeface="Arial MT"/>
              </a:rPr>
              <a:t>nilai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95" dirty="0">
                <a:solidFill>
                  <a:srgbClr val="374050"/>
                </a:solidFill>
                <a:latin typeface="Arial MT"/>
                <a:cs typeface="Arial MT"/>
              </a:rPr>
              <a:t>0-255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374050"/>
                </a:solidFill>
                <a:latin typeface="Arial MT"/>
                <a:cs typeface="Arial MT"/>
              </a:rPr>
              <a:t>untuk </a:t>
            </a:r>
            <a:r>
              <a:rPr sz="1550" spc="-65" dirty="0">
                <a:solidFill>
                  <a:srgbClr val="374050"/>
                </a:solidFill>
                <a:latin typeface="Arial MT"/>
                <a:cs typeface="Arial MT"/>
              </a:rPr>
              <a:t>Merah, Hijau, </a:t>
            </a:r>
            <a:r>
              <a:rPr sz="1550" spc="-70" dirty="0">
                <a:solidFill>
                  <a:srgbClr val="374050"/>
                </a:solidFill>
                <a:latin typeface="Arial MT"/>
                <a:cs typeface="Arial MT"/>
              </a:rPr>
              <a:t>dan</a:t>
            </a:r>
            <a:r>
              <a:rPr sz="1550" spc="-6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374050"/>
                </a:solidFill>
                <a:latin typeface="Arial MT"/>
                <a:cs typeface="Arial MT"/>
              </a:rPr>
              <a:t>Biru.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03044" y="1816147"/>
            <a:ext cx="147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spc="225" dirty="0">
                <a:solidFill>
                  <a:srgbClr val="FFFFFF"/>
                </a:solidFill>
                <a:latin typeface="Trebuchet MS"/>
                <a:cs typeface="Trebuchet MS"/>
              </a:rPr>
              <a:t>RGBA</a:t>
            </a:r>
            <a:r>
              <a:rPr sz="15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-209" baseline="-6944" dirty="0">
                <a:solidFill>
                  <a:srgbClr val="292524"/>
                </a:solidFill>
                <a:latin typeface="Tahoma"/>
                <a:cs typeface="Tahoma"/>
              </a:rPr>
              <a:t>RGBA</a:t>
            </a:r>
            <a:endParaRPr sz="3600" baseline="-6944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6250" y="2987660"/>
            <a:ext cx="29070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5" dirty="0">
                <a:solidFill>
                  <a:srgbClr val="0FB981"/>
                </a:solidFill>
                <a:latin typeface="Lucida Console"/>
                <a:cs typeface="Lucida Console"/>
              </a:rPr>
              <a:t>color</a:t>
            </a:r>
            <a:r>
              <a:rPr sz="1500" spc="-9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12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100" dirty="0">
                <a:solidFill>
                  <a:srgbClr val="F59D0A"/>
                </a:solidFill>
                <a:latin typeface="Lucida Console"/>
                <a:cs typeface="Lucida Console"/>
              </a:rPr>
              <a:t>rgba</a:t>
            </a:r>
            <a:r>
              <a:rPr sz="1500" spc="-100" dirty="0">
                <a:solidFill>
                  <a:srgbClr val="F2F4F5"/>
                </a:solidFill>
                <a:latin typeface="Lucida Console"/>
                <a:cs typeface="Lucida Console"/>
              </a:rPr>
              <a:t>(</a:t>
            </a:r>
            <a:r>
              <a:rPr sz="1500" spc="-100" dirty="0">
                <a:solidFill>
                  <a:srgbClr val="DB2525"/>
                </a:solidFill>
                <a:latin typeface="Lucida Console"/>
                <a:cs typeface="Lucida Console"/>
              </a:rPr>
              <a:t>255</a:t>
            </a:r>
            <a:r>
              <a:rPr sz="1500" spc="-100" dirty="0">
                <a:solidFill>
                  <a:srgbClr val="F2F4F5"/>
                </a:solidFill>
                <a:latin typeface="Lucida Console"/>
                <a:cs typeface="Lucida Console"/>
              </a:rPr>
              <a:t>,</a:t>
            </a:r>
            <a:r>
              <a:rPr sz="1500" spc="-12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DB2525"/>
                </a:solidFill>
                <a:latin typeface="Lucida Console"/>
                <a:cs typeface="Lucida Console"/>
              </a:rPr>
              <a:t>0</a:t>
            </a:r>
            <a:r>
              <a:rPr sz="1500" spc="-75" dirty="0">
                <a:solidFill>
                  <a:srgbClr val="F2F4F5"/>
                </a:solidFill>
                <a:latin typeface="Lucida Console"/>
                <a:cs typeface="Lucida Console"/>
              </a:rPr>
              <a:t>,</a:t>
            </a:r>
            <a:r>
              <a:rPr sz="1500" spc="-12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75" dirty="0">
                <a:solidFill>
                  <a:srgbClr val="DB2525"/>
                </a:solidFill>
                <a:latin typeface="Lucida Console"/>
                <a:cs typeface="Lucida Console"/>
              </a:rPr>
              <a:t>0</a:t>
            </a:r>
            <a:r>
              <a:rPr sz="1500" spc="-75" dirty="0">
                <a:solidFill>
                  <a:srgbClr val="F2F4F5"/>
                </a:solidFill>
                <a:latin typeface="Lucida Console"/>
                <a:cs typeface="Lucida Console"/>
              </a:rPr>
              <a:t>,</a:t>
            </a:r>
            <a:r>
              <a:rPr sz="1500" spc="-12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45" dirty="0">
                <a:solidFill>
                  <a:srgbClr val="DB2525"/>
                </a:solidFill>
                <a:latin typeface="Lucida Console"/>
                <a:cs typeface="Lucida Console"/>
              </a:rPr>
              <a:t>0.5</a:t>
            </a:r>
            <a:r>
              <a:rPr sz="1500" spc="-45" dirty="0">
                <a:solidFill>
                  <a:srgbClr val="F2F4F5"/>
                </a:solidFill>
                <a:latin typeface="Lucida Console"/>
                <a:cs typeface="Lucida Console"/>
              </a:rPr>
              <a:t>);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7225" y="4293933"/>
            <a:ext cx="391160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0"/>
              </a:spcBef>
            </a:pPr>
            <a:r>
              <a:rPr sz="1550" spc="-70" dirty="0">
                <a:solidFill>
                  <a:srgbClr val="374050"/>
                </a:solidFill>
                <a:latin typeface="Arial MT"/>
                <a:cs typeface="Arial MT"/>
              </a:rPr>
              <a:t>Format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229" dirty="0">
                <a:solidFill>
                  <a:srgbClr val="374050"/>
                </a:solidFill>
                <a:latin typeface="Arial MT"/>
                <a:cs typeface="Arial MT"/>
              </a:rPr>
              <a:t>RGB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374050"/>
                </a:solidFill>
                <a:latin typeface="Arial MT"/>
                <a:cs typeface="Arial MT"/>
              </a:rPr>
              <a:t>dengan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tambahan </a:t>
            </a:r>
            <a:r>
              <a:rPr sz="1550" spc="-50" dirty="0">
                <a:solidFill>
                  <a:srgbClr val="374050"/>
                </a:solidFill>
                <a:latin typeface="Arial MT"/>
                <a:cs typeface="Arial MT"/>
              </a:rPr>
              <a:t>parameter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b="1" spc="-95" dirty="0">
                <a:solidFill>
                  <a:srgbClr val="DB2525"/>
                </a:solidFill>
                <a:latin typeface="Arial"/>
                <a:cs typeface="Arial"/>
              </a:rPr>
              <a:t>Alpha </a:t>
            </a:r>
            <a:r>
              <a:rPr sz="1550" spc="-30" dirty="0">
                <a:solidFill>
                  <a:srgbClr val="374050"/>
                </a:solidFill>
                <a:latin typeface="Arial MT"/>
                <a:cs typeface="Arial MT"/>
              </a:rPr>
              <a:t>untuk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 transparansi</a:t>
            </a:r>
            <a:r>
              <a:rPr sz="1550" spc="-5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374050"/>
                </a:solidFill>
                <a:latin typeface="Arial MT"/>
                <a:cs typeface="Arial MT"/>
              </a:rPr>
              <a:t>(0.0</a:t>
            </a:r>
            <a:r>
              <a:rPr sz="1550" spc="-5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374050"/>
                </a:solidFill>
                <a:latin typeface="Arial MT"/>
                <a:cs typeface="Arial MT"/>
              </a:rPr>
              <a:t>-</a:t>
            </a:r>
            <a:r>
              <a:rPr sz="1550" spc="-5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374050"/>
                </a:solidFill>
                <a:latin typeface="Arial MT"/>
                <a:cs typeface="Arial MT"/>
              </a:rPr>
              <a:t>1.0).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71F8-17BD-AA12-08B4-5577AAE4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B46F36-40B8-BA43-4408-F0703CC9DA35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648ABB-E7C1-300B-736C-84BFE06F2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0824" y="564918"/>
            <a:ext cx="3076575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>
                <a:latin typeface="Trebuchet MS"/>
                <a:cs typeface="Trebuchet MS"/>
              </a:rPr>
              <a:t>Uji</a:t>
            </a:r>
            <a:r>
              <a:rPr spc="-140" dirty="0">
                <a:latin typeface="Trebuchet MS"/>
                <a:cs typeface="Trebuchet MS"/>
              </a:rPr>
              <a:t> </a:t>
            </a:r>
            <a:r>
              <a:rPr spc="-125" dirty="0" err="1">
                <a:solidFill>
                  <a:srgbClr val="E9580C"/>
                </a:solidFill>
                <a:latin typeface="Trebuchet MS"/>
                <a:cs typeface="Trebuchet MS"/>
              </a:rPr>
              <a:t>Praktek</a:t>
            </a:r>
            <a:endParaRPr spc="-125" dirty="0">
              <a:solidFill>
                <a:srgbClr val="E9580C"/>
              </a:solidFill>
              <a:latin typeface="Trebuchet MS"/>
              <a:cs typeface="Trebuchet MS"/>
            </a:endParaRPr>
          </a:p>
        </p:txBody>
      </p:sp>
      <p:pic>
        <p:nvPicPr>
          <p:cNvPr id="18" name="Gambar 17">
            <a:extLst>
              <a:ext uri="{FF2B5EF4-FFF2-40B4-BE49-F238E27FC236}">
                <a16:creationId xmlns:a16="http://schemas.microsoft.com/office/drawing/2014/main" id="{1CDC6154-EB4C-3484-E016-B0B52B8B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" y="1250949"/>
            <a:ext cx="89916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0824" y="560712"/>
            <a:ext cx="4112895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95" dirty="0"/>
              <a:t> </a:t>
            </a:r>
            <a:r>
              <a:rPr dirty="0">
                <a:solidFill>
                  <a:srgbClr val="E9580C"/>
                </a:solidFill>
              </a:rPr>
              <a:t>text-</a:t>
            </a:r>
            <a:r>
              <a:rPr spc="-105" dirty="0">
                <a:solidFill>
                  <a:srgbClr val="E9580C"/>
                </a:solidFill>
              </a:rPr>
              <a:t>align</a:t>
            </a:r>
          </a:p>
        </p:txBody>
      </p:sp>
      <p:sp>
        <p:nvSpPr>
          <p:cNvPr id="4" name="object 4"/>
          <p:cNvSpPr/>
          <p:nvPr/>
        </p:nvSpPr>
        <p:spPr>
          <a:xfrm>
            <a:off x="2657474" y="2200274"/>
            <a:ext cx="3114675" cy="314325"/>
          </a:xfrm>
          <a:custGeom>
            <a:avLst/>
            <a:gdLst/>
            <a:ahLst/>
            <a:cxnLst/>
            <a:rect l="l" t="t" r="r" b="b"/>
            <a:pathLst>
              <a:path w="3114675" h="314325">
                <a:moveTo>
                  <a:pt x="3081627" y="314324"/>
                </a:moveTo>
                <a:lnTo>
                  <a:pt x="33047" y="314324"/>
                </a:lnTo>
                <a:lnTo>
                  <a:pt x="28187" y="313357"/>
                </a:lnTo>
                <a:lnTo>
                  <a:pt x="966" y="286137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81627" y="0"/>
                </a:lnTo>
                <a:lnTo>
                  <a:pt x="3113707" y="28187"/>
                </a:lnTo>
                <a:lnTo>
                  <a:pt x="3114674" y="33047"/>
                </a:lnTo>
                <a:lnTo>
                  <a:pt x="3114674" y="281277"/>
                </a:lnTo>
                <a:lnTo>
                  <a:pt x="3086486" y="313357"/>
                </a:lnTo>
                <a:lnTo>
                  <a:pt x="3081627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8824" y="2116327"/>
            <a:ext cx="4952365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5"/>
              </a:spcBef>
              <a:tabLst>
                <a:tab pos="1971675" algn="l"/>
              </a:tabLst>
            </a:pPr>
            <a:r>
              <a:rPr sz="2050" spc="-100" dirty="0">
                <a:solidFill>
                  <a:srgbClr val="292524"/>
                </a:solidFill>
                <a:latin typeface="Arial MT"/>
                <a:cs typeface="Arial MT"/>
              </a:rPr>
              <a:t>Digunakan</a:t>
            </a:r>
            <a:r>
              <a:rPr sz="2050" spc="-7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292524"/>
                </a:solidFill>
                <a:latin typeface="Arial MT"/>
                <a:cs typeface="Arial MT"/>
              </a:rPr>
              <a:t>untuk</a:t>
            </a:r>
            <a:r>
              <a:rPr sz="2050" dirty="0">
                <a:solidFill>
                  <a:srgbClr val="292524"/>
                </a:solidFill>
                <a:latin typeface="Arial MT"/>
                <a:cs typeface="Arial MT"/>
              </a:rPr>
              <a:t>	</a:t>
            </a:r>
            <a:r>
              <a:rPr sz="2050" b="1" spc="-195" dirty="0">
                <a:solidFill>
                  <a:srgbClr val="E9580C"/>
                </a:solidFill>
                <a:latin typeface="Tahoma"/>
                <a:cs typeface="Tahoma"/>
              </a:rPr>
              <a:t>mengatur</a:t>
            </a:r>
            <a:r>
              <a:rPr sz="2050" b="1" spc="-9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2050" b="1" spc="-165" dirty="0">
                <a:solidFill>
                  <a:srgbClr val="E9580C"/>
                </a:solidFill>
                <a:latin typeface="Tahoma"/>
                <a:cs typeface="Tahoma"/>
              </a:rPr>
              <a:t>posisi</a:t>
            </a:r>
            <a:r>
              <a:rPr sz="2050" b="1" spc="-8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2050" b="1" spc="-155" dirty="0">
                <a:solidFill>
                  <a:srgbClr val="E9580C"/>
                </a:solidFill>
                <a:latin typeface="Tahoma"/>
                <a:cs typeface="Tahoma"/>
              </a:rPr>
              <a:t>horizontal </a:t>
            </a:r>
            <a:r>
              <a:rPr sz="2050" spc="-90" dirty="0">
                <a:solidFill>
                  <a:srgbClr val="292524"/>
                </a:solidFill>
                <a:latin typeface="Arial MT"/>
                <a:cs typeface="Arial MT"/>
              </a:rPr>
              <a:t>teks</a:t>
            </a:r>
            <a:r>
              <a:rPr sz="2050" spc="-7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2050" spc="-105" dirty="0">
                <a:solidFill>
                  <a:srgbClr val="292524"/>
                </a:solidFill>
                <a:latin typeface="Arial MT"/>
                <a:cs typeface="Arial MT"/>
              </a:rPr>
              <a:t>pada</a:t>
            </a:r>
            <a:r>
              <a:rPr sz="2050" spc="-7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292524"/>
                </a:solidFill>
                <a:latin typeface="Arial MT"/>
                <a:cs typeface="Arial MT"/>
              </a:rPr>
              <a:t>elemen.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2231" y="2724911"/>
            <a:ext cx="11546205" cy="3408045"/>
            <a:chOff x="332231" y="2724911"/>
            <a:chExt cx="11546205" cy="34080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2724911"/>
              <a:ext cx="11545823" cy="34076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3555999"/>
              <a:ext cx="241300" cy="1460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73199" y="3450361"/>
            <a:ext cx="8166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95" dirty="0">
                <a:solidFill>
                  <a:srgbClr val="292524"/>
                </a:solidFill>
                <a:latin typeface="Arial"/>
                <a:cs typeface="Arial"/>
              </a:rPr>
              <a:t>Contoh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749" y="4240171"/>
            <a:ext cx="33464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3259" y="4506871"/>
            <a:ext cx="11576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</a:t>
            </a:r>
            <a:r>
              <a:rPr sz="1500" spc="-80" dirty="0">
                <a:solidFill>
                  <a:srgbClr val="0FB981"/>
                </a:solidFill>
                <a:latin typeface="Lucida Console"/>
                <a:cs typeface="Lucida Console"/>
              </a:rPr>
              <a:t>align</a:t>
            </a:r>
            <a:r>
              <a:rPr sz="1500" spc="-8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7937" y="4506871"/>
            <a:ext cx="74612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90" dirty="0">
                <a:solidFill>
                  <a:srgbClr val="F59D0A"/>
                </a:solidFill>
                <a:latin typeface="Lucida Console"/>
                <a:cs typeface="Lucida Console"/>
              </a:rPr>
              <a:t>center</a:t>
            </a:r>
            <a:r>
              <a:rPr sz="1500" spc="-9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749" y="4773571"/>
            <a:ext cx="12827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1424" y="2507386"/>
            <a:ext cx="164655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70" dirty="0">
                <a:solidFill>
                  <a:srgbClr val="292524"/>
                </a:solidFill>
                <a:latin typeface="Arial"/>
                <a:cs typeface="Arial"/>
              </a:rPr>
              <a:t>Nilai</a:t>
            </a:r>
            <a:r>
              <a:rPr sz="1950" b="1" spc="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292524"/>
                </a:solidFill>
                <a:latin typeface="Arial"/>
                <a:cs typeface="Arial"/>
              </a:rPr>
              <a:t>text-</a:t>
            </a:r>
            <a:r>
              <a:rPr sz="1950" b="1" spc="-40" dirty="0">
                <a:solidFill>
                  <a:srgbClr val="292524"/>
                </a:solidFill>
                <a:latin typeface="Arial"/>
                <a:cs typeface="Arial"/>
              </a:rPr>
              <a:t>align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53225" y="3486150"/>
            <a:ext cx="2800350" cy="1333500"/>
            <a:chOff x="6753225" y="3486150"/>
            <a:chExt cx="2800350" cy="13335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3225" y="3486150"/>
              <a:ext cx="171450" cy="1714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2124" y="3486150"/>
              <a:ext cx="171450" cy="1714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3225" y="4648200"/>
              <a:ext cx="171450" cy="1714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82124" y="4648200"/>
              <a:ext cx="171450" cy="1714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245350" y="3287659"/>
            <a:ext cx="530225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50" dirty="0">
                <a:solidFill>
                  <a:srgbClr val="E9580C"/>
                </a:solidFill>
                <a:latin typeface="Lucida Console"/>
                <a:cs typeface="Lucida Console"/>
              </a:rPr>
              <a:t>left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Arial MT"/>
                <a:cs typeface="Arial MT"/>
              </a:rPr>
              <a:t>Rata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Arial MT"/>
                <a:cs typeface="Arial MT"/>
              </a:rPr>
              <a:t>kiri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74249" y="3287659"/>
            <a:ext cx="72009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10" dirty="0">
                <a:solidFill>
                  <a:srgbClr val="F59D0A"/>
                </a:solidFill>
                <a:latin typeface="Lucida Console"/>
                <a:cs typeface="Lucida Console"/>
              </a:rPr>
              <a:t>right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Arial MT"/>
                <a:cs typeface="Arial MT"/>
              </a:rPr>
              <a:t>Rata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4A5462"/>
                </a:solidFill>
                <a:latin typeface="Arial MT"/>
                <a:cs typeface="Arial MT"/>
              </a:rPr>
              <a:t>kanan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5350" y="4449708"/>
            <a:ext cx="77089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70" dirty="0">
                <a:solidFill>
                  <a:srgbClr val="0FB981"/>
                </a:solidFill>
                <a:latin typeface="Lucida Console"/>
                <a:cs typeface="Lucida Console"/>
              </a:rPr>
              <a:t>center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Arial MT"/>
                <a:cs typeface="Arial MT"/>
              </a:rPr>
              <a:t>Rata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tengah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74249" y="4449708"/>
            <a:ext cx="95504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20" dirty="0">
                <a:solidFill>
                  <a:srgbClr val="DB2525"/>
                </a:solidFill>
                <a:latin typeface="Lucida Console"/>
                <a:cs typeface="Lucida Console"/>
              </a:rPr>
              <a:t>justify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Arial MT"/>
                <a:cs typeface="Arial MT"/>
              </a:rPr>
              <a:t>Rata</a:t>
            </a:r>
            <a:r>
              <a:rPr sz="1200" spc="-10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kiri-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kanan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524" y="60959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799" y="457199"/>
                </a:moveTo>
                <a:lnTo>
                  <a:pt x="152399" y="457199"/>
                </a:lnTo>
                <a:lnTo>
                  <a:pt x="144912" y="457016"/>
                </a:lnTo>
                <a:lnTo>
                  <a:pt x="101066" y="448295"/>
                </a:lnTo>
                <a:lnTo>
                  <a:pt x="61607" y="427204"/>
                </a:lnTo>
                <a:lnTo>
                  <a:pt x="29995" y="395592"/>
                </a:lnTo>
                <a:lnTo>
                  <a:pt x="8904" y="356133"/>
                </a:lnTo>
                <a:lnTo>
                  <a:pt x="183" y="312286"/>
                </a:lnTo>
                <a:lnTo>
                  <a:pt x="0" y="304799"/>
                </a:lnTo>
                <a:lnTo>
                  <a:pt x="0" y="152399"/>
                </a:lnTo>
                <a:lnTo>
                  <a:pt x="6560" y="108160"/>
                </a:lnTo>
                <a:lnTo>
                  <a:pt x="25683" y="67731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304799" y="0"/>
                </a:lnTo>
                <a:lnTo>
                  <a:pt x="349039" y="6560"/>
                </a:lnTo>
                <a:lnTo>
                  <a:pt x="389468" y="25683"/>
                </a:lnTo>
                <a:lnTo>
                  <a:pt x="422607" y="55717"/>
                </a:lnTo>
                <a:lnTo>
                  <a:pt x="445599" y="94078"/>
                </a:lnTo>
                <a:lnTo>
                  <a:pt x="456467" y="137462"/>
                </a:lnTo>
                <a:lnTo>
                  <a:pt x="457199" y="152399"/>
                </a:lnTo>
                <a:lnTo>
                  <a:pt x="457199" y="304799"/>
                </a:lnTo>
                <a:lnTo>
                  <a:pt x="450639" y="349039"/>
                </a:lnTo>
                <a:lnTo>
                  <a:pt x="431515" y="389468"/>
                </a:lnTo>
                <a:lnTo>
                  <a:pt x="401482" y="422608"/>
                </a:lnTo>
                <a:lnTo>
                  <a:pt x="363120" y="445599"/>
                </a:lnTo>
                <a:lnTo>
                  <a:pt x="319737" y="456467"/>
                </a:lnTo>
                <a:lnTo>
                  <a:pt x="304799" y="457199"/>
                </a:lnTo>
                <a:close/>
              </a:path>
            </a:pathLst>
          </a:custGeom>
          <a:solidFill>
            <a:srgbClr val="E958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4819" y="701675"/>
            <a:ext cx="290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8424" y="484512"/>
            <a:ext cx="3776979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Uji</a:t>
            </a:r>
            <a:r>
              <a:rPr spc="-30" dirty="0"/>
              <a:t> </a:t>
            </a:r>
            <a:r>
              <a:rPr dirty="0" err="1">
                <a:solidFill>
                  <a:srgbClr val="E9580C"/>
                </a:solidFill>
              </a:rPr>
              <a:t>Praktek</a:t>
            </a:r>
            <a:endParaRPr spc="-110" dirty="0">
              <a:solidFill>
                <a:srgbClr val="E9580C"/>
              </a:solidFill>
            </a:endParaRPr>
          </a:p>
        </p:txBody>
      </p:sp>
      <p:pic>
        <p:nvPicPr>
          <p:cNvPr id="26" name="Gambar 25">
            <a:extLst>
              <a:ext uri="{FF2B5EF4-FFF2-40B4-BE49-F238E27FC236}">
                <a16:creationId xmlns:a16="http://schemas.microsoft.com/office/drawing/2014/main" id="{5BB0FB73-FC17-D06F-1A07-6CD605186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019" y="1114491"/>
            <a:ext cx="9209932" cy="5756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5" dirty="0">
                <a:latin typeface="Trebuchet MS"/>
                <a:cs typeface="Trebuchet MS"/>
              </a:rPr>
              <a:t>Property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135" dirty="0">
                <a:solidFill>
                  <a:srgbClr val="E9580C"/>
                </a:solidFill>
                <a:latin typeface="Trebuchet MS"/>
                <a:cs typeface="Trebuchet MS"/>
              </a:rPr>
              <a:t>text-</a:t>
            </a:r>
            <a:r>
              <a:rPr spc="-150" dirty="0">
                <a:solidFill>
                  <a:srgbClr val="E9580C"/>
                </a:solidFill>
                <a:latin typeface="Trebuchet MS"/>
                <a:cs typeface="Trebuchet MS"/>
              </a:rPr>
              <a:t>decoration</a:t>
            </a:r>
          </a:p>
        </p:txBody>
      </p:sp>
      <p:sp>
        <p:nvSpPr>
          <p:cNvPr id="4" name="object 4"/>
          <p:cNvSpPr/>
          <p:nvPr/>
        </p:nvSpPr>
        <p:spPr>
          <a:xfrm>
            <a:off x="2657474" y="2200274"/>
            <a:ext cx="2571750" cy="314325"/>
          </a:xfrm>
          <a:custGeom>
            <a:avLst/>
            <a:gdLst/>
            <a:ahLst/>
            <a:cxnLst/>
            <a:rect l="l" t="t" r="r" b="b"/>
            <a:pathLst>
              <a:path w="2571750" h="314325">
                <a:moveTo>
                  <a:pt x="2538702" y="314324"/>
                </a:moveTo>
                <a:lnTo>
                  <a:pt x="33047" y="314324"/>
                </a:lnTo>
                <a:lnTo>
                  <a:pt x="28187" y="313357"/>
                </a:lnTo>
                <a:lnTo>
                  <a:pt x="966" y="286137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38702" y="0"/>
                </a:lnTo>
                <a:lnTo>
                  <a:pt x="2570782" y="28187"/>
                </a:lnTo>
                <a:lnTo>
                  <a:pt x="2571749" y="33047"/>
                </a:lnTo>
                <a:lnTo>
                  <a:pt x="2571749" y="281277"/>
                </a:lnTo>
                <a:lnTo>
                  <a:pt x="2543562" y="313357"/>
                </a:lnTo>
                <a:lnTo>
                  <a:pt x="2538702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8444" y="2178340"/>
            <a:ext cx="244919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-75" dirty="0">
                <a:solidFill>
                  <a:srgbClr val="E9580C"/>
                </a:solidFill>
                <a:latin typeface="Arial"/>
                <a:cs typeface="Arial"/>
              </a:rPr>
              <a:t>memberikan</a:t>
            </a:r>
            <a:r>
              <a:rPr sz="2000" b="1" spc="-6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E9580C"/>
                </a:solidFill>
                <a:latin typeface="Arial"/>
                <a:cs typeface="Arial"/>
              </a:rPr>
              <a:t>dekorasi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7395" y="2172335"/>
            <a:ext cx="55943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pada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824" y="2116327"/>
            <a:ext cx="1849755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5"/>
              </a:spcBef>
            </a:pPr>
            <a:r>
              <a:rPr sz="2050" spc="-200" dirty="0">
                <a:solidFill>
                  <a:srgbClr val="292524"/>
                </a:solidFill>
                <a:latin typeface="Lucida Sans Unicode"/>
                <a:cs typeface="Lucida Sans Unicode"/>
              </a:rPr>
              <a:t>Digunakan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untuk </a:t>
            </a:r>
            <a:r>
              <a:rPr sz="205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teks.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2231" y="2630423"/>
            <a:ext cx="11546205" cy="3502660"/>
            <a:chOff x="332231" y="2630423"/>
            <a:chExt cx="11546205" cy="35026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2630423"/>
              <a:ext cx="11545823" cy="35021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3555999"/>
              <a:ext cx="241300" cy="1460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73199" y="3450361"/>
            <a:ext cx="8166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95" dirty="0">
                <a:solidFill>
                  <a:srgbClr val="292524"/>
                </a:solidFill>
                <a:latin typeface="Arial"/>
                <a:cs typeface="Arial"/>
              </a:rPr>
              <a:t>Contoh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749" y="4240171"/>
            <a:ext cx="33464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a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3259" y="4506871"/>
            <a:ext cx="167195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</a:t>
            </a:r>
            <a:r>
              <a:rPr sz="1500" spc="-90" dirty="0">
                <a:solidFill>
                  <a:srgbClr val="0FB981"/>
                </a:solidFill>
                <a:latin typeface="Lucida Console"/>
                <a:cs typeface="Lucida Console"/>
              </a:rPr>
              <a:t>decoration</a:t>
            </a:r>
            <a:r>
              <a:rPr sz="1500" spc="-9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62287" y="4506871"/>
            <a:ext cx="105473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90" dirty="0">
                <a:solidFill>
                  <a:srgbClr val="F59D0A"/>
                </a:solidFill>
                <a:latin typeface="Lucida Console"/>
                <a:cs typeface="Lucida Console"/>
              </a:rPr>
              <a:t>underline</a:t>
            </a:r>
            <a:r>
              <a:rPr sz="1500" spc="-9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749" y="4773571"/>
            <a:ext cx="12827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424" y="2412136"/>
            <a:ext cx="23114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70" dirty="0">
                <a:solidFill>
                  <a:srgbClr val="292524"/>
                </a:solidFill>
                <a:latin typeface="Arial"/>
                <a:cs typeface="Arial"/>
              </a:rPr>
              <a:t>Nilai</a:t>
            </a:r>
            <a:r>
              <a:rPr sz="1950" b="1" spc="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292524"/>
                </a:solidFill>
                <a:latin typeface="Arial"/>
                <a:cs typeface="Arial"/>
              </a:rPr>
              <a:t>text-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decoration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43700" y="3381375"/>
            <a:ext cx="2803525" cy="1438275"/>
            <a:chOff x="6743700" y="3381375"/>
            <a:chExt cx="2803525" cy="14382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3700" y="3381375"/>
              <a:ext cx="190500" cy="1905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8474" y="3467100"/>
              <a:ext cx="158750" cy="190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2275" y="4648199"/>
              <a:ext cx="133350" cy="1714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4088" y="4648199"/>
              <a:ext cx="171450" cy="1428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45350" y="3192825"/>
            <a:ext cx="977900" cy="50863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750" spc="-20" dirty="0">
                <a:solidFill>
                  <a:srgbClr val="4A5462"/>
                </a:solidFill>
                <a:latin typeface="Lucida Console"/>
                <a:cs typeface="Lucida Console"/>
              </a:rPr>
              <a:t>none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solidFill>
                  <a:srgbClr val="4A5462"/>
                </a:solidFill>
                <a:latin typeface="Lucida Sans Unicode"/>
                <a:cs typeface="Lucida Sans Unicode"/>
              </a:rPr>
              <a:t>Tanpa</a:t>
            </a:r>
            <a:r>
              <a:rPr sz="12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dekorasi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74249" y="3192825"/>
            <a:ext cx="1054100" cy="50863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750" spc="-150" dirty="0">
                <a:solidFill>
                  <a:srgbClr val="E9580C"/>
                </a:solidFill>
                <a:latin typeface="Lucida Console"/>
                <a:cs typeface="Lucida Console"/>
              </a:rPr>
              <a:t>underline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Garis</a:t>
            </a:r>
            <a:r>
              <a:rPr sz="120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bawah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45350" y="4450124"/>
            <a:ext cx="939800" cy="50863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750" spc="-150" dirty="0">
                <a:solidFill>
                  <a:srgbClr val="F59D0A"/>
                </a:solidFill>
                <a:latin typeface="Lucida Console"/>
                <a:cs typeface="Lucida Console"/>
              </a:rPr>
              <a:t>overline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Garis</a:t>
            </a:r>
            <a:r>
              <a:rPr sz="120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atas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58175" y="4332890"/>
            <a:ext cx="833755" cy="758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2700">
              <a:lnSpc>
                <a:spcPct val="100000"/>
              </a:lnSpc>
              <a:spcBef>
                <a:spcPts val="130"/>
              </a:spcBef>
            </a:pPr>
            <a:r>
              <a:rPr sz="1750" spc="-10" dirty="0">
                <a:solidFill>
                  <a:srgbClr val="DB2525"/>
                </a:solidFill>
                <a:latin typeface="Lucida Console"/>
                <a:cs typeface="Lucida Console"/>
              </a:rPr>
              <a:t>line- </a:t>
            </a:r>
            <a:r>
              <a:rPr sz="1750" spc="-155" dirty="0">
                <a:solidFill>
                  <a:srgbClr val="DB2525"/>
                </a:solidFill>
                <a:latin typeface="Lucida Console"/>
                <a:cs typeface="Lucida Console"/>
              </a:rPr>
              <a:t>through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Coret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tengah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802005" cy="802005"/>
            <a:chOff x="600455" y="533400"/>
            <a:chExt cx="802005" cy="8020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801624" y="0"/>
                  </a:moveTo>
                  <a:lnTo>
                    <a:pt x="618744" y="0"/>
                  </a:lnTo>
                  <a:lnTo>
                    <a:pt x="618744" y="228600"/>
                  </a:lnTo>
                  <a:lnTo>
                    <a:pt x="618744" y="381000"/>
                  </a:lnTo>
                  <a:lnTo>
                    <a:pt x="612635" y="422402"/>
                  </a:lnTo>
                  <a:lnTo>
                    <a:pt x="594690" y="460387"/>
                  </a:lnTo>
                  <a:lnTo>
                    <a:pt x="566470" y="491490"/>
                  </a:lnTo>
                  <a:lnTo>
                    <a:pt x="530555" y="512991"/>
                  </a:lnTo>
                  <a:lnTo>
                    <a:pt x="489953" y="523189"/>
                  </a:lnTo>
                  <a:lnTo>
                    <a:pt x="475869" y="523875"/>
                  </a:lnTo>
                  <a:lnTo>
                    <a:pt x="323469" y="523875"/>
                  </a:lnTo>
                  <a:lnTo>
                    <a:pt x="282067" y="517753"/>
                  </a:lnTo>
                  <a:lnTo>
                    <a:pt x="244081" y="499808"/>
                  </a:lnTo>
                  <a:lnTo>
                    <a:pt x="212979" y="471589"/>
                  </a:lnTo>
                  <a:lnTo>
                    <a:pt x="191477" y="435673"/>
                  </a:lnTo>
                  <a:lnTo>
                    <a:pt x="181279" y="395071"/>
                  </a:lnTo>
                  <a:lnTo>
                    <a:pt x="180594" y="3810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475869" y="85725"/>
                  </a:lnTo>
                  <a:lnTo>
                    <a:pt x="517283" y="91833"/>
                  </a:lnTo>
                  <a:lnTo>
                    <a:pt x="555269" y="109778"/>
                  </a:lnTo>
                  <a:lnTo>
                    <a:pt x="586371" y="137998"/>
                  </a:lnTo>
                  <a:lnTo>
                    <a:pt x="607872" y="173913"/>
                  </a:lnTo>
                  <a:lnTo>
                    <a:pt x="618070" y="214515"/>
                  </a:lnTo>
                  <a:lnTo>
                    <a:pt x="618744" y="228600"/>
                  </a:lnTo>
                  <a:lnTo>
                    <a:pt x="618744" y="0"/>
                  </a:lnTo>
                  <a:lnTo>
                    <a:pt x="0" y="0"/>
                  </a:lnTo>
                  <a:lnTo>
                    <a:pt x="0" y="801624"/>
                  </a:lnTo>
                  <a:lnTo>
                    <a:pt x="801624" y="801624"/>
                  </a:lnTo>
                  <a:lnTo>
                    <a:pt x="801624" y="523875"/>
                  </a:lnTo>
                  <a:lnTo>
                    <a:pt x="801624" y="85725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04799" y="457199"/>
                  </a:moveTo>
                  <a:lnTo>
                    <a:pt x="152399" y="457199"/>
                  </a:lnTo>
                  <a:lnTo>
                    <a:pt x="144912" y="457016"/>
                  </a:lnTo>
                  <a:lnTo>
                    <a:pt x="101066" y="448295"/>
                  </a:lnTo>
                  <a:lnTo>
                    <a:pt x="61607" y="427204"/>
                  </a:lnTo>
                  <a:lnTo>
                    <a:pt x="29995" y="395592"/>
                  </a:lnTo>
                  <a:lnTo>
                    <a:pt x="8904" y="356133"/>
                  </a:lnTo>
                  <a:lnTo>
                    <a:pt x="183" y="312286"/>
                  </a:lnTo>
                  <a:lnTo>
                    <a:pt x="0" y="3047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04799" y="0"/>
                  </a:lnTo>
                  <a:lnTo>
                    <a:pt x="349039" y="6560"/>
                  </a:lnTo>
                  <a:lnTo>
                    <a:pt x="389468" y="25683"/>
                  </a:lnTo>
                  <a:lnTo>
                    <a:pt x="422607" y="55717"/>
                  </a:lnTo>
                  <a:lnTo>
                    <a:pt x="445599" y="94078"/>
                  </a:lnTo>
                  <a:lnTo>
                    <a:pt x="456467" y="137462"/>
                  </a:lnTo>
                  <a:lnTo>
                    <a:pt x="457199" y="152399"/>
                  </a:lnTo>
                  <a:lnTo>
                    <a:pt x="457199" y="304799"/>
                  </a:lnTo>
                  <a:lnTo>
                    <a:pt x="450639" y="349039"/>
                  </a:lnTo>
                  <a:lnTo>
                    <a:pt x="431515" y="389468"/>
                  </a:lnTo>
                  <a:lnTo>
                    <a:pt x="401482" y="422608"/>
                  </a:lnTo>
                  <a:lnTo>
                    <a:pt x="363120" y="445599"/>
                  </a:lnTo>
                  <a:lnTo>
                    <a:pt x="319737" y="456467"/>
                  </a:lnTo>
                  <a:lnTo>
                    <a:pt x="304799" y="4571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54819" y="701675"/>
            <a:ext cx="290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90" dirty="0"/>
              <a:t>Menghilangkan</a:t>
            </a:r>
            <a:r>
              <a:rPr spc="-35" dirty="0"/>
              <a:t> </a:t>
            </a:r>
            <a:r>
              <a:rPr spc="-240" dirty="0"/>
              <a:t>Garis</a:t>
            </a:r>
            <a:r>
              <a:rPr spc="-20" dirty="0"/>
              <a:t> </a:t>
            </a:r>
            <a:r>
              <a:rPr spc="-195" dirty="0"/>
              <a:t>Link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1505711"/>
            <a:ext cx="11546205" cy="4676140"/>
            <a:chOff x="332231" y="1505711"/>
            <a:chExt cx="11546205" cy="46761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505711"/>
              <a:ext cx="11545823" cy="46756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2260599"/>
              <a:ext cx="241300" cy="1460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01749" y="2154961"/>
            <a:ext cx="1243330" cy="1049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9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4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a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3259" y="3211471"/>
            <a:ext cx="167195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</a:t>
            </a:r>
            <a:r>
              <a:rPr sz="1500" spc="-90" dirty="0">
                <a:solidFill>
                  <a:srgbClr val="0FB981"/>
                </a:solidFill>
                <a:latin typeface="Lucida Console"/>
                <a:cs typeface="Lucida Console"/>
              </a:rPr>
              <a:t>decoration</a:t>
            </a:r>
            <a:r>
              <a:rPr sz="1500" spc="-9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2287" y="3211471"/>
            <a:ext cx="5403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85" dirty="0">
                <a:solidFill>
                  <a:srgbClr val="F59D0A"/>
                </a:solidFill>
                <a:latin typeface="Lucida Console"/>
                <a:cs typeface="Lucida Console"/>
              </a:rPr>
              <a:t>none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749" y="3478171"/>
            <a:ext cx="12827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4984749"/>
            <a:ext cx="285750" cy="2603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82724" y="4789233"/>
            <a:ext cx="3949700" cy="5778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550" spc="-150" dirty="0">
                <a:solidFill>
                  <a:srgbClr val="374050"/>
                </a:solidFill>
                <a:latin typeface="Lucida Sans Unicode"/>
                <a:cs typeface="Lucida Sans Unicode"/>
              </a:rPr>
              <a:t>Menghilangkan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garis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0" dirty="0">
                <a:solidFill>
                  <a:srgbClr val="374050"/>
                </a:solidFill>
                <a:latin typeface="Lucida Sans Unicode"/>
                <a:cs typeface="Lucida Sans Unicode"/>
              </a:rPr>
              <a:t>bawah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25" dirty="0">
                <a:solidFill>
                  <a:srgbClr val="374050"/>
                </a:solidFill>
                <a:latin typeface="Lucida Sans Unicode"/>
                <a:cs typeface="Lucida Sans Unicode"/>
              </a:rPr>
              <a:t>default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40" dirty="0">
                <a:solidFill>
                  <a:srgbClr val="374050"/>
                </a:solidFill>
                <a:latin typeface="Lucida Sans Unicode"/>
                <a:cs typeface="Lucida Sans Unicode"/>
              </a:rPr>
              <a:t>pada</a:t>
            </a:r>
            <a:r>
              <a:rPr sz="1550" spc="-9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elemen</a:t>
            </a:r>
            <a:endParaRPr sz="1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50" b="1" spc="30" dirty="0">
                <a:solidFill>
                  <a:srgbClr val="E9580C"/>
                </a:solidFill>
                <a:latin typeface="Arial"/>
                <a:cs typeface="Arial"/>
              </a:rPr>
              <a:t>&lt;a&gt;</a:t>
            </a:r>
            <a:r>
              <a:rPr sz="1550" spc="30" dirty="0">
                <a:solidFill>
                  <a:srgbClr val="374050"/>
                </a:solidFill>
                <a:latin typeface="Lucida Sans Unicode"/>
                <a:cs typeface="Lucida Sans Unicode"/>
              </a:rPr>
              <a:t>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424" y="1793011"/>
            <a:ext cx="17557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Visualisasi</a:t>
            </a:r>
            <a:r>
              <a:rPr sz="1950" b="1" spc="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10" dirty="0">
                <a:solidFill>
                  <a:srgbClr val="292524"/>
                </a:solidFill>
                <a:latin typeface="Tahoma"/>
                <a:cs typeface="Tahoma"/>
              </a:rPr>
              <a:t>Hasil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5750" y="2730693"/>
            <a:ext cx="134366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95" dirty="0">
                <a:solidFill>
                  <a:srgbClr val="4A5462"/>
                </a:solidFill>
                <a:latin typeface="Arial"/>
                <a:cs typeface="Arial"/>
              </a:rPr>
              <a:t>Sebelum</a:t>
            </a:r>
            <a:r>
              <a:rPr sz="1350" b="1" spc="-2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45" dirty="0">
                <a:solidFill>
                  <a:srgbClr val="4A5462"/>
                </a:solidFill>
                <a:latin typeface="Arial"/>
                <a:cs typeface="Arial"/>
              </a:rPr>
              <a:t>(Default)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3400" y="3334384"/>
            <a:ext cx="3256279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29" dirty="0">
                <a:solidFill>
                  <a:srgbClr val="E9580C"/>
                </a:solidFill>
                <a:latin typeface="Lucida Sans Unicode"/>
                <a:cs typeface="Lucida Sans Unicode"/>
              </a:rPr>
              <a:t>Teks</a:t>
            </a:r>
            <a:r>
              <a:rPr sz="2050" spc="-150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90" dirty="0">
                <a:solidFill>
                  <a:srgbClr val="E9580C"/>
                </a:solidFill>
                <a:latin typeface="Lucida Sans Unicode"/>
                <a:cs typeface="Lucida Sans Unicode"/>
              </a:rPr>
              <a:t>Link</a:t>
            </a:r>
            <a:r>
              <a:rPr sz="2050" spc="-145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95" dirty="0">
                <a:solidFill>
                  <a:srgbClr val="E9580C"/>
                </a:solidFill>
                <a:latin typeface="Lucida Sans Unicode"/>
                <a:cs typeface="Lucida Sans Unicode"/>
              </a:rPr>
              <a:t>dengan</a:t>
            </a:r>
            <a:r>
              <a:rPr sz="2050" spc="-150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60" dirty="0">
                <a:solidFill>
                  <a:srgbClr val="E9580C"/>
                </a:solidFill>
                <a:latin typeface="Lucida Sans Unicode"/>
                <a:cs typeface="Lucida Sans Unicode"/>
              </a:rPr>
              <a:t>Garis</a:t>
            </a:r>
            <a:r>
              <a:rPr sz="2050" spc="-150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05" dirty="0">
                <a:solidFill>
                  <a:srgbClr val="E9580C"/>
                </a:solidFill>
                <a:latin typeface="Lucida Sans Unicode"/>
                <a:cs typeface="Lucida Sans Unicode"/>
              </a:rPr>
              <a:t>Bawah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35750" y="4140393"/>
            <a:ext cx="237998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Sesudah</a:t>
            </a:r>
            <a:r>
              <a:rPr sz="1350" b="1" spc="-1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4A5462"/>
                </a:solidFill>
                <a:latin typeface="Arial"/>
                <a:cs typeface="Arial"/>
              </a:rPr>
              <a:t>(text-</a:t>
            </a:r>
            <a:r>
              <a:rPr sz="1350" b="1" spc="-75" dirty="0">
                <a:solidFill>
                  <a:srgbClr val="4A5462"/>
                </a:solidFill>
                <a:latin typeface="Arial"/>
                <a:cs typeface="Arial"/>
              </a:rPr>
              <a:t>decoration:</a:t>
            </a:r>
            <a:r>
              <a:rPr sz="1350" b="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4A5462"/>
                </a:solidFill>
                <a:latin typeface="Arial"/>
                <a:cs typeface="Arial"/>
              </a:rPr>
              <a:t>none)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3400" y="4744084"/>
            <a:ext cx="311658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29" dirty="0">
                <a:solidFill>
                  <a:srgbClr val="E9580C"/>
                </a:solidFill>
                <a:latin typeface="Lucida Sans Unicode"/>
                <a:cs typeface="Lucida Sans Unicode"/>
              </a:rPr>
              <a:t>Teks</a:t>
            </a:r>
            <a:r>
              <a:rPr sz="2050" spc="-155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90" dirty="0">
                <a:solidFill>
                  <a:srgbClr val="E9580C"/>
                </a:solidFill>
                <a:latin typeface="Lucida Sans Unicode"/>
                <a:cs typeface="Lucida Sans Unicode"/>
              </a:rPr>
              <a:t>Link</a:t>
            </a:r>
            <a:r>
              <a:rPr sz="2050" spc="-150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200" dirty="0">
                <a:solidFill>
                  <a:srgbClr val="E9580C"/>
                </a:solidFill>
                <a:latin typeface="Lucida Sans Unicode"/>
                <a:cs typeface="Lucida Sans Unicode"/>
              </a:rPr>
              <a:t>Tanpa</a:t>
            </a:r>
            <a:r>
              <a:rPr sz="2050" spc="-155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60" dirty="0">
                <a:solidFill>
                  <a:srgbClr val="E9580C"/>
                </a:solidFill>
                <a:latin typeface="Lucida Sans Unicode"/>
                <a:cs typeface="Lucida Sans Unicode"/>
              </a:rPr>
              <a:t>Garis</a:t>
            </a:r>
            <a:r>
              <a:rPr sz="2050" spc="-155" dirty="0">
                <a:solidFill>
                  <a:srgbClr val="E9580C"/>
                </a:solidFill>
                <a:latin typeface="Lucida Sans Unicode"/>
                <a:cs typeface="Lucida Sans Unicode"/>
              </a:rPr>
              <a:t> </a:t>
            </a:r>
            <a:r>
              <a:rPr sz="2050" spc="-105" dirty="0">
                <a:solidFill>
                  <a:srgbClr val="E9580C"/>
                </a:solidFill>
                <a:latin typeface="Lucida Sans Unicode"/>
                <a:cs typeface="Lucida Sans Unicode"/>
              </a:rPr>
              <a:t>Bawah</a:t>
            </a:r>
            <a:endParaRPr sz="2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4EC5A-D3B8-19DA-DFE9-0A1E1D91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0B7CA9-0733-334C-33D7-A88C449E2045}"/>
              </a:ext>
            </a:extLst>
          </p:cNvPr>
          <p:cNvGrpSpPr/>
          <p:nvPr/>
        </p:nvGrpSpPr>
        <p:grpSpPr>
          <a:xfrm>
            <a:off x="600455" y="533400"/>
            <a:ext cx="802005" cy="802005"/>
            <a:chOff x="600455" y="533400"/>
            <a:chExt cx="802005" cy="8020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98D1DF2-D032-B2EA-E502-16B11E9DDF04}"/>
                </a:ext>
              </a:extLst>
            </p:cNvPr>
            <p:cNvSpPr/>
            <p:nvPr/>
          </p:nvSpPr>
          <p:spPr>
            <a:xfrm>
              <a:off x="600443" y="53341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801624" y="0"/>
                  </a:moveTo>
                  <a:lnTo>
                    <a:pt x="618744" y="0"/>
                  </a:lnTo>
                  <a:lnTo>
                    <a:pt x="618744" y="228600"/>
                  </a:lnTo>
                  <a:lnTo>
                    <a:pt x="618744" y="381000"/>
                  </a:lnTo>
                  <a:lnTo>
                    <a:pt x="612635" y="422402"/>
                  </a:lnTo>
                  <a:lnTo>
                    <a:pt x="594690" y="460387"/>
                  </a:lnTo>
                  <a:lnTo>
                    <a:pt x="566470" y="491490"/>
                  </a:lnTo>
                  <a:lnTo>
                    <a:pt x="530555" y="512991"/>
                  </a:lnTo>
                  <a:lnTo>
                    <a:pt x="489953" y="523189"/>
                  </a:lnTo>
                  <a:lnTo>
                    <a:pt x="475869" y="523875"/>
                  </a:lnTo>
                  <a:lnTo>
                    <a:pt x="323469" y="523875"/>
                  </a:lnTo>
                  <a:lnTo>
                    <a:pt x="282067" y="517753"/>
                  </a:lnTo>
                  <a:lnTo>
                    <a:pt x="244081" y="499808"/>
                  </a:lnTo>
                  <a:lnTo>
                    <a:pt x="212979" y="471589"/>
                  </a:lnTo>
                  <a:lnTo>
                    <a:pt x="191477" y="435673"/>
                  </a:lnTo>
                  <a:lnTo>
                    <a:pt x="181279" y="395071"/>
                  </a:lnTo>
                  <a:lnTo>
                    <a:pt x="180594" y="3810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475869" y="85725"/>
                  </a:lnTo>
                  <a:lnTo>
                    <a:pt x="517283" y="91833"/>
                  </a:lnTo>
                  <a:lnTo>
                    <a:pt x="555269" y="109778"/>
                  </a:lnTo>
                  <a:lnTo>
                    <a:pt x="586371" y="137998"/>
                  </a:lnTo>
                  <a:lnTo>
                    <a:pt x="607872" y="173913"/>
                  </a:lnTo>
                  <a:lnTo>
                    <a:pt x="618070" y="214515"/>
                  </a:lnTo>
                  <a:lnTo>
                    <a:pt x="618744" y="228600"/>
                  </a:lnTo>
                  <a:lnTo>
                    <a:pt x="618744" y="0"/>
                  </a:lnTo>
                  <a:lnTo>
                    <a:pt x="0" y="0"/>
                  </a:lnTo>
                  <a:lnTo>
                    <a:pt x="0" y="801624"/>
                  </a:lnTo>
                  <a:lnTo>
                    <a:pt x="801624" y="801624"/>
                  </a:lnTo>
                  <a:lnTo>
                    <a:pt x="801624" y="523875"/>
                  </a:lnTo>
                  <a:lnTo>
                    <a:pt x="801624" y="85725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FBA3CBF-3305-9E1F-6A86-7DD5C65A8474}"/>
                </a:ext>
              </a:extLst>
            </p:cNvPr>
            <p:cNvSpPr/>
            <p:nvPr/>
          </p:nvSpPr>
          <p:spPr>
            <a:xfrm>
              <a:off x="771524" y="60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04799" y="457199"/>
                  </a:moveTo>
                  <a:lnTo>
                    <a:pt x="152399" y="457199"/>
                  </a:lnTo>
                  <a:lnTo>
                    <a:pt x="144912" y="457016"/>
                  </a:lnTo>
                  <a:lnTo>
                    <a:pt x="101066" y="448295"/>
                  </a:lnTo>
                  <a:lnTo>
                    <a:pt x="61607" y="427204"/>
                  </a:lnTo>
                  <a:lnTo>
                    <a:pt x="29995" y="395592"/>
                  </a:lnTo>
                  <a:lnTo>
                    <a:pt x="8904" y="356133"/>
                  </a:lnTo>
                  <a:lnTo>
                    <a:pt x="183" y="312286"/>
                  </a:lnTo>
                  <a:lnTo>
                    <a:pt x="0" y="3047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04799" y="0"/>
                  </a:lnTo>
                  <a:lnTo>
                    <a:pt x="349039" y="6560"/>
                  </a:lnTo>
                  <a:lnTo>
                    <a:pt x="389468" y="25683"/>
                  </a:lnTo>
                  <a:lnTo>
                    <a:pt x="422607" y="55717"/>
                  </a:lnTo>
                  <a:lnTo>
                    <a:pt x="445599" y="94078"/>
                  </a:lnTo>
                  <a:lnTo>
                    <a:pt x="456467" y="137462"/>
                  </a:lnTo>
                  <a:lnTo>
                    <a:pt x="457199" y="152399"/>
                  </a:lnTo>
                  <a:lnTo>
                    <a:pt x="457199" y="304799"/>
                  </a:lnTo>
                  <a:lnTo>
                    <a:pt x="450639" y="349039"/>
                  </a:lnTo>
                  <a:lnTo>
                    <a:pt x="431515" y="389468"/>
                  </a:lnTo>
                  <a:lnTo>
                    <a:pt x="401482" y="422608"/>
                  </a:lnTo>
                  <a:lnTo>
                    <a:pt x="363120" y="445599"/>
                  </a:lnTo>
                  <a:lnTo>
                    <a:pt x="319737" y="456467"/>
                  </a:lnTo>
                  <a:lnTo>
                    <a:pt x="304799" y="4571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91299B6-57D5-0E0D-CC50-99294817B318}"/>
              </a:ext>
            </a:extLst>
          </p:cNvPr>
          <p:cNvSpPr txBox="1"/>
          <p:nvPr/>
        </p:nvSpPr>
        <p:spPr>
          <a:xfrm>
            <a:off x="854819" y="701675"/>
            <a:ext cx="290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70066C-8A25-26D4-A0E0-275BDFD71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8424" y="484512"/>
            <a:ext cx="5537200" cy="60978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90" dirty="0"/>
              <a:t>Uji</a:t>
            </a:r>
            <a:r>
              <a:rPr spc="-35" dirty="0"/>
              <a:t> </a:t>
            </a:r>
            <a:r>
              <a:rPr spc="-240" dirty="0" err="1"/>
              <a:t>Praktek</a:t>
            </a:r>
            <a:endParaRPr spc="-195" dirty="0"/>
          </a:p>
        </p:txBody>
      </p:sp>
      <p:pic>
        <p:nvPicPr>
          <p:cNvPr id="22" name="Gambar 21">
            <a:extLst>
              <a:ext uri="{FF2B5EF4-FFF2-40B4-BE49-F238E27FC236}">
                <a16:creationId xmlns:a16="http://schemas.microsoft.com/office/drawing/2014/main" id="{6F7B58B9-A52B-91C7-AA65-159667E3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48" y="1163074"/>
            <a:ext cx="9132202" cy="5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4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17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14"/>
              </a:spcBef>
            </a:pPr>
            <a:r>
              <a:rPr sz="3800" spc="-125" dirty="0">
                <a:latin typeface="Trebuchet MS"/>
                <a:cs typeface="Trebuchet MS"/>
              </a:rPr>
              <a:t>Property</a:t>
            </a:r>
            <a:r>
              <a:rPr sz="3800" spc="-95" dirty="0">
                <a:latin typeface="Trebuchet MS"/>
                <a:cs typeface="Trebuchet MS"/>
              </a:rPr>
              <a:t> </a:t>
            </a:r>
            <a:r>
              <a:rPr sz="3800" spc="-120" dirty="0">
                <a:solidFill>
                  <a:srgbClr val="E9580C"/>
                </a:solidFill>
                <a:latin typeface="Trebuchet MS"/>
                <a:cs typeface="Trebuchet MS"/>
              </a:rPr>
              <a:t>text-</a:t>
            </a:r>
            <a:r>
              <a:rPr sz="3800" spc="-95" dirty="0">
                <a:solidFill>
                  <a:srgbClr val="E9580C"/>
                </a:solidFill>
                <a:latin typeface="Trebuchet MS"/>
                <a:cs typeface="Trebuchet MS"/>
              </a:rPr>
              <a:t>transform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57474" y="2200274"/>
            <a:ext cx="2857500" cy="314325"/>
          </a:xfrm>
          <a:custGeom>
            <a:avLst/>
            <a:gdLst/>
            <a:ahLst/>
            <a:cxnLst/>
            <a:rect l="l" t="t" r="r" b="b"/>
            <a:pathLst>
              <a:path w="2857500" h="314325">
                <a:moveTo>
                  <a:pt x="2824452" y="314324"/>
                </a:moveTo>
                <a:lnTo>
                  <a:pt x="33047" y="314324"/>
                </a:lnTo>
                <a:lnTo>
                  <a:pt x="28187" y="313357"/>
                </a:lnTo>
                <a:lnTo>
                  <a:pt x="966" y="286137"/>
                </a:lnTo>
                <a:lnTo>
                  <a:pt x="0" y="281277"/>
                </a:lnTo>
                <a:lnTo>
                  <a:pt x="0" y="2762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824452" y="0"/>
                </a:lnTo>
                <a:lnTo>
                  <a:pt x="2856532" y="28187"/>
                </a:lnTo>
                <a:lnTo>
                  <a:pt x="2857499" y="33047"/>
                </a:lnTo>
                <a:lnTo>
                  <a:pt x="2857499" y="281277"/>
                </a:lnTo>
                <a:lnTo>
                  <a:pt x="2829311" y="313357"/>
                </a:lnTo>
                <a:lnTo>
                  <a:pt x="2824452" y="314324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8824" y="2543681"/>
            <a:ext cx="320294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65" dirty="0">
                <a:solidFill>
                  <a:srgbClr val="292524"/>
                </a:solidFill>
                <a:latin typeface="Lucida Sans Unicode"/>
                <a:cs typeface="Lucida Sans Unicode"/>
              </a:rPr>
              <a:t>tanpa</a:t>
            </a:r>
            <a:r>
              <a:rPr sz="20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200" dirty="0">
                <a:solidFill>
                  <a:srgbClr val="292524"/>
                </a:solidFill>
                <a:latin typeface="Lucida Sans Unicode"/>
                <a:cs typeface="Lucida Sans Unicode"/>
              </a:rPr>
              <a:t>mengubah</a:t>
            </a:r>
            <a:r>
              <a:rPr sz="20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85" dirty="0">
                <a:solidFill>
                  <a:srgbClr val="292524"/>
                </a:solidFill>
                <a:latin typeface="Lucida Sans Unicode"/>
                <a:cs typeface="Lucida Sans Unicode"/>
              </a:rPr>
              <a:t>teks</a:t>
            </a:r>
            <a:r>
              <a:rPr sz="20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50" dirty="0">
                <a:solidFill>
                  <a:srgbClr val="292524"/>
                </a:solidFill>
                <a:latin typeface="Lucida Sans Unicode"/>
                <a:cs typeface="Lucida Sans Unicode"/>
              </a:rPr>
              <a:t>aslinya.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2231" y="2142744"/>
            <a:ext cx="11546205" cy="4209415"/>
            <a:chOff x="332231" y="2142744"/>
            <a:chExt cx="11546205" cy="42094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2142744"/>
              <a:ext cx="11545823" cy="42092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3555999"/>
              <a:ext cx="241300" cy="1460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73199" y="3450361"/>
            <a:ext cx="8166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749" y="4206792"/>
            <a:ext cx="3112135" cy="825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75" dirty="0">
                <a:solidFill>
                  <a:srgbClr val="E9580C"/>
                </a:solidFill>
                <a:latin typeface="Lucida Console"/>
                <a:cs typeface="Lucida Console"/>
              </a:rPr>
              <a:t>h1</a:t>
            </a:r>
            <a:r>
              <a:rPr sz="1500" spc="-14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424180">
              <a:lnSpc>
                <a:spcPct val="100000"/>
              </a:lnSpc>
              <a:spcBef>
                <a:spcPts val="300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text-transform</a:t>
            </a:r>
            <a:r>
              <a:rPr sz="1500" spc="-10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80" dirty="0">
                <a:solidFill>
                  <a:srgbClr val="F59D0A"/>
                </a:solidFill>
                <a:latin typeface="Lucida Console"/>
                <a:cs typeface="Lucida Console"/>
              </a:rPr>
              <a:t>uppercase</a:t>
            </a:r>
            <a:r>
              <a:rPr sz="1500" spc="-8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824" y="1926361"/>
            <a:ext cx="7793355" cy="587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213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Nilai</a:t>
            </a:r>
            <a:r>
              <a:rPr sz="1950" b="1" spc="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text-</a:t>
            </a:r>
            <a:r>
              <a:rPr sz="1950" b="1" spc="-10" dirty="0">
                <a:solidFill>
                  <a:srgbClr val="292524"/>
                </a:solidFill>
                <a:latin typeface="Tahoma"/>
                <a:cs typeface="Tahoma"/>
              </a:rPr>
              <a:t>transform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2255"/>
              </a:lnSpc>
              <a:tabLst>
                <a:tab pos="1971675" algn="l"/>
              </a:tabLst>
            </a:pPr>
            <a:r>
              <a:rPr sz="2050" spc="-200" dirty="0">
                <a:solidFill>
                  <a:srgbClr val="292524"/>
                </a:solidFill>
                <a:latin typeface="Lucida Sans Unicode"/>
                <a:cs typeface="Lucida Sans Unicode"/>
              </a:rPr>
              <a:t>Digunakan</a:t>
            </a:r>
            <a:r>
              <a:rPr sz="20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untuk</a:t>
            </a:r>
            <a:r>
              <a:rPr sz="205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2050" b="1" spc="-204" dirty="0">
                <a:solidFill>
                  <a:srgbClr val="E9580C"/>
                </a:solidFill>
                <a:latin typeface="Tahoma"/>
                <a:cs typeface="Tahoma"/>
              </a:rPr>
              <a:t>mengubah</a:t>
            </a:r>
            <a:r>
              <a:rPr sz="2050" b="1" spc="-9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2050" b="1" spc="-185" dirty="0">
                <a:solidFill>
                  <a:srgbClr val="E9580C"/>
                </a:solidFill>
                <a:latin typeface="Tahoma"/>
                <a:cs typeface="Tahoma"/>
              </a:rPr>
              <a:t>bentuk</a:t>
            </a:r>
            <a:r>
              <a:rPr sz="2050" b="1" spc="-10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2050" b="1" spc="-10" dirty="0">
                <a:solidFill>
                  <a:srgbClr val="E9580C"/>
                </a:solidFill>
                <a:latin typeface="Tahoma"/>
                <a:cs typeface="Tahoma"/>
              </a:rPr>
              <a:t>huruf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46875" y="2927349"/>
            <a:ext cx="184150" cy="2454275"/>
            <a:chOff x="6746875" y="2927349"/>
            <a:chExt cx="184150" cy="24542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1800" y="2927349"/>
              <a:ext cx="114300" cy="1206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1800" y="4117974"/>
              <a:ext cx="114300" cy="730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6875" y="5235574"/>
              <a:ext cx="184150" cy="1460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245350" y="2706851"/>
            <a:ext cx="105410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150" dirty="0">
                <a:solidFill>
                  <a:srgbClr val="E9580C"/>
                </a:solidFill>
                <a:latin typeface="Lucida Console"/>
                <a:cs typeface="Lucida Console"/>
              </a:rPr>
              <a:t>uppercase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Huruf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besar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77189" y="2794774"/>
            <a:ext cx="43688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35" dirty="0">
                <a:solidFill>
                  <a:srgbClr val="292524"/>
                </a:solidFill>
                <a:latin typeface="Courier New"/>
                <a:cs typeface="Courier New"/>
              </a:rPr>
              <a:t>ABC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5350" y="3868901"/>
            <a:ext cx="105410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150" dirty="0">
                <a:solidFill>
                  <a:srgbClr val="F59D0A"/>
                </a:solidFill>
                <a:latin typeface="Lucida Console"/>
                <a:cs typeface="Lucida Console"/>
              </a:rPr>
              <a:t>lowercase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Huruf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kecil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77189" y="3956824"/>
            <a:ext cx="43688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35" dirty="0">
                <a:solidFill>
                  <a:srgbClr val="292524"/>
                </a:solidFill>
                <a:latin typeface="Courier New"/>
                <a:cs typeface="Courier New"/>
              </a:rPr>
              <a:t>abc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5350" y="5030951"/>
            <a:ext cx="1168400" cy="508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50" spc="-145" dirty="0">
                <a:solidFill>
                  <a:srgbClr val="DB2525"/>
                </a:solidFill>
                <a:latin typeface="Lucida Console"/>
                <a:cs typeface="Lucida Console"/>
              </a:rPr>
              <a:t>capitalize</a:t>
            </a:r>
            <a:endParaRPr sz="17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Huruf</a:t>
            </a:r>
            <a:r>
              <a:rPr sz="12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awal</a:t>
            </a:r>
            <a:r>
              <a:rPr sz="12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 kapital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77189" y="5118874"/>
            <a:ext cx="43688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35" dirty="0">
                <a:solidFill>
                  <a:srgbClr val="292524"/>
                </a:solidFill>
                <a:latin typeface="Courier New"/>
                <a:cs typeface="Courier New"/>
              </a:rPr>
              <a:t>Abc</a:t>
            </a:r>
            <a:endParaRPr sz="2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802005" cy="802005"/>
            <a:chOff x="600455" y="533400"/>
            <a:chExt cx="802005" cy="8020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801624" y="0"/>
                  </a:moveTo>
                  <a:lnTo>
                    <a:pt x="618744" y="0"/>
                  </a:lnTo>
                  <a:lnTo>
                    <a:pt x="618744" y="228600"/>
                  </a:lnTo>
                  <a:lnTo>
                    <a:pt x="618744" y="381000"/>
                  </a:lnTo>
                  <a:lnTo>
                    <a:pt x="612635" y="422402"/>
                  </a:lnTo>
                  <a:lnTo>
                    <a:pt x="594690" y="460387"/>
                  </a:lnTo>
                  <a:lnTo>
                    <a:pt x="566470" y="491490"/>
                  </a:lnTo>
                  <a:lnTo>
                    <a:pt x="530555" y="512991"/>
                  </a:lnTo>
                  <a:lnTo>
                    <a:pt x="489953" y="523189"/>
                  </a:lnTo>
                  <a:lnTo>
                    <a:pt x="475869" y="523875"/>
                  </a:lnTo>
                  <a:lnTo>
                    <a:pt x="323469" y="523875"/>
                  </a:lnTo>
                  <a:lnTo>
                    <a:pt x="282067" y="517753"/>
                  </a:lnTo>
                  <a:lnTo>
                    <a:pt x="244081" y="499808"/>
                  </a:lnTo>
                  <a:lnTo>
                    <a:pt x="212979" y="471589"/>
                  </a:lnTo>
                  <a:lnTo>
                    <a:pt x="191477" y="435673"/>
                  </a:lnTo>
                  <a:lnTo>
                    <a:pt x="181279" y="395071"/>
                  </a:lnTo>
                  <a:lnTo>
                    <a:pt x="180594" y="3810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475869" y="85725"/>
                  </a:lnTo>
                  <a:lnTo>
                    <a:pt x="517283" y="91833"/>
                  </a:lnTo>
                  <a:lnTo>
                    <a:pt x="555269" y="109778"/>
                  </a:lnTo>
                  <a:lnTo>
                    <a:pt x="586371" y="137998"/>
                  </a:lnTo>
                  <a:lnTo>
                    <a:pt x="607872" y="173913"/>
                  </a:lnTo>
                  <a:lnTo>
                    <a:pt x="618070" y="214515"/>
                  </a:lnTo>
                  <a:lnTo>
                    <a:pt x="618744" y="228600"/>
                  </a:lnTo>
                  <a:lnTo>
                    <a:pt x="618744" y="0"/>
                  </a:lnTo>
                  <a:lnTo>
                    <a:pt x="0" y="0"/>
                  </a:lnTo>
                  <a:lnTo>
                    <a:pt x="0" y="801624"/>
                  </a:lnTo>
                  <a:lnTo>
                    <a:pt x="801624" y="801624"/>
                  </a:lnTo>
                  <a:lnTo>
                    <a:pt x="801624" y="523875"/>
                  </a:lnTo>
                  <a:lnTo>
                    <a:pt x="801624" y="85725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04799" y="457199"/>
                  </a:moveTo>
                  <a:lnTo>
                    <a:pt x="152399" y="457199"/>
                  </a:lnTo>
                  <a:lnTo>
                    <a:pt x="144912" y="457016"/>
                  </a:lnTo>
                  <a:lnTo>
                    <a:pt x="101066" y="448295"/>
                  </a:lnTo>
                  <a:lnTo>
                    <a:pt x="61607" y="427204"/>
                  </a:lnTo>
                  <a:lnTo>
                    <a:pt x="29995" y="395592"/>
                  </a:lnTo>
                  <a:lnTo>
                    <a:pt x="8904" y="356133"/>
                  </a:lnTo>
                  <a:lnTo>
                    <a:pt x="183" y="312286"/>
                  </a:lnTo>
                  <a:lnTo>
                    <a:pt x="0" y="3047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04799" y="0"/>
                  </a:lnTo>
                  <a:lnTo>
                    <a:pt x="349039" y="6560"/>
                  </a:lnTo>
                  <a:lnTo>
                    <a:pt x="389468" y="25683"/>
                  </a:lnTo>
                  <a:lnTo>
                    <a:pt x="422607" y="55717"/>
                  </a:lnTo>
                  <a:lnTo>
                    <a:pt x="445599" y="94078"/>
                  </a:lnTo>
                  <a:lnTo>
                    <a:pt x="456467" y="137462"/>
                  </a:lnTo>
                  <a:lnTo>
                    <a:pt x="457199" y="152399"/>
                  </a:lnTo>
                  <a:lnTo>
                    <a:pt x="457199" y="304799"/>
                  </a:lnTo>
                  <a:lnTo>
                    <a:pt x="450639" y="349039"/>
                  </a:lnTo>
                  <a:lnTo>
                    <a:pt x="431515" y="389468"/>
                  </a:lnTo>
                  <a:lnTo>
                    <a:pt x="401482" y="422608"/>
                  </a:lnTo>
                  <a:lnTo>
                    <a:pt x="363120" y="445599"/>
                  </a:lnTo>
                  <a:lnTo>
                    <a:pt x="319737" y="456467"/>
                  </a:lnTo>
                  <a:lnTo>
                    <a:pt x="304799" y="4571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54819" y="701675"/>
            <a:ext cx="290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8424" y="484512"/>
            <a:ext cx="5537200" cy="6065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>
                <a:latin typeface="Trebuchet MS"/>
                <a:cs typeface="Trebuchet MS"/>
              </a:rPr>
              <a:t>Uji</a:t>
            </a:r>
            <a:r>
              <a:rPr spc="-95" dirty="0">
                <a:latin typeface="Trebuchet MS"/>
                <a:cs typeface="Trebuchet MS"/>
              </a:rPr>
              <a:t> </a:t>
            </a:r>
            <a:r>
              <a:rPr spc="-145" dirty="0" err="1">
                <a:solidFill>
                  <a:srgbClr val="E9580C"/>
                </a:solidFill>
                <a:latin typeface="Trebuchet MS"/>
                <a:cs typeface="Trebuchet MS"/>
              </a:rPr>
              <a:t>Praktek</a:t>
            </a:r>
            <a:endParaRPr spc="-125" dirty="0">
              <a:solidFill>
                <a:srgbClr val="E9580C"/>
              </a:solidFill>
              <a:latin typeface="Trebuchet MS"/>
              <a:cs typeface="Trebuchet MS"/>
            </a:endParaRPr>
          </a:p>
        </p:txBody>
      </p:sp>
      <p:pic>
        <p:nvPicPr>
          <p:cNvPr id="22" name="Gambar 21">
            <a:extLst>
              <a:ext uri="{FF2B5EF4-FFF2-40B4-BE49-F238E27FC236}">
                <a16:creationId xmlns:a16="http://schemas.microsoft.com/office/drawing/2014/main" id="{631368CB-9B1A-AB77-86FD-A90470EC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29" y="1182685"/>
            <a:ext cx="9100822" cy="56880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5" dirty="0">
                <a:latin typeface="Trebuchet MS"/>
                <a:cs typeface="Trebuchet MS"/>
              </a:rPr>
              <a:t>Property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145" dirty="0">
                <a:solidFill>
                  <a:srgbClr val="E9580C"/>
                </a:solidFill>
                <a:latin typeface="Trebuchet MS"/>
                <a:cs typeface="Trebuchet MS"/>
              </a:rPr>
              <a:t>text-</a:t>
            </a:r>
            <a:r>
              <a:rPr spc="-140" dirty="0">
                <a:solidFill>
                  <a:srgbClr val="E9580C"/>
                </a:solidFill>
                <a:latin typeface="Trebuchet MS"/>
                <a:cs typeface="Trebuchet MS"/>
              </a:rPr>
              <a:t>indent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1658111"/>
            <a:ext cx="11546205" cy="4581525"/>
            <a:chOff x="332231" y="1658111"/>
            <a:chExt cx="11546205" cy="45815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658111"/>
              <a:ext cx="11545823" cy="45811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2412999"/>
              <a:ext cx="241300" cy="1460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73199" y="2307361"/>
            <a:ext cx="107188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9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5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49" y="3097171"/>
            <a:ext cx="33464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3259" y="3363871"/>
            <a:ext cx="126047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</a:t>
            </a:r>
            <a:r>
              <a:rPr sz="1500" spc="-85" dirty="0">
                <a:solidFill>
                  <a:srgbClr val="0FB981"/>
                </a:solidFill>
                <a:latin typeface="Lucida Console"/>
                <a:cs typeface="Lucida Console"/>
              </a:rPr>
              <a:t>indent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0777" y="3363871"/>
            <a:ext cx="5403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85" dirty="0">
                <a:solidFill>
                  <a:srgbClr val="F59D0A"/>
                </a:solidFill>
                <a:latin typeface="Lucida Console"/>
                <a:cs typeface="Lucida Console"/>
              </a:rPr>
              <a:t>50px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749" y="3630571"/>
            <a:ext cx="12827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41400" y="4714874"/>
            <a:ext cx="9836150" cy="682625"/>
            <a:chOff x="1041400" y="4714874"/>
            <a:chExt cx="9836150" cy="68262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400" y="5137149"/>
              <a:ext cx="260350" cy="2603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96099" y="4714874"/>
              <a:ext cx="3981450" cy="9525"/>
            </a:xfrm>
            <a:custGeom>
              <a:avLst/>
              <a:gdLst/>
              <a:ahLst/>
              <a:cxnLst/>
              <a:rect l="l" t="t" r="r" b="b"/>
              <a:pathLst>
                <a:path w="3981450" h="9525">
                  <a:moveTo>
                    <a:pt x="39814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981449" y="0"/>
                  </a:lnTo>
                  <a:lnTo>
                    <a:pt x="3981449" y="9524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6098" y="5010149"/>
              <a:ext cx="76200" cy="761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82724" y="4941652"/>
            <a:ext cx="35312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0"/>
              </a:spcBef>
            </a:pPr>
            <a:r>
              <a:rPr sz="1550" spc="-80" dirty="0">
                <a:solidFill>
                  <a:srgbClr val="374050"/>
                </a:solidFill>
                <a:latin typeface="Arial MT"/>
                <a:cs typeface="Arial MT"/>
              </a:rPr>
              <a:t>Digunakan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30" dirty="0">
                <a:solidFill>
                  <a:srgbClr val="374050"/>
                </a:solidFill>
                <a:latin typeface="Arial MT"/>
                <a:cs typeface="Arial MT"/>
              </a:rPr>
              <a:t>untuk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b="1" spc="-85" dirty="0">
                <a:solidFill>
                  <a:srgbClr val="E9580C"/>
                </a:solidFill>
                <a:latin typeface="Arial"/>
                <a:cs typeface="Arial"/>
              </a:rPr>
              <a:t>memberi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70" dirty="0">
                <a:solidFill>
                  <a:srgbClr val="E9580C"/>
                </a:solidFill>
                <a:latin typeface="Arial"/>
                <a:cs typeface="Arial"/>
              </a:rPr>
              <a:t>jarak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E9580C"/>
                </a:solidFill>
                <a:latin typeface="Arial"/>
                <a:cs typeface="Arial"/>
              </a:rPr>
              <a:t>awal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pada </a:t>
            </a:r>
            <a:r>
              <a:rPr sz="1550" spc="-60" dirty="0">
                <a:solidFill>
                  <a:srgbClr val="374050"/>
                </a:solidFill>
                <a:latin typeface="Arial MT"/>
                <a:cs typeface="Arial MT"/>
              </a:rPr>
              <a:t>paragraf</a:t>
            </a:r>
            <a:r>
              <a:rPr sz="1550" spc="-3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374050"/>
                </a:solidFill>
                <a:latin typeface="Arial MT"/>
                <a:cs typeface="Arial MT"/>
              </a:rPr>
              <a:t>teks.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1424" y="2050186"/>
            <a:ext cx="17557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Visualisasi</a:t>
            </a:r>
            <a:r>
              <a:rPr sz="1950" b="1" spc="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10" dirty="0">
                <a:solidFill>
                  <a:srgbClr val="292524"/>
                </a:solidFill>
                <a:latin typeface="Tahoma"/>
                <a:cs typeface="Tahoma"/>
              </a:rPr>
              <a:t>Hasil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3400" y="3193436"/>
            <a:ext cx="3856354" cy="12541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476250">
              <a:lnSpc>
                <a:spcPct val="118900"/>
              </a:lnSpc>
              <a:spcBef>
                <a:spcPts val="70"/>
              </a:spcBef>
            </a:pPr>
            <a:r>
              <a:rPr sz="1700" spc="-315" dirty="0">
                <a:solidFill>
                  <a:srgbClr val="292524"/>
                </a:solidFill>
                <a:latin typeface="Arial MT"/>
                <a:cs typeface="Arial MT"/>
              </a:rPr>
              <a:t>CSS</a:t>
            </a:r>
            <a:r>
              <a:rPr sz="1700" spc="-7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292524"/>
                </a:solidFill>
                <a:latin typeface="Arial MT"/>
                <a:cs typeface="Arial MT"/>
              </a:rPr>
              <a:t>digunakan</a:t>
            </a:r>
            <a:r>
              <a:rPr sz="1700" spc="-7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92524"/>
                </a:solidFill>
                <a:latin typeface="Arial MT"/>
                <a:cs typeface="Arial MT"/>
              </a:rPr>
              <a:t>untuk</a:t>
            </a:r>
            <a:r>
              <a:rPr sz="1700" spc="-7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92524"/>
                </a:solidFill>
                <a:latin typeface="Arial MT"/>
                <a:cs typeface="Arial MT"/>
              </a:rPr>
              <a:t>mempercantik </a:t>
            </a:r>
            <a:r>
              <a:rPr sz="1700" spc="-40" dirty="0">
                <a:solidFill>
                  <a:srgbClr val="292524"/>
                </a:solidFill>
                <a:latin typeface="Arial MT"/>
                <a:cs typeface="Arial MT"/>
              </a:rPr>
              <a:t>tampilan</a:t>
            </a:r>
            <a:r>
              <a:rPr sz="1700" spc="-6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website </a:t>
            </a:r>
            <a:r>
              <a:rPr sz="1700" spc="-95" dirty="0">
                <a:solidFill>
                  <a:srgbClr val="292524"/>
                </a:solidFill>
                <a:latin typeface="Arial MT"/>
                <a:cs typeface="Arial MT"/>
              </a:rPr>
              <a:t>agar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92524"/>
                </a:solidFill>
                <a:latin typeface="Arial MT"/>
                <a:cs typeface="Arial MT"/>
              </a:rPr>
              <a:t>lebih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92524"/>
                </a:solidFill>
                <a:latin typeface="Arial MT"/>
                <a:cs typeface="Arial MT"/>
              </a:rPr>
              <a:t>menarik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92524"/>
                </a:solidFill>
                <a:latin typeface="Arial MT"/>
                <a:cs typeface="Arial MT"/>
              </a:rPr>
              <a:t>dan </a:t>
            </a:r>
            <a:r>
              <a:rPr sz="1700" spc="-50" dirty="0">
                <a:solidFill>
                  <a:srgbClr val="292524"/>
                </a:solidFill>
                <a:latin typeface="Arial MT"/>
                <a:cs typeface="Arial MT"/>
              </a:rPr>
              <a:t>profesional.</a:t>
            </a:r>
            <a:r>
              <a:rPr sz="1700" spc="-5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110" dirty="0">
                <a:solidFill>
                  <a:srgbClr val="292524"/>
                </a:solidFill>
                <a:latin typeface="Arial MT"/>
                <a:cs typeface="Arial MT"/>
              </a:rPr>
              <a:t>Dengan</a:t>
            </a:r>
            <a:r>
              <a:rPr sz="1700" spc="-5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92524"/>
                </a:solidFill>
                <a:latin typeface="Arial MT"/>
                <a:cs typeface="Arial MT"/>
              </a:rPr>
              <a:t>text</a:t>
            </a:r>
            <a:r>
              <a:rPr sz="1700" spc="-5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styling,</a:t>
            </a:r>
            <a:r>
              <a:rPr sz="1700" spc="-5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292524"/>
                </a:solidFill>
                <a:latin typeface="Arial MT"/>
                <a:cs typeface="Arial MT"/>
              </a:rPr>
              <a:t>teks</a:t>
            </a:r>
            <a:r>
              <a:rPr sz="1700" spc="-5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92524"/>
                </a:solidFill>
                <a:latin typeface="Arial MT"/>
                <a:cs typeface="Arial MT"/>
              </a:rPr>
              <a:t>dapat </a:t>
            </a:r>
            <a:r>
              <a:rPr sz="1700" spc="-30" dirty="0">
                <a:solidFill>
                  <a:srgbClr val="292524"/>
                </a:solidFill>
                <a:latin typeface="Arial MT"/>
                <a:cs typeface="Arial MT"/>
              </a:rPr>
              <a:t>dibuat</a:t>
            </a:r>
            <a:r>
              <a:rPr sz="1700" spc="-6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92524"/>
                </a:solidFill>
                <a:latin typeface="Arial MT"/>
                <a:cs typeface="Arial MT"/>
              </a:rPr>
              <a:t>lebih</a:t>
            </a:r>
            <a:r>
              <a:rPr sz="1700" spc="-6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92524"/>
                </a:solidFill>
                <a:latin typeface="Arial MT"/>
                <a:cs typeface="Arial MT"/>
              </a:rPr>
              <a:t>menarik</a:t>
            </a:r>
            <a:r>
              <a:rPr sz="1700" spc="-60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292524"/>
                </a:solidFill>
                <a:latin typeface="Arial MT"/>
                <a:cs typeface="Arial MT"/>
              </a:rPr>
              <a:t>dan</a:t>
            </a:r>
            <a:r>
              <a:rPr sz="1700" spc="-65" dirty="0">
                <a:solidFill>
                  <a:srgbClr val="29252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92524"/>
                </a:solidFill>
                <a:latin typeface="Arial MT"/>
                <a:cs typeface="Arial MT"/>
              </a:rPr>
              <a:t>rapi.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3900" y="4929747"/>
            <a:ext cx="253111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65" dirty="0">
                <a:solidFill>
                  <a:srgbClr val="4A5462"/>
                </a:solidFill>
                <a:latin typeface="Arial MT"/>
                <a:cs typeface="Arial MT"/>
              </a:rPr>
              <a:t>Paragraf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memiliki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indentasi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60" dirty="0">
                <a:solidFill>
                  <a:srgbClr val="4A5462"/>
                </a:solidFill>
                <a:latin typeface="Arial MT"/>
                <a:cs typeface="Arial MT"/>
              </a:rPr>
              <a:t>50px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di </a:t>
            </a:r>
            <a:r>
              <a:rPr sz="1200" spc="-20" dirty="0">
                <a:solidFill>
                  <a:srgbClr val="4A5462"/>
                </a:solidFill>
                <a:latin typeface="Arial MT"/>
                <a:cs typeface="Arial MT"/>
              </a:rPr>
              <a:t>awal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BE81-F0B8-06BF-9131-11E6AD66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991DFE3-76A3-B79C-68FE-80ABB1B7E5E7}"/>
              </a:ext>
            </a:extLst>
          </p:cNvPr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A60167B-575A-C99C-E593-75E90E3A2176}"/>
                </a:ext>
              </a:extLst>
            </p:cNvPr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D7FB77-48E2-02C1-AFA7-510A02BADD2F}"/>
                </a:ext>
              </a:extLst>
            </p:cNvPr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35DA04D-9579-9C25-0124-315FF18203FD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AF5E988-64BE-AEDF-3F91-A6B9F0036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5" dirty="0">
                <a:latin typeface="Trebuchet MS"/>
                <a:cs typeface="Trebuchet MS"/>
              </a:rPr>
              <a:t>Uji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145" dirty="0" err="1">
                <a:solidFill>
                  <a:srgbClr val="E9580C"/>
                </a:solidFill>
                <a:latin typeface="Trebuchet MS"/>
                <a:cs typeface="Trebuchet MS"/>
              </a:rPr>
              <a:t>Praktek</a:t>
            </a:r>
            <a:endParaRPr spc="-140" dirty="0">
              <a:solidFill>
                <a:srgbClr val="E9580C"/>
              </a:solidFill>
              <a:latin typeface="Trebuchet MS"/>
              <a:cs typeface="Trebuchet MS"/>
            </a:endParaRPr>
          </a:p>
        </p:txBody>
      </p:sp>
      <p:pic>
        <p:nvPicPr>
          <p:cNvPr id="24" name="Gambar 23">
            <a:extLst>
              <a:ext uri="{FF2B5EF4-FFF2-40B4-BE49-F238E27FC236}">
                <a16:creationId xmlns:a16="http://schemas.microsoft.com/office/drawing/2014/main" id="{D4D4C488-B038-C836-7FE3-36C991038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210" y="1246236"/>
            <a:ext cx="8999140" cy="562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19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60" dirty="0"/>
              <a:t> </a:t>
            </a:r>
            <a:r>
              <a:rPr spc="-30" dirty="0">
                <a:solidFill>
                  <a:srgbClr val="E9580C"/>
                </a:solidFill>
              </a:rPr>
              <a:t>letter-</a:t>
            </a:r>
            <a:r>
              <a:rPr spc="-275" dirty="0">
                <a:solidFill>
                  <a:srgbClr val="E9580C"/>
                </a:solidFill>
              </a:rPr>
              <a:t>spacing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1743455"/>
            <a:ext cx="11546205" cy="4666615"/>
            <a:chOff x="332231" y="1743455"/>
            <a:chExt cx="11546205" cy="46666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743455"/>
              <a:ext cx="11545823" cy="46664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2498724"/>
              <a:ext cx="241300" cy="1460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73199" y="2393086"/>
            <a:ext cx="107188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9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5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9298" y="3449596"/>
            <a:ext cx="43751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85" dirty="0">
                <a:solidFill>
                  <a:srgbClr val="F59D0A"/>
                </a:solidFill>
                <a:latin typeface="Lucida Console"/>
                <a:cs typeface="Lucida Console"/>
              </a:rPr>
              <a:t>5px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749" y="3150560"/>
            <a:ext cx="1980564" cy="8255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00" spc="-75" dirty="0">
                <a:solidFill>
                  <a:srgbClr val="E9580C"/>
                </a:solidFill>
                <a:latin typeface="Lucida Console"/>
                <a:cs typeface="Lucida Console"/>
              </a:rPr>
              <a:t>h1</a:t>
            </a:r>
            <a:r>
              <a:rPr sz="1500" spc="-14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424180">
              <a:lnSpc>
                <a:spcPct val="100000"/>
              </a:lnSpc>
              <a:spcBef>
                <a:spcPts val="300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letter-</a:t>
            </a:r>
            <a:r>
              <a:rPr sz="1500" spc="-85" dirty="0">
                <a:solidFill>
                  <a:srgbClr val="0FB981"/>
                </a:solidFill>
                <a:latin typeface="Lucida Console"/>
                <a:cs typeface="Lucida Console"/>
              </a:rPr>
              <a:t>spacing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4100" y="5222874"/>
            <a:ext cx="234950" cy="889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482724" y="5114607"/>
            <a:ext cx="323151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5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b="1" spc="-70" dirty="0">
                <a:solidFill>
                  <a:srgbClr val="E9580C"/>
                </a:solidFill>
                <a:latin typeface="Arial"/>
                <a:cs typeface="Arial"/>
              </a:rPr>
              <a:t>jarak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antar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70" dirty="0">
                <a:solidFill>
                  <a:srgbClr val="E9580C"/>
                </a:solidFill>
                <a:latin typeface="Arial"/>
                <a:cs typeface="Arial"/>
              </a:rPr>
              <a:t>huruf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dalam</a:t>
            </a:r>
            <a:r>
              <a:rPr sz="15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00" dirty="0">
                <a:solidFill>
                  <a:srgbClr val="374050"/>
                </a:solidFill>
                <a:latin typeface="Lucida Sans Unicode"/>
                <a:cs typeface="Lucida Sans Unicode"/>
              </a:rPr>
              <a:t>teks.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1424" y="1869211"/>
            <a:ext cx="17557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Visualisasi</a:t>
            </a:r>
            <a:r>
              <a:rPr sz="1950" b="1" spc="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10" dirty="0">
                <a:solidFill>
                  <a:srgbClr val="292524"/>
                </a:solidFill>
                <a:latin typeface="Tahoma"/>
                <a:cs typeface="Tahoma"/>
              </a:rPr>
              <a:t>Hasil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5750" y="2802889"/>
            <a:ext cx="233997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55" dirty="0">
                <a:solidFill>
                  <a:srgbClr val="4A5462"/>
                </a:solidFill>
                <a:latin typeface="Arial"/>
                <a:cs typeface="Arial"/>
              </a:rPr>
              <a:t>Normal</a:t>
            </a:r>
            <a:r>
              <a:rPr sz="1350" b="1" spc="-1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4A5462"/>
                </a:solidFill>
                <a:latin typeface="Arial"/>
                <a:cs typeface="Arial"/>
              </a:rPr>
              <a:t>(letter-</a:t>
            </a: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spacing:</a:t>
            </a:r>
            <a:r>
              <a:rPr sz="1350" b="1" spc="-1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45" dirty="0">
                <a:solidFill>
                  <a:srgbClr val="4A5462"/>
                </a:solidFill>
                <a:latin typeface="Arial"/>
                <a:cs typeface="Arial"/>
              </a:rPr>
              <a:t>normal)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3400" y="3362950"/>
            <a:ext cx="223012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265" dirty="0">
                <a:solidFill>
                  <a:srgbClr val="292524"/>
                </a:solidFill>
                <a:latin typeface="Arial"/>
                <a:cs typeface="Arial"/>
              </a:rPr>
              <a:t>CSS</a:t>
            </a:r>
            <a:r>
              <a:rPr sz="2900" b="1" spc="-6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160" dirty="0">
                <a:solidFill>
                  <a:srgbClr val="292524"/>
                </a:solidFill>
                <a:latin typeface="Arial"/>
                <a:cs typeface="Arial"/>
              </a:rPr>
              <a:t>STYLING</a:t>
            </a:r>
            <a:endParaRPr sz="2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35750" y="4288789"/>
            <a:ext cx="2954020" cy="10267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Sesudah</a:t>
            </a:r>
            <a:r>
              <a:rPr sz="1350" b="1" spc="-2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4A5462"/>
                </a:solidFill>
                <a:latin typeface="Arial"/>
                <a:cs typeface="Arial"/>
              </a:rPr>
              <a:t>(letter-</a:t>
            </a: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spacing:</a:t>
            </a:r>
            <a:r>
              <a:rPr sz="1350" b="1" spc="-20" dirty="0">
                <a:solidFill>
                  <a:srgbClr val="4A5462"/>
                </a:solidFill>
                <a:latin typeface="Arial"/>
                <a:cs typeface="Arial"/>
              </a:rPr>
              <a:t> 5px)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20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tabLst>
                <a:tab pos="1203960" algn="l"/>
              </a:tabLst>
            </a:pPr>
            <a:r>
              <a:rPr sz="2900" b="1" spc="-95" dirty="0">
                <a:solidFill>
                  <a:srgbClr val="292524"/>
                </a:solidFill>
                <a:latin typeface="Arial"/>
                <a:cs typeface="Arial"/>
              </a:rPr>
              <a:t>CS</a:t>
            </a:r>
            <a:r>
              <a:rPr sz="2900" b="1" spc="-4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50" dirty="0">
                <a:solidFill>
                  <a:srgbClr val="292524"/>
                </a:solidFill>
                <a:latin typeface="Arial"/>
                <a:cs typeface="Arial"/>
              </a:rPr>
              <a:t>S</a:t>
            </a:r>
            <a:r>
              <a:rPr sz="2900" b="1" dirty="0">
                <a:solidFill>
                  <a:srgbClr val="292524"/>
                </a:solidFill>
                <a:latin typeface="Arial"/>
                <a:cs typeface="Arial"/>
              </a:rPr>
              <a:t>	</a:t>
            </a:r>
            <a:r>
              <a:rPr sz="2900" b="1" spc="-10" dirty="0">
                <a:solidFill>
                  <a:srgbClr val="292524"/>
                </a:solidFill>
                <a:latin typeface="Arial"/>
                <a:cs typeface="Arial"/>
              </a:rPr>
              <a:t>ST</a:t>
            </a:r>
            <a:r>
              <a:rPr sz="2900" b="1" spc="-39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275" dirty="0">
                <a:solidFill>
                  <a:srgbClr val="292524"/>
                </a:solidFill>
                <a:latin typeface="Arial"/>
                <a:cs typeface="Arial"/>
              </a:rPr>
              <a:t>Y</a:t>
            </a:r>
            <a:r>
              <a:rPr sz="2900" b="1" spc="-33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270" dirty="0">
                <a:solidFill>
                  <a:srgbClr val="292524"/>
                </a:solidFill>
                <a:latin typeface="Arial"/>
                <a:cs typeface="Arial"/>
              </a:rPr>
              <a:t>L</a:t>
            </a:r>
            <a:r>
              <a:rPr sz="2900" b="1" spc="-43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55" dirty="0">
                <a:solidFill>
                  <a:srgbClr val="292524"/>
                </a:solidFill>
                <a:latin typeface="Arial"/>
                <a:cs typeface="Arial"/>
              </a:rPr>
              <a:t>I</a:t>
            </a:r>
            <a:r>
              <a:rPr sz="2900" b="1" spc="-4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90" dirty="0">
                <a:solidFill>
                  <a:srgbClr val="292524"/>
                </a:solidFill>
                <a:latin typeface="Arial"/>
                <a:cs typeface="Arial"/>
              </a:rPr>
              <a:t>N</a:t>
            </a:r>
            <a:r>
              <a:rPr sz="2900" b="1" spc="-43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2900" b="1" spc="-320" dirty="0">
                <a:solidFill>
                  <a:srgbClr val="292524"/>
                </a:solidFill>
                <a:latin typeface="Arial"/>
                <a:cs typeface="Arial"/>
              </a:rPr>
              <a:t>G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8234-9EF4-7423-F263-371BBDF2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99D04C3-7FF8-7B02-3334-7F660167CF0C}"/>
              </a:ext>
            </a:extLst>
          </p:cNvPr>
          <p:cNvSpPr/>
          <p:nvPr/>
        </p:nvSpPr>
        <p:spPr>
          <a:xfrm>
            <a:off x="771524" y="6095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57199" y="609599"/>
                </a:moveTo>
                <a:lnTo>
                  <a:pt x="152399" y="609599"/>
                </a:lnTo>
                <a:lnTo>
                  <a:pt x="144912" y="609416"/>
                </a:lnTo>
                <a:lnTo>
                  <a:pt x="101066" y="600695"/>
                </a:lnTo>
                <a:lnTo>
                  <a:pt x="61607" y="579604"/>
                </a:lnTo>
                <a:lnTo>
                  <a:pt x="29995" y="547992"/>
                </a:lnTo>
                <a:lnTo>
                  <a:pt x="8904" y="508533"/>
                </a:lnTo>
                <a:lnTo>
                  <a:pt x="183" y="464686"/>
                </a:lnTo>
                <a:lnTo>
                  <a:pt x="0" y="457199"/>
                </a:lnTo>
                <a:lnTo>
                  <a:pt x="0" y="152399"/>
                </a:lnTo>
                <a:lnTo>
                  <a:pt x="6560" y="108160"/>
                </a:lnTo>
                <a:lnTo>
                  <a:pt x="25683" y="67731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457199" y="0"/>
                </a:lnTo>
                <a:lnTo>
                  <a:pt x="501439" y="6560"/>
                </a:lnTo>
                <a:lnTo>
                  <a:pt x="541868" y="25683"/>
                </a:lnTo>
                <a:lnTo>
                  <a:pt x="575008" y="55717"/>
                </a:lnTo>
                <a:lnTo>
                  <a:pt x="597999" y="94078"/>
                </a:lnTo>
                <a:lnTo>
                  <a:pt x="608867" y="137462"/>
                </a:lnTo>
                <a:lnTo>
                  <a:pt x="609599" y="152399"/>
                </a:lnTo>
                <a:lnTo>
                  <a:pt x="609599" y="457199"/>
                </a:lnTo>
                <a:lnTo>
                  <a:pt x="603039" y="501439"/>
                </a:lnTo>
                <a:lnTo>
                  <a:pt x="583915" y="541868"/>
                </a:lnTo>
                <a:lnTo>
                  <a:pt x="553882" y="575008"/>
                </a:lnTo>
                <a:lnTo>
                  <a:pt x="515520" y="597999"/>
                </a:lnTo>
                <a:lnTo>
                  <a:pt x="472137" y="608867"/>
                </a:lnTo>
                <a:lnTo>
                  <a:pt x="457199" y="609599"/>
                </a:lnTo>
                <a:close/>
              </a:path>
            </a:pathLst>
          </a:custGeom>
          <a:solidFill>
            <a:srgbClr val="E958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E1AF091-CE7C-17F7-FCC4-CFC450BEB350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809902-6E44-62A7-3956-103C3823A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Uji</a:t>
            </a:r>
            <a:r>
              <a:rPr spc="-60" dirty="0"/>
              <a:t> </a:t>
            </a:r>
            <a:r>
              <a:rPr spc="-30" dirty="0" err="1">
                <a:solidFill>
                  <a:srgbClr val="E9580C"/>
                </a:solidFill>
              </a:rPr>
              <a:t>Praktek</a:t>
            </a:r>
            <a:endParaRPr spc="-275" dirty="0">
              <a:solidFill>
                <a:srgbClr val="E9580C"/>
              </a:solidFill>
            </a:endParaRPr>
          </a:p>
        </p:txBody>
      </p:sp>
      <p:pic>
        <p:nvPicPr>
          <p:cNvPr id="20" name="Gambar 19">
            <a:extLst>
              <a:ext uri="{FF2B5EF4-FFF2-40B4-BE49-F238E27FC236}">
                <a16:creationId xmlns:a16="http://schemas.microsoft.com/office/drawing/2014/main" id="{C2D0995C-7DF9-2ACA-8E24-E3243EA9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27" y="1193184"/>
            <a:ext cx="9084024" cy="567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2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70" dirty="0"/>
              <a:t> </a:t>
            </a:r>
            <a:r>
              <a:rPr spc="-70" dirty="0">
                <a:solidFill>
                  <a:srgbClr val="E9580C"/>
                </a:solidFill>
              </a:rPr>
              <a:t>word-</a:t>
            </a:r>
            <a:r>
              <a:rPr spc="-275" dirty="0">
                <a:solidFill>
                  <a:srgbClr val="E9580C"/>
                </a:solidFill>
              </a:rPr>
              <a:t>spacing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2231" y="1658111"/>
            <a:ext cx="11546205" cy="4770120"/>
            <a:chOff x="332231" y="1658111"/>
            <a:chExt cx="11546205" cy="47701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658111"/>
              <a:ext cx="11545823" cy="47701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2412999"/>
              <a:ext cx="241300" cy="1460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73199" y="2307361"/>
            <a:ext cx="107188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9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50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749" y="3097171"/>
            <a:ext cx="33464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3259" y="3363871"/>
            <a:ext cx="136334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word-</a:t>
            </a:r>
            <a:r>
              <a:rPr sz="1500" spc="-85" dirty="0">
                <a:solidFill>
                  <a:srgbClr val="0FB981"/>
                </a:solidFill>
                <a:latin typeface="Lucida Console"/>
                <a:cs typeface="Lucida Console"/>
              </a:rPr>
              <a:t>spacing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3618" y="3363871"/>
            <a:ext cx="5403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85" dirty="0">
                <a:solidFill>
                  <a:srgbClr val="F59D0A"/>
                </a:solidFill>
                <a:latin typeface="Lucida Console"/>
                <a:cs typeface="Lucida Console"/>
              </a:rPr>
              <a:t>10px</a:t>
            </a:r>
            <a:r>
              <a:rPr sz="150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49" y="3630571"/>
            <a:ext cx="12827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8700" y="5124449"/>
            <a:ext cx="971550" cy="285750"/>
            <a:chOff x="1028700" y="5124449"/>
            <a:chExt cx="971550" cy="2857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5165724"/>
              <a:ext cx="285750" cy="203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500" y="5124449"/>
              <a:ext cx="285750" cy="2857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854324" y="4941652"/>
            <a:ext cx="271526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0"/>
              </a:spcBef>
            </a:pP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5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b="1" spc="-70" dirty="0">
                <a:solidFill>
                  <a:srgbClr val="E9580C"/>
                </a:solidFill>
                <a:latin typeface="Arial"/>
                <a:cs typeface="Arial"/>
              </a:rPr>
              <a:t>jarak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 antar </a:t>
            </a:r>
            <a:r>
              <a:rPr sz="1550" b="1" spc="-65" dirty="0">
                <a:solidFill>
                  <a:srgbClr val="E9580C"/>
                </a:solidFill>
                <a:latin typeface="Arial"/>
                <a:cs typeface="Arial"/>
              </a:rPr>
              <a:t>kata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dalam </a:t>
            </a:r>
            <a:r>
              <a:rPr sz="1550" spc="-10" dirty="0">
                <a:solidFill>
                  <a:srgbClr val="374050"/>
                </a:solidFill>
                <a:latin typeface="Lucida Sans Unicode"/>
                <a:cs typeface="Lucida Sans Unicode"/>
              </a:rPr>
              <a:t>teks.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424" y="1850161"/>
            <a:ext cx="17557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Visualisasi</a:t>
            </a:r>
            <a:r>
              <a:rPr sz="1950" b="1" spc="3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10" dirty="0">
                <a:solidFill>
                  <a:srgbClr val="292524"/>
                </a:solidFill>
                <a:latin typeface="Tahoma"/>
                <a:cs typeface="Tahoma"/>
              </a:rPr>
              <a:t>Hasil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5750" y="2783839"/>
            <a:ext cx="23133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55" dirty="0">
                <a:solidFill>
                  <a:srgbClr val="4A5462"/>
                </a:solidFill>
                <a:latin typeface="Arial"/>
                <a:cs typeface="Arial"/>
              </a:rPr>
              <a:t>Normal</a:t>
            </a:r>
            <a:r>
              <a:rPr sz="1350" b="1" spc="-2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A5462"/>
                </a:solidFill>
                <a:latin typeface="Arial"/>
                <a:cs typeface="Arial"/>
              </a:rPr>
              <a:t>(word-</a:t>
            </a: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spacing:</a:t>
            </a:r>
            <a:r>
              <a:rPr sz="1350" b="1" spc="-2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45" dirty="0">
                <a:solidFill>
                  <a:srgbClr val="4A5462"/>
                </a:solidFill>
                <a:latin typeface="Arial"/>
                <a:cs typeface="Arial"/>
              </a:rPr>
              <a:t>normal)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3400" y="3397143"/>
            <a:ext cx="374586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CSS</a:t>
            </a:r>
            <a:r>
              <a:rPr sz="1700" spc="-10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70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untuk</a:t>
            </a:r>
            <a:r>
              <a:rPr sz="1700" spc="-10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70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styling</a:t>
            </a:r>
            <a:r>
              <a:rPr sz="1700" spc="-10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70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teks</a:t>
            </a:r>
            <a:r>
              <a:rPr sz="1700" spc="-10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70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website</a:t>
            </a:r>
            <a:r>
              <a:rPr sz="1700" spc="-10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700" spc="-110" dirty="0">
                <a:solidFill>
                  <a:srgbClr val="292524"/>
                </a:solidFill>
                <a:latin typeface="Lucida Sans Unicode"/>
                <a:cs typeface="Lucida Sans Unicode"/>
              </a:rPr>
              <a:t>profesional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35750" y="4155439"/>
            <a:ext cx="220281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Sesudah</a:t>
            </a:r>
            <a:r>
              <a:rPr sz="1350" b="1" spc="-4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4A5462"/>
                </a:solidFill>
                <a:latin typeface="Arial"/>
                <a:cs typeface="Arial"/>
              </a:rPr>
              <a:t>(word-</a:t>
            </a:r>
            <a:r>
              <a:rPr sz="1350" b="1" spc="-110" dirty="0">
                <a:solidFill>
                  <a:srgbClr val="4A5462"/>
                </a:solidFill>
                <a:latin typeface="Arial"/>
                <a:cs typeface="Arial"/>
              </a:rPr>
              <a:t>spacing:</a:t>
            </a:r>
            <a:r>
              <a:rPr sz="1350" b="1" spc="-25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350" b="1" spc="-55" dirty="0">
                <a:solidFill>
                  <a:srgbClr val="4A5462"/>
                </a:solidFill>
                <a:latin typeface="Arial"/>
                <a:cs typeface="Arial"/>
              </a:rPr>
              <a:t>10px)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3400" y="4768743"/>
            <a:ext cx="3073400" cy="5556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65"/>
              </a:spcBef>
              <a:tabLst>
                <a:tab pos="485775" algn="l"/>
                <a:tab pos="1149350" algn="l"/>
                <a:tab pos="1864360" algn="l"/>
                <a:tab pos="2374900" algn="l"/>
              </a:tabLst>
            </a:pPr>
            <a:r>
              <a:rPr sz="1700" spc="-25" dirty="0">
                <a:solidFill>
                  <a:srgbClr val="292524"/>
                </a:solidFill>
                <a:latin typeface="Lucida Sans Unicode"/>
                <a:cs typeface="Lucida Sans Unicode"/>
              </a:rPr>
              <a:t>CSS</a:t>
            </a:r>
            <a:r>
              <a:rPr sz="170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1700" spc="-20" dirty="0">
                <a:solidFill>
                  <a:srgbClr val="292524"/>
                </a:solidFill>
                <a:latin typeface="Lucida Sans Unicode"/>
                <a:cs typeface="Lucida Sans Unicode"/>
              </a:rPr>
              <a:t>untuk</a:t>
            </a:r>
            <a:r>
              <a:rPr sz="170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170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styling</a:t>
            </a:r>
            <a:r>
              <a:rPr sz="170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1700" spc="-20" dirty="0">
                <a:solidFill>
                  <a:srgbClr val="292524"/>
                </a:solidFill>
                <a:latin typeface="Lucida Sans Unicode"/>
                <a:cs typeface="Lucida Sans Unicode"/>
              </a:rPr>
              <a:t>teks</a:t>
            </a:r>
            <a:r>
              <a:rPr sz="1700" dirty="0">
                <a:solidFill>
                  <a:srgbClr val="292524"/>
                </a:solidFill>
                <a:latin typeface="Lucida Sans Unicode"/>
                <a:cs typeface="Lucida Sans Unicode"/>
              </a:rPr>
              <a:t>	</a:t>
            </a:r>
            <a:r>
              <a:rPr sz="170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website </a:t>
            </a:r>
            <a:r>
              <a:rPr sz="1700" spc="-45" dirty="0">
                <a:solidFill>
                  <a:srgbClr val="292524"/>
                </a:solidFill>
                <a:latin typeface="Lucida Sans Unicode"/>
                <a:cs typeface="Lucida Sans Unicode"/>
              </a:rPr>
              <a:t>profesional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380A-E027-D378-8764-7BBEF9F6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F5830B-7940-8701-5988-CD000A82944D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6C771A-A011-B158-32A7-5EBB442E1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Uji</a:t>
            </a:r>
            <a:r>
              <a:rPr spc="-70" dirty="0"/>
              <a:t> </a:t>
            </a:r>
            <a:r>
              <a:rPr spc="-70" dirty="0" err="1">
                <a:solidFill>
                  <a:srgbClr val="E9580C"/>
                </a:solidFill>
              </a:rPr>
              <a:t>Praktek</a:t>
            </a:r>
            <a:endParaRPr spc="-275" dirty="0">
              <a:solidFill>
                <a:srgbClr val="E9580C"/>
              </a:solidFill>
            </a:endParaRPr>
          </a:p>
        </p:txBody>
      </p:sp>
      <p:pic>
        <p:nvPicPr>
          <p:cNvPr id="22" name="Gambar 21">
            <a:extLst>
              <a:ext uri="{FF2B5EF4-FFF2-40B4-BE49-F238E27FC236}">
                <a16:creationId xmlns:a16="http://schemas.microsoft.com/office/drawing/2014/main" id="{90B7DA99-7D16-CF11-D621-6344551D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1178566"/>
            <a:ext cx="9107413" cy="569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37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75" dirty="0"/>
              <a:t> </a:t>
            </a:r>
            <a:r>
              <a:rPr spc="-50" dirty="0">
                <a:solidFill>
                  <a:srgbClr val="E9580C"/>
                </a:solidFill>
              </a:rPr>
              <a:t>line-</a:t>
            </a:r>
            <a:r>
              <a:rPr spc="-135" dirty="0">
                <a:solidFill>
                  <a:srgbClr val="E9580C"/>
                </a:solidFill>
              </a:rPr>
              <a:t>height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1743455"/>
            <a:ext cx="11546205" cy="4133215"/>
            <a:chOff x="332231" y="1743455"/>
            <a:chExt cx="11546205" cy="4133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743455"/>
              <a:ext cx="11545823" cy="41330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074" y="2498724"/>
              <a:ext cx="241300" cy="1460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01749" y="2393086"/>
            <a:ext cx="1980564" cy="15830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Kode</a:t>
            </a:r>
            <a:r>
              <a:rPr sz="1950" b="1" spc="-5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25" dirty="0">
                <a:solidFill>
                  <a:srgbClr val="292524"/>
                </a:solidFill>
                <a:latin typeface="Tahoma"/>
                <a:cs typeface="Tahoma"/>
              </a:rPr>
              <a:t>CSS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50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424180">
              <a:lnSpc>
                <a:spcPct val="100000"/>
              </a:lnSpc>
              <a:spcBef>
                <a:spcPts val="300"/>
              </a:spcBef>
            </a:pPr>
            <a:r>
              <a:rPr sz="1500" spc="-105" dirty="0">
                <a:solidFill>
                  <a:srgbClr val="0FB981"/>
                </a:solidFill>
                <a:latin typeface="Lucida Console"/>
                <a:cs typeface="Lucida Console"/>
              </a:rPr>
              <a:t>line-</a:t>
            </a:r>
            <a:r>
              <a:rPr sz="1500" spc="-100" dirty="0">
                <a:solidFill>
                  <a:srgbClr val="0FB981"/>
                </a:solidFill>
                <a:latin typeface="Lucida Console"/>
                <a:cs typeface="Lucida Console"/>
              </a:rPr>
              <a:t>height</a:t>
            </a:r>
            <a:r>
              <a:rPr sz="1500" spc="-10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500" spc="-6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500" spc="-25" dirty="0">
                <a:solidFill>
                  <a:srgbClr val="F59D0A"/>
                </a:solidFill>
                <a:latin typeface="Lucida Console"/>
                <a:cs typeface="Lucida Console"/>
              </a:rPr>
              <a:t>2</a:t>
            </a:r>
            <a:r>
              <a:rPr sz="1500" spc="-2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14425" y="3489325"/>
            <a:ext cx="5797550" cy="1908175"/>
            <a:chOff x="1114425" y="3489325"/>
            <a:chExt cx="5797550" cy="19081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425" y="5137150"/>
              <a:ext cx="114300" cy="2603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9099" y="3489325"/>
              <a:ext cx="142875" cy="111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9099" y="4098924"/>
              <a:ext cx="142875" cy="111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9099" y="4708524"/>
              <a:ext cx="142875" cy="1111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82724" y="5114607"/>
            <a:ext cx="410781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5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b="1" spc="-105" dirty="0">
                <a:solidFill>
                  <a:srgbClr val="E9580C"/>
                </a:solidFill>
                <a:latin typeface="Arial"/>
                <a:cs typeface="Arial"/>
              </a:rPr>
              <a:t>tinggi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65" dirty="0">
                <a:solidFill>
                  <a:srgbClr val="E9580C"/>
                </a:solidFill>
                <a:latin typeface="Arial"/>
                <a:cs typeface="Arial"/>
              </a:rPr>
              <a:t>atau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70" dirty="0">
                <a:solidFill>
                  <a:srgbClr val="E9580C"/>
                </a:solidFill>
                <a:latin typeface="Arial"/>
                <a:cs typeface="Arial"/>
              </a:rPr>
              <a:t>jarak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b="1" spc="-60" dirty="0">
                <a:solidFill>
                  <a:srgbClr val="E9580C"/>
                </a:solidFill>
                <a:latin typeface="Arial"/>
                <a:cs typeface="Arial"/>
              </a:rPr>
              <a:t>antar </a:t>
            </a:r>
            <a:r>
              <a:rPr sz="1550" b="1" spc="-100" dirty="0">
                <a:solidFill>
                  <a:srgbClr val="E9580C"/>
                </a:solidFill>
                <a:latin typeface="Arial"/>
                <a:cs typeface="Arial"/>
              </a:rPr>
              <a:t>baris</a:t>
            </a:r>
            <a:r>
              <a:rPr sz="1550" b="1" spc="-5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550" spc="-145" dirty="0">
                <a:solidFill>
                  <a:srgbClr val="374050"/>
                </a:solidFill>
                <a:latin typeface="Lucida Sans Unicode"/>
                <a:cs typeface="Lucida Sans Unicode"/>
              </a:rPr>
              <a:t>dalam</a:t>
            </a:r>
            <a:r>
              <a:rPr sz="1550" spc="-12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85" dirty="0">
                <a:solidFill>
                  <a:srgbClr val="374050"/>
                </a:solidFill>
                <a:latin typeface="Lucida Sans Unicode"/>
                <a:cs typeface="Lucida Sans Unicode"/>
              </a:rPr>
              <a:t>teks.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21424" y="2402611"/>
            <a:ext cx="22129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90" dirty="0">
                <a:solidFill>
                  <a:srgbClr val="292524"/>
                </a:solidFill>
                <a:latin typeface="Tahoma"/>
                <a:cs typeface="Tahoma"/>
              </a:rPr>
              <a:t>Manfaat</a:t>
            </a:r>
            <a:r>
              <a:rPr sz="1950" b="1" spc="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45" dirty="0">
                <a:solidFill>
                  <a:srgbClr val="292524"/>
                </a:solidFill>
                <a:latin typeface="Tahoma"/>
                <a:cs typeface="Tahoma"/>
              </a:rPr>
              <a:t>line-</a:t>
            </a:r>
            <a:r>
              <a:rPr sz="1950" b="1" spc="-125" dirty="0">
                <a:solidFill>
                  <a:srgbClr val="292524"/>
                </a:solidFill>
                <a:latin typeface="Tahoma"/>
                <a:cs typeface="Tahoma"/>
              </a:rPr>
              <a:t>height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9150" y="3307405"/>
            <a:ext cx="3171825" cy="17176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100" dirty="0">
                <a:solidFill>
                  <a:srgbClr val="292524"/>
                </a:solidFill>
                <a:latin typeface="Tahoma"/>
                <a:cs typeface="Tahoma"/>
              </a:rPr>
              <a:t>Membuat</a:t>
            </a:r>
            <a:r>
              <a:rPr sz="145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95" dirty="0">
                <a:solidFill>
                  <a:srgbClr val="292524"/>
                </a:solidFill>
                <a:latin typeface="Tahoma"/>
                <a:cs typeface="Tahoma"/>
              </a:rPr>
              <a:t>teks</a:t>
            </a:r>
            <a:r>
              <a:rPr sz="1450" b="1" spc="-2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110" dirty="0">
                <a:solidFill>
                  <a:srgbClr val="292524"/>
                </a:solidFill>
                <a:latin typeface="Tahoma"/>
                <a:cs typeface="Tahoma"/>
              </a:rPr>
              <a:t>lebih</a:t>
            </a:r>
            <a:r>
              <a:rPr sz="145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292524"/>
                </a:solidFill>
                <a:latin typeface="Tahoma"/>
                <a:cs typeface="Tahoma"/>
              </a:rPr>
              <a:t>nyaman</a:t>
            </a:r>
            <a:r>
              <a:rPr sz="1450" b="1" spc="-2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92524"/>
                </a:solidFill>
                <a:latin typeface="Tahoma"/>
                <a:cs typeface="Tahoma"/>
              </a:rPr>
              <a:t>dibaca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Memudahkan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mata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saat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4A5462"/>
                </a:solidFill>
                <a:latin typeface="Lucida Sans Unicode"/>
                <a:cs typeface="Lucida Sans Unicode"/>
              </a:rPr>
              <a:t>membaca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panjang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450" b="1" spc="-105" dirty="0">
                <a:solidFill>
                  <a:srgbClr val="292524"/>
                </a:solidFill>
                <a:latin typeface="Tahoma"/>
                <a:cs typeface="Tahoma"/>
              </a:rPr>
              <a:t>Mengurangi</a:t>
            </a:r>
            <a:r>
              <a:rPr sz="1450" b="1" spc="-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95" dirty="0">
                <a:solidFill>
                  <a:srgbClr val="292524"/>
                </a:solidFill>
                <a:latin typeface="Tahoma"/>
                <a:cs typeface="Tahoma"/>
              </a:rPr>
              <a:t>teks</a:t>
            </a:r>
            <a:r>
              <a:rPr sz="1450" b="1" spc="-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85" dirty="0">
                <a:solidFill>
                  <a:srgbClr val="292524"/>
                </a:solidFill>
                <a:latin typeface="Tahoma"/>
                <a:cs typeface="Tahoma"/>
              </a:rPr>
              <a:t>terlihat</a:t>
            </a:r>
            <a:r>
              <a:rPr sz="1450" b="1" spc="-15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75" dirty="0">
                <a:solidFill>
                  <a:srgbClr val="292524"/>
                </a:solidFill>
                <a:latin typeface="Tahoma"/>
                <a:cs typeface="Tahoma"/>
              </a:rPr>
              <a:t>terlalu</a:t>
            </a:r>
            <a:r>
              <a:rPr sz="1450" b="1" spc="-1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292524"/>
                </a:solidFill>
                <a:latin typeface="Tahoma"/>
                <a:cs typeface="Tahoma"/>
              </a:rPr>
              <a:t>rapat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Memberikan</a:t>
            </a:r>
            <a:r>
              <a:rPr sz="1200" spc="-5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ruang</a:t>
            </a:r>
            <a:r>
              <a:rPr sz="1200" spc="-5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bernapas</a:t>
            </a:r>
            <a:r>
              <a:rPr sz="1200" spc="-5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antar</a:t>
            </a:r>
            <a:r>
              <a:rPr sz="1200" spc="-5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baris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450" b="1" spc="-100" dirty="0">
                <a:solidFill>
                  <a:srgbClr val="292524"/>
                </a:solidFill>
                <a:latin typeface="Tahoma"/>
                <a:cs typeface="Tahoma"/>
              </a:rPr>
              <a:t>Meningkatkan</a:t>
            </a:r>
            <a:r>
              <a:rPr sz="145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80" dirty="0">
                <a:solidFill>
                  <a:srgbClr val="292524"/>
                </a:solidFill>
                <a:latin typeface="Tahoma"/>
                <a:cs typeface="Tahoma"/>
              </a:rPr>
              <a:t>estetika</a:t>
            </a:r>
            <a:r>
              <a:rPr sz="1450" b="1" spc="-3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92524"/>
                </a:solidFill>
                <a:latin typeface="Tahoma"/>
                <a:cs typeface="Tahoma"/>
              </a:rPr>
              <a:t>visual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Tampilan</a:t>
            </a:r>
            <a:r>
              <a:rPr sz="12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lebih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profesional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dan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rapi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DAE7-DE55-FD52-61A6-D0C9FF9C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7FB487C-82BE-A1FA-2C42-450FE8FF2884}"/>
              </a:ext>
            </a:extLst>
          </p:cNvPr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ED49F1A-D157-7C75-B07F-B9A34002277B}"/>
                </a:ext>
              </a:extLst>
            </p:cNvPr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83F40D-DDEC-E337-F7A1-191603C25DA1}"/>
                </a:ext>
              </a:extLst>
            </p:cNvPr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D5CE423-B3D2-9C81-2736-19DB3246ADCD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000B6A-91A8-2733-C303-E55EA4D07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Uji</a:t>
            </a:r>
            <a:r>
              <a:rPr spc="-75" dirty="0"/>
              <a:t> </a:t>
            </a:r>
            <a:r>
              <a:rPr spc="-50" dirty="0" err="1">
                <a:solidFill>
                  <a:srgbClr val="E9580C"/>
                </a:solidFill>
              </a:rPr>
              <a:t>Praktek</a:t>
            </a:r>
            <a:endParaRPr spc="-135" dirty="0">
              <a:solidFill>
                <a:srgbClr val="E9580C"/>
              </a:solidFill>
            </a:endParaRPr>
          </a:p>
        </p:txBody>
      </p:sp>
      <p:pic>
        <p:nvPicPr>
          <p:cNvPr id="20" name="Gambar 19">
            <a:extLst>
              <a:ext uri="{FF2B5EF4-FFF2-40B4-BE49-F238E27FC236}">
                <a16:creationId xmlns:a16="http://schemas.microsoft.com/office/drawing/2014/main" id="{70340AB9-39F2-7301-65A3-AB4E80F8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29" y="1230310"/>
            <a:ext cx="9024622" cy="56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7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0824" y="564918"/>
            <a:ext cx="472313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Property</a:t>
            </a:r>
            <a:r>
              <a:rPr spc="-80" dirty="0"/>
              <a:t> </a:t>
            </a:r>
            <a:r>
              <a:rPr dirty="0">
                <a:solidFill>
                  <a:srgbClr val="E9580C"/>
                </a:solidFill>
              </a:rPr>
              <a:t>text-</a:t>
            </a:r>
            <a:r>
              <a:rPr spc="-180" dirty="0">
                <a:solidFill>
                  <a:srgbClr val="E9580C"/>
                </a:solidFill>
              </a:rPr>
              <a:t>shadow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2231" y="1658111"/>
            <a:ext cx="11546205" cy="4648200"/>
            <a:chOff x="332231" y="1658111"/>
            <a:chExt cx="11546205" cy="4648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658111"/>
              <a:ext cx="11545823" cy="4648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333624"/>
              <a:ext cx="190500" cy="1143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39849" y="2235009"/>
            <a:ext cx="69469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14" dirty="0">
                <a:solidFill>
                  <a:srgbClr val="292524"/>
                </a:solidFill>
                <a:latin typeface="Tahoma"/>
                <a:cs typeface="Tahoma"/>
              </a:rPr>
              <a:t>Sintaks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7449" y="2861696"/>
            <a:ext cx="404939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5" dirty="0">
                <a:solidFill>
                  <a:srgbClr val="F2F4F5"/>
                </a:solidFill>
                <a:latin typeface="Lucida Console"/>
                <a:cs typeface="Lucida Console"/>
              </a:rPr>
              <a:t>text-</a:t>
            </a:r>
            <a:r>
              <a:rPr sz="1350" spc="-100" dirty="0">
                <a:solidFill>
                  <a:srgbClr val="F2F4F5"/>
                </a:solidFill>
                <a:latin typeface="Lucida Console"/>
                <a:cs typeface="Lucida Console"/>
              </a:rPr>
              <a:t>shadow:</a:t>
            </a:r>
            <a:r>
              <a:rPr sz="1350" spc="-6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350" spc="-105" dirty="0">
                <a:solidFill>
                  <a:srgbClr val="F59D0A"/>
                </a:solidFill>
                <a:latin typeface="Lucida Console"/>
                <a:cs typeface="Lucida Console"/>
              </a:rPr>
              <a:t>horizontal</a:t>
            </a:r>
            <a:r>
              <a:rPr sz="1350" spc="-60" dirty="0">
                <a:solidFill>
                  <a:srgbClr val="F59D0A"/>
                </a:solidFill>
                <a:latin typeface="Lucida Console"/>
                <a:cs typeface="Lucida Console"/>
              </a:rPr>
              <a:t> </a:t>
            </a:r>
            <a:r>
              <a:rPr sz="1350" spc="-100" dirty="0">
                <a:solidFill>
                  <a:srgbClr val="F59D0A"/>
                </a:solidFill>
                <a:latin typeface="Lucida Console"/>
                <a:cs typeface="Lucida Console"/>
              </a:rPr>
              <a:t>vertical</a:t>
            </a:r>
            <a:r>
              <a:rPr sz="1350" spc="-60" dirty="0">
                <a:solidFill>
                  <a:srgbClr val="F59D0A"/>
                </a:solidFill>
                <a:latin typeface="Lucida Console"/>
                <a:cs typeface="Lucida Console"/>
              </a:rPr>
              <a:t> </a:t>
            </a:r>
            <a:r>
              <a:rPr sz="1350" spc="-95" dirty="0">
                <a:solidFill>
                  <a:srgbClr val="F59D0A"/>
                </a:solidFill>
                <a:latin typeface="Lucida Console"/>
                <a:cs typeface="Lucida Console"/>
              </a:rPr>
              <a:t>blur</a:t>
            </a:r>
            <a:r>
              <a:rPr sz="1350" spc="-60" dirty="0">
                <a:solidFill>
                  <a:srgbClr val="F59D0A"/>
                </a:solidFill>
                <a:latin typeface="Lucida Console"/>
                <a:cs typeface="Lucida Console"/>
              </a:rPr>
              <a:t> color</a:t>
            </a:r>
            <a:r>
              <a:rPr sz="1350" spc="-60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350">
              <a:latin typeface="Lucida Console"/>
              <a:cs typeface="Lucida Consol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8700" y="4105275"/>
            <a:ext cx="5927725" cy="1098550"/>
            <a:chOff x="1028700" y="4105275"/>
            <a:chExt cx="5927725" cy="10985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4105275"/>
              <a:ext cx="190500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674" y="5045075"/>
              <a:ext cx="158750" cy="1587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39849" y="4006659"/>
            <a:ext cx="68516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2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7449" y="4633346"/>
            <a:ext cx="39179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90" dirty="0">
                <a:solidFill>
                  <a:srgbClr val="E9580C"/>
                </a:solidFill>
                <a:latin typeface="Lucida Console"/>
                <a:cs typeface="Lucida Console"/>
              </a:rPr>
              <a:t>h1</a:t>
            </a:r>
            <a:r>
              <a:rPr sz="1350" spc="-110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3269" y="4861946"/>
            <a:ext cx="27692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5" dirty="0">
                <a:solidFill>
                  <a:srgbClr val="0FB981"/>
                </a:solidFill>
                <a:latin typeface="Lucida Console"/>
                <a:cs typeface="Lucida Console"/>
              </a:rPr>
              <a:t>text-</a:t>
            </a:r>
            <a:r>
              <a:rPr sz="1350" spc="-100" dirty="0">
                <a:solidFill>
                  <a:srgbClr val="0FB981"/>
                </a:solidFill>
                <a:latin typeface="Lucida Console"/>
                <a:cs typeface="Lucida Console"/>
              </a:rPr>
              <a:t>shadow</a:t>
            </a:r>
            <a:r>
              <a:rPr sz="1350" spc="-10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350" spc="-80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350" spc="-100" dirty="0">
                <a:solidFill>
                  <a:srgbClr val="F59D0A"/>
                </a:solidFill>
                <a:latin typeface="Lucida Console"/>
                <a:cs typeface="Lucida Console"/>
              </a:rPr>
              <a:t>2px</a:t>
            </a:r>
            <a:r>
              <a:rPr sz="1350" spc="-75" dirty="0">
                <a:solidFill>
                  <a:srgbClr val="F59D0A"/>
                </a:solidFill>
                <a:latin typeface="Lucida Console"/>
                <a:cs typeface="Lucida Console"/>
              </a:rPr>
              <a:t> </a:t>
            </a:r>
            <a:r>
              <a:rPr sz="1350" spc="-100" dirty="0">
                <a:solidFill>
                  <a:srgbClr val="F59D0A"/>
                </a:solidFill>
                <a:latin typeface="Lucida Console"/>
                <a:cs typeface="Lucida Console"/>
              </a:rPr>
              <a:t>2px</a:t>
            </a:r>
            <a:r>
              <a:rPr sz="1350" spc="-75" dirty="0">
                <a:solidFill>
                  <a:srgbClr val="F59D0A"/>
                </a:solidFill>
                <a:latin typeface="Lucida Console"/>
                <a:cs typeface="Lucida Console"/>
              </a:rPr>
              <a:t> </a:t>
            </a:r>
            <a:r>
              <a:rPr sz="1350" spc="-100" dirty="0">
                <a:solidFill>
                  <a:srgbClr val="F59D0A"/>
                </a:solidFill>
                <a:latin typeface="Lucida Console"/>
                <a:cs typeface="Lucida Console"/>
              </a:rPr>
              <a:t>5px</a:t>
            </a:r>
            <a:r>
              <a:rPr sz="1350" spc="-75" dirty="0">
                <a:solidFill>
                  <a:srgbClr val="F59D0A"/>
                </a:solidFill>
                <a:latin typeface="Lucida Console"/>
                <a:cs typeface="Lucida Console"/>
              </a:rPr>
              <a:t> </a:t>
            </a:r>
            <a:r>
              <a:rPr sz="1350" spc="-65" dirty="0">
                <a:solidFill>
                  <a:srgbClr val="F59D0A"/>
                </a:solidFill>
                <a:latin typeface="Lucida Console"/>
                <a:cs typeface="Lucida Console"/>
              </a:rPr>
              <a:t>gray</a:t>
            </a:r>
            <a:r>
              <a:rPr sz="1350" spc="-6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7449" y="5090546"/>
            <a:ext cx="11683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424" y="2078761"/>
            <a:ext cx="177228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75" dirty="0">
                <a:solidFill>
                  <a:srgbClr val="292524"/>
                </a:solidFill>
                <a:latin typeface="Arial"/>
                <a:cs typeface="Arial"/>
              </a:rPr>
              <a:t>Penjelasan</a:t>
            </a:r>
            <a:r>
              <a:rPr sz="1950" b="1" spc="-4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55" dirty="0">
                <a:solidFill>
                  <a:srgbClr val="292524"/>
                </a:solidFill>
                <a:latin typeface="Arial"/>
                <a:cs typeface="Arial"/>
              </a:rPr>
              <a:t>Nilai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2900" y="3026675"/>
            <a:ext cx="36830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0" dirty="0">
                <a:solidFill>
                  <a:srgbClr val="FFFFFF"/>
                </a:solidFill>
                <a:latin typeface="Lucida Console"/>
                <a:cs typeface="Lucida Console"/>
              </a:rPr>
              <a:t>2px</a:t>
            </a:r>
            <a:endParaRPr sz="1650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5350" y="2907464"/>
            <a:ext cx="1946275" cy="498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75" dirty="0">
                <a:solidFill>
                  <a:srgbClr val="292524"/>
                </a:solidFill>
                <a:latin typeface="Arial"/>
                <a:cs typeface="Arial"/>
              </a:rPr>
              <a:t>Geser</a:t>
            </a:r>
            <a:r>
              <a:rPr sz="1450" b="1" spc="-2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Horizontal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Jarak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geser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bayangan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ke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kanan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2900" y="3674374"/>
            <a:ext cx="36830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0" dirty="0">
                <a:solidFill>
                  <a:srgbClr val="FFFFFF"/>
                </a:solidFill>
                <a:latin typeface="Lucida Console"/>
                <a:cs typeface="Lucida Console"/>
              </a:rPr>
              <a:t>2px</a:t>
            </a:r>
            <a:endParaRPr sz="165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5350" y="3555164"/>
            <a:ext cx="1979295" cy="498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75" dirty="0">
                <a:solidFill>
                  <a:srgbClr val="292524"/>
                </a:solidFill>
                <a:latin typeface="Arial"/>
                <a:cs typeface="Arial"/>
              </a:rPr>
              <a:t>Geser</a:t>
            </a:r>
            <a:r>
              <a:rPr sz="1450" b="1" spc="-2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Vertikal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Jarak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geser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bayangan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ke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bawah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92900" y="4322074"/>
            <a:ext cx="36830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0" dirty="0">
                <a:solidFill>
                  <a:srgbClr val="FFFFFF"/>
                </a:solidFill>
                <a:latin typeface="Lucida Console"/>
                <a:cs typeface="Lucida Console"/>
              </a:rPr>
              <a:t>5px</a:t>
            </a:r>
            <a:endParaRPr sz="165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5350" y="4202864"/>
            <a:ext cx="2051685" cy="498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80" dirty="0">
                <a:solidFill>
                  <a:srgbClr val="292524"/>
                </a:solidFill>
                <a:latin typeface="Arial"/>
                <a:cs typeface="Arial"/>
              </a:rPr>
              <a:t>Blur</a:t>
            </a: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 Bayangan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Tingkat</a:t>
            </a:r>
            <a:r>
              <a:rPr sz="12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efek</a:t>
            </a:r>
            <a:r>
              <a:rPr sz="12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blur</a:t>
            </a:r>
            <a:r>
              <a:rPr sz="12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pada</a:t>
            </a:r>
            <a:r>
              <a:rPr sz="12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bayangan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45350" y="4850564"/>
            <a:ext cx="2487930" cy="498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Warna</a:t>
            </a:r>
            <a:r>
              <a:rPr sz="1450" b="1" spc="-9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Bayangan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Warna</a:t>
            </a:r>
            <a:r>
              <a:rPr sz="120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yang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4A5462"/>
                </a:solidFill>
                <a:latin typeface="Lucida Sans Unicode"/>
                <a:cs typeface="Lucida Sans Unicode"/>
              </a:rPr>
              <a:t>digunakan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untuk</a:t>
            </a:r>
            <a:r>
              <a:rPr sz="120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bayangan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3E11-E065-932F-EC2E-6BC2BC0C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1B08A4-635C-CB65-6AE2-F9B85F24AC38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37264D7-E727-EF16-124B-75ABB3A0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0824" y="564918"/>
            <a:ext cx="472313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Uji</a:t>
            </a:r>
            <a:r>
              <a:rPr spc="-80" dirty="0"/>
              <a:t> </a:t>
            </a:r>
            <a:r>
              <a:rPr dirty="0" err="1">
                <a:solidFill>
                  <a:srgbClr val="E9580C"/>
                </a:solidFill>
              </a:rPr>
              <a:t>Praktek</a:t>
            </a:r>
            <a:endParaRPr spc="-180" dirty="0">
              <a:solidFill>
                <a:srgbClr val="E9580C"/>
              </a:solidFill>
            </a:endParaRPr>
          </a:p>
        </p:txBody>
      </p:sp>
      <p:pic>
        <p:nvPicPr>
          <p:cNvPr id="25" name="Gambar 24">
            <a:extLst>
              <a:ext uri="{FF2B5EF4-FFF2-40B4-BE49-F238E27FC236}">
                <a16:creationId xmlns:a16="http://schemas.microsoft.com/office/drawing/2014/main" id="{8D767E94-A021-A886-ADE5-714EC494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1177693"/>
            <a:ext cx="9108810" cy="569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01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45" dirty="0"/>
              <a:t> </a:t>
            </a:r>
            <a:r>
              <a:rPr spc="-35" dirty="0">
                <a:solidFill>
                  <a:srgbClr val="E9580C"/>
                </a:solidFill>
              </a:rPr>
              <a:t>white-</a:t>
            </a:r>
            <a:r>
              <a:rPr spc="-300" dirty="0">
                <a:solidFill>
                  <a:srgbClr val="E9580C"/>
                </a:solidFill>
              </a:rPr>
              <a:t>space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2008632"/>
            <a:ext cx="11546205" cy="3944620"/>
            <a:chOff x="332231" y="2008632"/>
            <a:chExt cx="11546205" cy="39446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2008632"/>
              <a:ext cx="11545823" cy="39441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686049"/>
              <a:ext cx="190500" cy="1143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87449" y="2587434"/>
            <a:ext cx="2220595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35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350">
              <a:latin typeface="Lucida Console"/>
              <a:cs typeface="Lucida Console"/>
            </a:endParaRPr>
          </a:p>
          <a:p>
            <a:pPr marL="378460">
              <a:lnSpc>
                <a:spcPct val="100000"/>
              </a:lnSpc>
              <a:spcBef>
                <a:spcPts val="180"/>
              </a:spcBef>
            </a:pPr>
            <a:r>
              <a:rPr sz="1350" spc="-105" dirty="0">
                <a:solidFill>
                  <a:srgbClr val="0FB981"/>
                </a:solidFill>
                <a:latin typeface="Lucida Console"/>
                <a:cs typeface="Lucida Console"/>
              </a:rPr>
              <a:t>white-</a:t>
            </a:r>
            <a:r>
              <a:rPr sz="1350" spc="-100" dirty="0">
                <a:solidFill>
                  <a:srgbClr val="0FB981"/>
                </a:solidFill>
                <a:latin typeface="Lucida Console"/>
                <a:cs typeface="Lucida Console"/>
              </a:rPr>
              <a:t>space</a:t>
            </a:r>
            <a:r>
              <a:rPr sz="1350" spc="-100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r>
              <a:rPr sz="1350" spc="-35" dirty="0">
                <a:solidFill>
                  <a:srgbClr val="F2F4F5"/>
                </a:solidFill>
                <a:latin typeface="Lucida Console"/>
                <a:cs typeface="Lucida Console"/>
              </a:rPr>
              <a:t> </a:t>
            </a:r>
            <a:r>
              <a:rPr sz="1350" spc="-85" dirty="0">
                <a:solidFill>
                  <a:srgbClr val="F59D0A"/>
                </a:solidFill>
                <a:latin typeface="Lucida Console"/>
                <a:cs typeface="Lucida Console"/>
              </a:rPr>
              <a:t>nowrap</a:t>
            </a:r>
            <a:r>
              <a:rPr sz="135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3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350">
              <a:latin typeface="Lucida Console"/>
              <a:cs typeface="Lucida Consol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54100" y="3371850"/>
            <a:ext cx="5956300" cy="1758950"/>
            <a:chOff x="1054100" y="3371850"/>
            <a:chExt cx="5956300" cy="17589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100" y="4899024"/>
              <a:ext cx="247650" cy="2317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9899" y="3371850"/>
              <a:ext cx="190500" cy="190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19899" y="4057649"/>
              <a:ext cx="190500" cy="1905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29424" y="4752974"/>
              <a:ext cx="171450" cy="1714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82724" y="4847907"/>
            <a:ext cx="412051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55" dirty="0">
                <a:solidFill>
                  <a:srgbClr val="374050"/>
                </a:solidFill>
                <a:latin typeface="Arial MT"/>
                <a:cs typeface="Arial MT"/>
              </a:rPr>
              <a:t>Mengatur</a:t>
            </a:r>
            <a:r>
              <a:rPr sz="1550" spc="-50" dirty="0">
                <a:solidFill>
                  <a:srgbClr val="374050"/>
                </a:solidFill>
                <a:latin typeface="Arial MT"/>
                <a:cs typeface="Arial MT"/>
              </a:rPr>
              <a:t> </a:t>
            </a:r>
            <a:r>
              <a:rPr sz="1550" b="1" spc="-165" dirty="0">
                <a:solidFill>
                  <a:srgbClr val="E9580C"/>
                </a:solidFill>
                <a:latin typeface="Tahoma"/>
                <a:cs typeface="Tahoma"/>
              </a:rPr>
              <a:t>bagaimana</a:t>
            </a:r>
            <a:r>
              <a:rPr sz="1550" b="1" spc="-7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50" b="1" spc="-145" dirty="0">
                <a:solidFill>
                  <a:srgbClr val="E9580C"/>
                </a:solidFill>
                <a:latin typeface="Tahoma"/>
                <a:cs typeface="Tahoma"/>
              </a:rPr>
              <a:t>spasi</a:t>
            </a:r>
            <a:r>
              <a:rPr sz="1550" b="1" spc="-7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50" b="1" spc="-155" dirty="0">
                <a:solidFill>
                  <a:srgbClr val="E9580C"/>
                </a:solidFill>
                <a:latin typeface="Tahoma"/>
                <a:cs typeface="Tahoma"/>
              </a:rPr>
              <a:t>pada</a:t>
            </a:r>
            <a:r>
              <a:rPr sz="1550" b="1" spc="-7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50" b="1" spc="-150" dirty="0">
                <a:solidFill>
                  <a:srgbClr val="E9580C"/>
                </a:solidFill>
                <a:latin typeface="Tahoma"/>
                <a:cs typeface="Tahoma"/>
              </a:rPr>
              <a:t>teks</a:t>
            </a:r>
            <a:r>
              <a:rPr sz="1550" b="1" spc="-70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50" spc="-25" dirty="0">
                <a:solidFill>
                  <a:srgbClr val="374050"/>
                </a:solidFill>
                <a:latin typeface="Arial MT"/>
                <a:cs typeface="Arial MT"/>
              </a:rPr>
              <a:t>ditampilkan.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21424" y="2326411"/>
            <a:ext cx="19030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70" dirty="0">
                <a:solidFill>
                  <a:srgbClr val="292524"/>
                </a:solidFill>
                <a:latin typeface="Arial"/>
                <a:cs typeface="Arial"/>
              </a:rPr>
              <a:t>Nilai</a:t>
            </a:r>
            <a:r>
              <a:rPr sz="1950" b="1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55" dirty="0">
                <a:solidFill>
                  <a:srgbClr val="292524"/>
                </a:solidFill>
                <a:latin typeface="Arial"/>
                <a:cs typeface="Arial"/>
              </a:rPr>
              <a:t>white-</a:t>
            </a:r>
            <a:r>
              <a:rPr sz="1950" b="1" spc="-70" dirty="0">
                <a:solidFill>
                  <a:srgbClr val="292524"/>
                </a:solidFill>
                <a:latin typeface="Arial"/>
                <a:cs typeface="Arial"/>
              </a:rPr>
              <a:t>space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21550" y="3155005"/>
            <a:ext cx="3608070" cy="18700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normal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Default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-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spasi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dan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baris 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baru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akan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otomatis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Arial MT"/>
                <a:cs typeface="Arial MT"/>
              </a:rPr>
              <a:t>digabungkan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50" b="1" spc="-10" dirty="0">
                <a:solidFill>
                  <a:srgbClr val="292524"/>
                </a:solidFill>
                <a:latin typeface="Arial"/>
                <a:cs typeface="Arial"/>
              </a:rPr>
              <a:t>nowrap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100" dirty="0">
                <a:solidFill>
                  <a:srgbClr val="4A5462"/>
                </a:solidFill>
                <a:latin typeface="Arial MT"/>
                <a:cs typeface="Arial MT"/>
              </a:rPr>
              <a:t>Teks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tidak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Arial MT"/>
                <a:cs typeface="Arial MT"/>
              </a:rPr>
              <a:t>turun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baris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-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semua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4A5462"/>
                </a:solidFill>
                <a:latin typeface="Arial MT"/>
                <a:cs typeface="Arial MT"/>
              </a:rPr>
              <a:t>teks 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dalam </a:t>
            </a:r>
            <a:r>
              <a:rPr sz="1200" spc="-50" dirty="0">
                <a:solidFill>
                  <a:srgbClr val="4A5462"/>
                </a:solidFill>
                <a:latin typeface="Arial MT"/>
                <a:cs typeface="Arial MT"/>
              </a:rPr>
              <a:t>satu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Arial MT"/>
                <a:cs typeface="Arial MT"/>
              </a:rPr>
              <a:t>baris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50" b="1" spc="-25" dirty="0">
                <a:solidFill>
                  <a:srgbClr val="292524"/>
                </a:solidFill>
                <a:latin typeface="Arial"/>
                <a:cs typeface="Arial"/>
              </a:rPr>
              <a:t>pre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Mempertahankan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Arial MT"/>
                <a:cs typeface="Arial MT"/>
              </a:rPr>
              <a:t>spasi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solidFill>
                  <a:srgbClr val="4A5462"/>
                </a:solidFill>
                <a:latin typeface="Arial MT"/>
                <a:cs typeface="Arial MT"/>
              </a:rPr>
              <a:t>dan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4A5462"/>
                </a:solidFill>
                <a:latin typeface="Arial MT"/>
                <a:cs typeface="Arial MT"/>
              </a:rPr>
              <a:t>baris</a:t>
            </a:r>
            <a:r>
              <a:rPr sz="1200" spc="-35" dirty="0">
                <a:solidFill>
                  <a:srgbClr val="4A5462"/>
                </a:solidFill>
                <a:latin typeface="Arial MT"/>
                <a:cs typeface="Arial MT"/>
              </a:rPr>
              <a:t> baru </a:t>
            </a:r>
            <a:r>
              <a:rPr sz="1200" spc="-75" dirty="0">
                <a:solidFill>
                  <a:srgbClr val="4A5462"/>
                </a:solidFill>
                <a:latin typeface="Arial MT"/>
                <a:cs typeface="Arial MT"/>
              </a:rPr>
              <a:t>sesuai</a:t>
            </a:r>
            <a:r>
              <a:rPr sz="1200" spc="-30" dirty="0">
                <a:solidFill>
                  <a:srgbClr val="4A546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Arial MT"/>
                <a:cs typeface="Arial MT"/>
              </a:rPr>
              <a:t>penulisan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D2ED-AA4C-DAF2-643A-6531D6EE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8441CBC-29D2-FA7E-AC95-1159BDD54295}"/>
              </a:ext>
            </a:extLst>
          </p:cNvPr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79485AA-08CA-6AF2-CA76-A0AC050B70C2}"/>
                </a:ext>
              </a:extLst>
            </p:cNvPr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64127DD-3D0C-E79A-E1D9-467E8F173C54}"/>
                </a:ext>
              </a:extLst>
            </p:cNvPr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3ACA613-40B8-ECCC-A389-156E1E4EB82E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1E98EA5-C9C2-8FCC-8ECC-C6DA21FE5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Uji</a:t>
            </a:r>
            <a:r>
              <a:rPr spc="-45" dirty="0"/>
              <a:t> </a:t>
            </a:r>
            <a:r>
              <a:rPr spc="-35" dirty="0" err="1">
                <a:solidFill>
                  <a:srgbClr val="E9580C"/>
                </a:solidFill>
              </a:rPr>
              <a:t>Praktek</a:t>
            </a:r>
            <a:endParaRPr spc="-300" dirty="0">
              <a:solidFill>
                <a:srgbClr val="E9580C"/>
              </a:solidFill>
            </a:endParaRPr>
          </a:p>
        </p:txBody>
      </p:sp>
      <p:pic>
        <p:nvPicPr>
          <p:cNvPr id="20" name="Gambar 19">
            <a:extLst>
              <a:ext uri="{FF2B5EF4-FFF2-40B4-BE49-F238E27FC236}">
                <a16:creationId xmlns:a16="http://schemas.microsoft.com/office/drawing/2014/main" id="{B83C7BD1-0EF0-591B-6950-713D31BC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29" y="1182685"/>
            <a:ext cx="9100822" cy="56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79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/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Property</a:t>
            </a:r>
            <a:r>
              <a:rPr spc="-105" dirty="0"/>
              <a:t> </a:t>
            </a:r>
            <a:r>
              <a:rPr spc="-175" dirty="0">
                <a:solidFill>
                  <a:srgbClr val="E9580C"/>
                </a:solidFill>
              </a:rPr>
              <a:t>direction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32231" y="2008632"/>
            <a:ext cx="11546205" cy="3907790"/>
            <a:chOff x="332231" y="2008632"/>
            <a:chExt cx="11546205" cy="39077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2008632"/>
              <a:ext cx="11545823" cy="39075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686049"/>
              <a:ext cx="190500" cy="1143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39849" y="2587434"/>
            <a:ext cx="68516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20" dirty="0">
                <a:solidFill>
                  <a:srgbClr val="292524"/>
                </a:solidFill>
                <a:latin typeface="Tahoma"/>
                <a:cs typeface="Tahoma"/>
              </a:rPr>
              <a:t>Contoh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449" y="3214121"/>
            <a:ext cx="3003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E9580C"/>
                </a:solidFill>
                <a:latin typeface="Lucida Console"/>
                <a:cs typeface="Lucida Console"/>
              </a:rPr>
              <a:t>p</a:t>
            </a:r>
            <a:r>
              <a:rPr sz="1350" spc="-195" dirty="0">
                <a:solidFill>
                  <a:srgbClr val="E9580C"/>
                </a:solidFill>
                <a:latin typeface="Lucida Console"/>
                <a:cs typeface="Lucida Console"/>
              </a:rPr>
              <a:t> </a:t>
            </a: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{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53269" y="3442721"/>
            <a:ext cx="9404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95" dirty="0">
                <a:solidFill>
                  <a:srgbClr val="0FB981"/>
                </a:solidFill>
                <a:latin typeface="Lucida Console"/>
                <a:cs typeface="Lucida Console"/>
              </a:rPr>
              <a:t>direction</a:t>
            </a:r>
            <a:r>
              <a:rPr sz="1350" spc="-95" dirty="0">
                <a:solidFill>
                  <a:srgbClr val="F2F4F5"/>
                </a:solidFill>
                <a:latin typeface="Lucida Console"/>
                <a:cs typeface="Lucida Console"/>
              </a:rPr>
              <a:t>: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59198" y="3442721"/>
            <a:ext cx="39179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85" dirty="0">
                <a:solidFill>
                  <a:srgbClr val="F59D0A"/>
                </a:solidFill>
                <a:latin typeface="Lucida Console"/>
                <a:cs typeface="Lucida Console"/>
              </a:rPr>
              <a:t>rtl</a:t>
            </a:r>
            <a:r>
              <a:rPr sz="1350" spc="-85" dirty="0">
                <a:solidFill>
                  <a:srgbClr val="F2F4F5"/>
                </a:solidFill>
                <a:latin typeface="Lucida Console"/>
                <a:cs typeface="Lucida Console"/>
              </a:rPr>
              <a:t>;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7449" y="3671321"/>
            <a:ext cx="11683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50" dirty="0">
                <a:solidFill>
                  <a:srgbClr val="F2F4F5"/>
                </a:solidFill>
                <a:latin typeface="Lucida Console"/>
                <a:cs typeface="Lucida Console"/>
              </a:rPr>
              <a:t>}</a:t>
            </a:r>
            <a:endParaRPr sz="1350">
              <a:latin typeface="Lucida Console"/>
              <a:cs typeface="Lucida Consol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8700" y="3425825"/>
            <a:ext cx="5965825" cy="1676400"/>
            <a:chOff x="1028700" y="3425825"/>
            <a:chExt cx="5965825" cy="16764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4899024"/>
              <a:ext cx="285750" cy="203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5774" y="3425825"/>
              <a:ext cx="158750" cy="1587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5774" y="4454525"/>
              <a:ext cx="158750" cy="1587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82724" y="4847907"/>
            <a:ext cx="275590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35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5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00" b="1" spc="-110" dirty="0">
                <a:solidFill>
                  <a:srgbClr val="E9580C"/>
                </a:solidFill>
                <a:latin typeface="Tahoma"/>
                <a:cs typeface="Tahoma"/>
              </a:rPr>
              <a:t>arah</a:t>
            </a:r>
            <a:r>
              <a:rPr sz="1500" b="1" spc="-6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00" b="1" spc="-120" dirty="0">
                <a:solidFill>
                  <a:srgbClr val="E9580C"/>
                </a:solidFill>
                <a:latin typeface="Tahoma"/>
                <a:cs typeface="Tahoma"/>
              </a:rPr>
              <a:t>teks</a:t>
            </a:r>
            <a:r>
              <a:rPr sz="1500" b="1" spc="-65" dirty="0">
                <a:solidFill>
                  <a:srgbClr val="E9580C"/>
                </a:solidFill>
                <a:latin typeface="Tahoma"/>
                <a:cs typeface="Tahoma"/>
              </a:rPr>
              <a:t> </a:t>
            </a:r>
            <a:r>
              <a:rPr sz="1550" spc="-140" dirty="0">
                <a:solidFill>
                  <a:srgbClr val="374050"/>
                </a:solidFill>
                <a:latin typeface="Lucida Sans Unicode"/>
                <a:cs typeface="Lucida Sans Unicode"/>
              </a:rPr>
              <a:t>pada</a:t>
            </a:r>
            <a:r>
              <a:rPr sz="15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5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elemen.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1424" y="2364511"/>
            <a:ext cx="154241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35" dirty="0">
                <a:solidFill>
                  <a:srgbClr val="292524"/>
                </a:solidFill>
                <a:latin typeface="Tahoma"/>
                <a:cs typeface="Tahoma"/>
              </a:rPr>
              <a:t>Nilai</a:t>
            </a:r>
            <a:r>
              <a:rPr sz="1950" b="1" spc="-40" dirty="0">
                <a:solidFill>
                  <a:srgbClr val="292524"/>
                </a:solidFill>
                <a:latin typeface="Tahoma"/>
                <a:cs typeface="Tahoma"/>
              </a:rPr>
              <a:t> </a:t>
            </a:r>
            <a:r>
              <a:rPr sz="1950" b="1" spc="-120" dirty="0">
                <a:solidFill>
                  <a:srgbClr val="292524"/>
                </a:solidFill>
                <a:latin typeface="Tahoma"/>
                <a:cs typeface="Tahoma"/>
              </a:rPr>
              <a:t>direction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21550" y="3216084"/>
            <a:ext cx="236854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70" dirty="0">
                <a:solidFill>
                  <a:srgbClr val="292524"/>
                </a:solidFill>
                <a:latin typeface="Tahoma"/>
                <a:cs typeface="Tahoma"/>
              </a:rPr>
              <a:t>ltr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21550" y="3508066"/>
            <a:ext cx="3369945" cy="5264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35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Kiri</a:t>
            </a:r>
            <a:r>
              <a:rPr sz="13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35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ke</a:t>
            </a:r>
            <a:r>
              <a:rPr sz="13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kanan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-110" dirty="0">
                <a:solidFill>
                  <a:srgbClr val="6A7280"/>
                </a:solidFill>
                <a:latin typeface="Lucida Sans Unicode"/>
                <a:cs typeface="Lucida Sans Unicode"/>
              </a:rPr>
              <a:t>Arah</a:t>
            </a:r>
            <a:r>
              <a:rPr sz="1200" spc="-65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6A7280"/>
                </a:solidFill>
                <a:latin typeface="Lucida Sans Unicode"/>
                <a:cs typeface="Lucida Sans Unicode"/>
              </a:rPr>
              <a:t>teks</a:t>
            </a:r>
            <a:r>
              <a:rPr sz="1200" spc="-65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00" dirty="0">
                <a:solidFill>
                  <a:srgbClr val="6A7280"/>
                </a:solidFill>
                <a:latin typeface="Lucida Sans Unicode"/>
                <a:cs typeface="Lucida Sans Unicode"/>
              </a:rPr>
              <a:t>standar</a:t>
            </a:r>
            <a:r>
              <a:rPr sz="1200" spc="-6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6A7280"/>
                </a:solidFill>
                <a:latin typeface="Lucida Sans Unicode"/>
                <a:cs typeface="Lucida Sans Unicode"/>
              </a:rPr>
              <a:t>untuk</a:t>
            </a:r>
            <a:r>
              <a:rPr sz="1200" spc="-65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6A7280"/>
                </a:solidFill>
                <a:latin typeface="Lucida Sans Unicode"/>
                <a:cs typeface="Lucida Sans Unicode"/>
              </a:rPr>
              <a:t>bahasa</a:t>
            </a:r>
            <a:r>
              <a:rPr sz="1200" spc="-6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6A7280"/>
                </a:solidFill>
                <a:latin typeface="Lucida Sans Unicode"/>
                <a:cs typeface="Lucida Sans Unicode"/>
              </a:rPr>
              <a:t>Indonesia</a:t>
            </a:r>
            <a:r>
              <a:rPr sz="1200" spc="-65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10" dirty="0">
                <a:solidFill>
                  <a:srgbClr val="6A7280"/>
                </a:solidFill>
                <a:latin typeface="Lucida Sans Unicode"/>
                <a:cs typeface="Lucida Sans Unicode"/>
              </a:rPr>
              <a:t>dan</a:t>
            </a:r>
            <a:r>
              <a:rPr sz="1200" spc="-6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90" dirty="0">
                <a:solidFill>
                  <a:srgbClr val="6A7280"/>
                </a:solidFill>
                <a:latin typeface="Lucida Sans Unicode"/>
                <a:cs typeface="Lucida Sans Unicode"/>
              </a:rPr>
              <a:t>Inggris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1550" y="4244784"/>
            <a:ext cx="23749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70" dirty="0">
                <a:solidFill>
                  <a:srgbClr val="292524"/>
                </a:solidFill>
                <a:latin typeface="Tahoma"/>
                <a:cs typeface="Tahoma"/>
              </a:rPr>
              <a:t>rtl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1550" y="4536766"/>
            <a:ext cx="2677160" cy="5264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35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Kanan</a:t>
            </a:r>
            <a:r>
              <a:rPr sz="135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35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ke</a:t>
            </a:r>
            <a:r>
              <a:rPr sz="13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kiri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-120" dirty="0">
                <a:solidFill>
                  <a:srgbClr val="6A7280"/>
                </a:solidFill>
                <a:latin typeface="Lucida Sans Unicode"/>
                <a:cs typeface="Lucida Sans Unicode"/>
              </a:rPr>
              <a:t>Digunakan</a:t>
            </a:r>
            <a:r>
              <a:rPr sz="1200" spc="-7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6A7280"/>
                </a:solidFill>
                <a:latin typeface="Lucida Sans Unicode"/>
                <a:cs typeface="Lucida Sans Unicode"/>
              </a:rPr>
              <a:t>untuk</a:t>
            </a:r>
            <a:r>
              <a:rPr sz="1200" spc="-7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6A7280"/>
                </a:solidFill>
                <a:latin typeface="Lucida Sans Unicode"/>
                <a:cs typeface="Lucida Sans Unicode"/>
              </a:rPr>
              <a:t>bahasa</a:t>
            </a:r>
            <a:r>
              <a:rPr sz="1200" spc="-7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6A7280"/>
                </a:solidFill>
                <a:latin typeface="Lucida Sans Unicode"/>
                <a:cs typeface="Lucida Sans Unicode"/>
              </a:rPr>
              <a:t>Arab,</a:t>
            </a:r>
            <a:r>
              <a:rPr sz="1200" spc="-65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105" dirty="0">
                <a:solidFill>
                  <a:srgbClr val="6A7280"/>
                </a:solidFill>
                <a:latin typeface="Lucida Sans Unicode"/>
                <a:cs typeface="Lucida Sans Unicode"/>
              </a:rPr>
              <a:t>Hebrew,</a:t>
            </a:r>
            <a:r>
              <a:rPr sz="1200" spc="-70" dirty="0">
                <a:solidFill>
                  <a:srgbClr val="6A7280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6A7280"/>
                </a:solidFill>
                <a:latin typeface="Lucida Sans Unicode"/>
                <a:cs typeface="Lucida Sans Unicode"/>
              </a:rPr>
              <a:t>dll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CEF2B-8114-8D93-D4D7-2C1263BF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1B455B6-A269-DEFC-BF85-2B3DD1B474E6}"/>
              </a:ext>
            </a:extLst>
          </p:cNvPr>
          <p:cNvGrpSpPr/>
          <p:nvPr/>
        </p:nvGrpSpPr>
        <p:grpSpPr>
          <a:xfrm>
            <a:off x="600455" y="533400"/>
            <a:ext cx="954405" cy="954405"/>
            <a:chOff x="600455" y="533400"/>
            <a:chExt cx="954405" cy="95440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88DF3DA-14A5-3859-9F4A-DAC1ED12D776}"/>
                </a:ext>
              </a:extLst>
            </p:cNvPr>
            <p:cNvSpPr/>
            <p:nvPr/>
          </p:nvSpPr>
          <p:spPr>
            <a:xfrm>
              <a:off x="600443" y="533411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5">
                  <a:moveTo>
                    <a:pt x="954024" y="0"/>
                  </a:moveTo>
                  <a:lnTo>
                    <a:pt x="771144" y="0"/>
                  </a:lnTo>
                  <a:lnTo>
                    <a:pt x="771144" y="228600"/>
                  </a:lnTo>
                  <a:lnTo>
                    <a:pt x="771144" y="533400"/>
                  </a:lnTo>
                  <a:lnTo>
                    <a:pt x="765035" y="574802"/>
                  </a:lnTo>
                  <a:lnTo>
                    <a:pt x="747090" y="612787"/>
                  </a:lnTo>
                  <a:lnTo>
                    <a:pt x="718870" y="643890"/>
                  </a:lnTo>
                  <a:lnTo>
                    <a:pt x="682955" y="665391"/>
                  </a:lnTo>
                  <a:lnTo>
                    <a:pt x="642353" y="675589"/>
                  </a:lnTo>
                  <a:lnTo>
                    <a:pt x="628269" y="676275"/>
                  </a:lnTo>
                  <a:lnTo>
                    <a:pt x="323469" y="676275"/>
                  </a:lnTo>
                  <a:lnTo>
                    <a:pt x="282067" y="670153"/>
                  </a:lnTo>
                  <a:lnTo>
                    <a:pt x="244081" y="652208"/>
                  </a:lnTo>
                  <a:lnTo>
                    <a:pt x="212979" y="623989"/>
                  </a:lnTo>
                  <a:lnTo>
                    <a:pt x="191477" y="588073"/>
                  </a:lnTo>
                  <a:lnTo>
                    <a:pt x="181279" y="547471"/>
                  </a:lnTo>
                  <a:lnTo>
                    <a:pt x="180594" y="533400"/>
                  </a:lnTo>
                  <a:lnTo>
                    <a:pt x="180594" y="228600"/>
                  </a:lnTo>
                  <a:lnTo>
                    <a:pt x="186715" y="187185"/>
                  </a:lnTo>
                  <a:lnTo>
                    <a:pt x="204660" y="149199"/>
                  </a:lnTo>
                  <a:lnTo>
                    <a:pt x="232879" y="118097"/>
                  </a:lnTo>
                  <a:lnTo>
                    <a:pt x="268795" y="96596"/>
                  </a:lnTo>
                  <a:lnTo>
                    <a:pt x="309397" y="86398"/>
                  </a:lnTo>
                  <a:lnTo>
                    <a:pt x="323469" y="85725"/>
                  </a:lnTo>
                  <a:lnTo>
                    <a:pt x="628269" y="85725"/>
                  </a:lnTo>
                  <a:lnTo>
                    <a:pt x="669683" y="91833"/>
                  </a:lnTo>
                  <a:lnTo>
                    <a:pt x="707669" y="109778"/>
                  </a:lnTo>
                  <a:lnTo>
                    <a:pt x="738771" y="137998"/>
                  </a:lnTo>
                  <a:lnTo>
                    <a:pt x="760272" y="173913"/>
                  </a:lnTo>
                  <a:lnTo>
                    <a:pt x="770470" y="214515"/>
                  </a:lnTo>
                  <a:lnTo>
                    <a:pt x="771144" y="228600"/>
                  </a:lnTo>
                  <a:lnTo>
                    <a:pt x="771144" y="0"/>
                  </a:lnTo>
                  <a:lnTo>
                    <a:pt x="0" y="0"/>
                  </a:lnTo>
                  <a:lnTo>
                    <a:pt x="0" y="954024"/>
                  </a:lnTo>
                  <a:lnTo>
                    <a:pt x="954024" y="954024"/>
                  </a:lnTo>
                  <a:lnTo>
                    <a:pt x="954024" y="676275"/>
                  </a:lnTo>
                  <a:lnTo>
                    <a:pt x="954024" y="85725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3903FEA-FC32-178F-011F-E38789AD5936}"/>
                </a:ext>
              </a:extLst>
            </p:cNvPr>
            <p:cNvSpPr/>
            <p:nvPr/>
          </p:nvSpPr>
          <p:spPr>
            <a:xfrm>
              <a:off x="771524" y="6095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457199" y="609599"/>
                  </a:moveTo>
                  <a:lnTo>
                    <a:pt x="152399" y="609599"/>
                  </a:lnTo>
                  <a:lnTo>
                    <a:pt x="144912" y="609416"/>
                  </a:lnTo>
                  <a:lnTo>
                    <a:pt x="101066" y="600695"/>
                  </a:lnTo>
                  <a:lnTo>
                    <a:pt x="61607" y="579604"/>
                  </a:lnTo>
                  <a:lnTo>
                    <a:pt x="29995" y="547992"/>
                  </a:lnTo>
                  <a:lnTo>
                    <a:pt x="8904" y="508533"/>
                  </a:lnTo>
                  <a:lnTo>
                    <a:pt x="183" y="464686"/>
                  </a:lnTo>
                  <a:lnTo>
                    <a:pt x="0" y="457199"/>
                  </a:lnTo>
                  <a:lnTo>
                    <a:pt x="0" y="152399"/>
                  </a:lnTo>
                  <a:lnTo>
                    <a:pt x="6560" y="108160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457199" y="0"/>
                  </a:lnTo>
                  <a:lnTo>
                    <a:pt x="501439" y="6560"/>
                  </a:lnTo>
                  <a:lnTo>
                    <a:pt x="541868" y="25683"/>
                  </a:lnTo>
                  <a:lnTo>
                    <a:pt x="575008" y="55717"/>
                  </a:lnTo>
                  <a:lnTo>
                    <a:pt x="597999" y="94078"/>
                  </a:lnTo>
                  <a:lnTo>
                    <a:pt x="608867" y="137462"/>
                  </a:lnTo>
                  <a:lnTo>
                    <a:pt x="609599" y="152399"/>
                  </a:lnTo>
                  <a:lnTo>
                    <a:pt x="609599" y="457199"/>
                  </a:lnTo>
                  <a:lnTo>
                    <a:pt x="603039" y="501439"/>
                  </a:lnTo>
                  <a:lnTo>
                    <a:pt x="583915" y="541868"/>
                  </a:lnTo>
                  <a:lnTo>
                    <a:pt x="553882" y="575008"/>
                  </a:lnTo>
                  <a:lnTo>
                    <a:pt x="515520" y="597999"/>
                  </a:lnTo>
                  <a:lnTo>
                    <a:pt x="472137" y="608867"/>
                  </a:lnTo>
                  <a:lnTo>
                    <a:pt x="457199" y="609599"/>
                  </a:lnTo>
                  <a:close/>
                </a:path>
              </a:pathLst>
            </a:custGeom>
            <a:solidFill>
              <a:srgbClr val="E958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133E7D4-1D86-6FDB-1F09-DE310176F9B2}"/>
              </a:ext>
            </a:extLst>
          </p:cNvPr>
          <p:cNvSpPr txBox="1"/>
          <p:nvPr/>
        </p:nvSpPr>
        <p:spPr>
          <a:xfrm>
            <a:off x="904527" y="749300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2E4A0F-A9EC-383C-C587-B78F872EA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150" dirty="0"/>
              <a:t>Uji</a:t>
            </a:r>
            <a:r>
              <a:rPr spc="-105" dirty="0"/>
              <a:t> </a:t>
            </a:r>
            <a:r>
              <a:rPr spc="-175" dirty="0" err="1">
                <a:solidFill>
                  <a:srgbClr val="E9580C"/>
                </a:solidFill>
              </a:rPr>
              <a:t>Praktek</a:t>
            </a:r>
            <a:endParaRPr spc="-175" dirty="0">
              <a:solidFill>
                <a:srgbClr val="E9580C"/>
              </a:solidFill>
            </a:endParaRPr>
          </a:p>
        </p:txBody>
      </p:sp>
      <p:pic>
        <p:nvPicPr>
          <p:cNvPr id="26" name="Gambar 25">
            <a:extLst>
              <a:ext uri="{FF2B5EF4-FFF2-40B4-BE49-F238E27FC236}">
                <a16:creationId xmlns:a16="http://schemas.microsoft.com/office/drawing/2014/main" id="{8EDF1F50-CE91-906F-46F3-E66279D79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29" y="1182685"/>
            <a:ext cx="9100822" cy="56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35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674" y="793749"/>
            <a:ext cx="241300" cy="241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35"/>
              </a:spcBef>
            </a:pPr>
            <a:r>
              <a:rPr spc="-225" dirty="0"/>
              <a:t>Kesimpulan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4" y="1497736"/>
            <a:ext cx="44742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Perbedaan</a:t>
            </a:r>
            <a:r>
              <a:rPr sz="1950" b="1" spc="-5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80" dirty="0">
                <a:solidFill>
                  <a:srgbClr val="292524"/>
                </a:solidFill>
                <a:latin typeface="Arial"/>
                <a:cs typeface="Arial"/>
              </a:rPr>
              <a:t>Font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80" dirty="0">
                <a:solidFill>
                  <a:srgbClr val="292524"/>
                </a:solidFill>
                <a:latin typeface="Arial"/>
                <a:cs typeface="Arial"/>
              </a:rPr>
              <a:t>Styling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35" dirty="0">
                <a:solidFill>
                  <a:srgbClr val="292524"/>
                </a:solidFill>
                <a:latin typeface="Arial"/>
                <a:cs typeface="Arial"/>
              </a:rPr>
              <a:t>dan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90" dirty="0">
                <a:solidFill>
                  <a:srgbClr val="292524"/>
                </a:solidFill>
                <a:latin typeface="Arial"/>
                <a:cs typeface="Arial"/>
              </a:rPr>
              <a:t>Text</a:t>
            </a:r>
            <a:r>
              <a:rPr sz="1950" b="1" spc="-4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Styling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2231" y="1792223"/>
            <a:ext cx="6059805" cy="4837430"/>
            <a:chOff x="332231" y="1792223"/>
            <a:chExt cx="6059805" cy="4837430"/>
          </a:xfrm>
        </p:grpSpPr>
        <p:sp>
          <p:nvSpPr>
            <p:cNvPr id="6" name="object 6"/>
            <p:cNvSpPr/>
            <p:nvPr/>
          </p:nvSpPr>
          <p:spPr>
            <a:xfrm>
              <a:off x="332231" y="1792223"/>
              <a:ext cx="6059805" cy="4837430"/>
            </a:xfrm>
            <a:custGeom>
              <a:avLst/>
              <a:gdLst/>
              <a:ahLst/>
              <a:cxnLst/>
              <a:rect l="l" t="t" r="r" b="b"/>
              <a:pathLst>
                <a:path w="6059805" h="4837430">
                  <a:moveTo>
                    <a:pt x="6059423" y="4837175"/>
                  </a:moveTo>
                  <a:lnTo>
                    <a:pt x="0" y="4837175"/>
                  </a:lnTo>
                  <a:lnTo>
                    <a:pt x="0" y="0"/>
                  </a:lnTo>
                  <a:lnTo>
                    <a:pt x="6059423" y="0"/>
                  </a:lnTo>
                  <a:lnTo>
                    <a:pt x="6059423" y="350900"/>
                  </a:lnTo>
                  <a:lnTo>
                    <a:pt x="667892" y="350900"/>
                  </a:lnTo>
                  <a:lnTo>
                    <a:pt x="657130" y="351164"/>
                  </a:lnTo>
                  <a:lnTo>
                    <a:pt x="614648" y="357468"/>
                  </a:lnTo>
                  <a:lnTo>
                    <a:pt x="574213" y="371938"/>
                  </a:lnTo>
                  <a:lnTo>
                    <a:pt x="537378" y="394019"/>
                  </a:lnTo>
                  <a:lnTo>
                    <a:pt x="505559" y="422862"/>
                  </a:lnTo>
                  <a:lnTo>
                    <a:pt x="479978" y="457359"/>
                  </a:lnTo>
                  <a:lnTo>
                    <a:pt x="461618" y="496183"/>
                  </a:lnTo>
                  <a:lnTo>
                    <a:pt x="451185" y="537843"/>
                  </a:lnTo>
                  <a:lnTo>
                    <a:pt x="448817" y="569975"/>
                  </a:lnTo>
                  <a:lnTo>
                    <a:pt x="448817" y="4075175"/>
                  </a:lnTo>
                  <a:lnTo>
                    <a:pt x="453027" y="4117914"/>
                  </a:lnTo>
                  <a:lnTo>
                    <a:pt x="465493" y="4159011"/>
                  </a:lnTo>
                  <a:lnTo>
                    <a:pt x="485738" y="4196886"/>
                  </a:lnTo>
                  <a:lnTo>
                    <a:pt x="512983" y="4230084"/>
                  </a:lnTo>
                  <a:lnTo>
                    <a:pt x="546181" y="4257329"/>
                  </a:lnTo>
                  <a:lnTo>
                    <a:pt x="584056" y="4277574"/>
                  </a:lnTo>
                  <a:lnTo>
                    <a:pt x="625153" y="4290040"/>
                  </a:lnTo>
                  <a:lnTo>
                    <a:pt x="667892" y="4294250"/>
                  </a:lnTo>
                  <a:lnTo>
                    <a:pt x="6059423" y="4294250"/>
                  </a:lnTo>
                  <a:lnTo>
                    <a:pt x="6059423" y="4837175"/>
                  </a:lnTo>
                  <a:close/>
                </a:path>
                <a:path w="6059805" h="4837430">
                  <a:moveTo>
                    <a:pt x="6059423" y="4294250"/>
                  </a:moveTo>
                  <a:lnTo>
                    <a:pt x="5392292" y="4294250"/>
                  </a:lnTo>
                  <a:lnTo>
                    <a:pt x="5403055" y="4293987"/>
                  </a:lnTo>
                  <a:lnTo>
                    <a:pt x="5413766" y="4293198"/>
                  </a:lnTo>
                  <a:lnTo>
                    <a:pt x="5455887" y="4284819"/>
                  </a:lnTo>
                  <a:lnTo>
                    <a:pt x="5495564" y="4268384"/>
                  </a:lnTo>
                  <a:lnTo>
                    <a:pt x="5531273" y="4244524"/>
                  </a:lnTo>
                  <a:lnTo>
                    <a:pt x="5561641" y="4214156"/>
                  </a:lnTo>
                  <a:lnTo>
                    <a:pt x="5585501" y="4178447"/>
                  </a:lnTo>
                  <a:lnTo>
                    <a:pt x="5601936" y="4138770"/>
                  </a:lnTo>
                  <a:lnTo>
                    <a:pt x="5610315" y="4096649"/>
                  </a:lnTo>
                  <a:lnTo>
                    <a:pt x="5611367" y="4075175"/>
                  </a:lnTo>
                  <a:lnTo>
                    <a:pt x="5611367" y="569975"/>
                  </a:lnTo>
                  <a:lnTo>
                    <a:pt x="5607157" y="527236"/>
                  </a:lnTo>
                  <a:lnTo>
                    <a:pt x="5594691" y="486139"/>
                  </a:lnTo>
                  <a:lnTo>
                    <a:pt x="5574446" y="448264"/>
                  </a:lnTo>
                  <a:lnTo>
                    <a:pt x="5547201" y="415066"/>
                  </a:lnTo>
                  <a:lnTo>
                    <a:pt x="5514003" y="387821"/>
                  </a:lnTo>
                  <a:lnTo>
                    <a:pt x="5476128" y="367576"/>
                  </a:lnTo>
                  <a:lnTo>
                    <a:pt x="5435032" y="355110"/>
                  </a:lnTo>
                  <a:lnTo>
                    <a:pt x="5392292" y="350900"/>
                  </a:lnTo>
                  <a:lnTo>
                    <a:pt x="6059423" y="350900"/>
                  </a:lnTo>
                  <a:lnTo>
                    <a:pt x="6059423" y="4294250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6287" y="2138362"/>
              <a:ext cx="5172075" cy="3952875"/>
            </a:xfrm>
            <a:custGeom>
              <a:avLst/>
              <a:gdLst/>
              <a:ahLst/>
              <a:cxnLst/>
              <a:rect l="l" t="t" r="r" b="b"/>
              <a:pathLst>
                <a:path w="5172075" h="3952875">
                  <a:moveTo>
                    <a:pt x="4955568" y="3952874"/>
                  </a:moveTo>
                  <a:lnTo>
                    <a:pt x="216506" y="3952874"/>
                  </a:lnTo>
                  <a:lnTo>
                    <a:pt x="209193" y="3952515"/>
                  </a:lnTo>
                  <a:lnTo>
                    <a:pt x="165876" y="3945364"/>
                  </a:lnTo>
                  <a:lnTo>
                    <a:pt x="124786" y="3929899"/>
                  </a:lnTo>
                  <a:lnTo>
                    <a:pt x="87503" y="3906716"/>
                  </a:lnTo>
                  <a:lnTo>
                    <a:pt x="55459" y="3876705"/>
                  </a:lnTo>
                  <a:lnTo>
                    <a:pt x="29886" y="3841018"/>
                  </a:lnTo>
                  <a:lnTo>
                    <a:pt x="11766" y="3801029"/>
                  </a:lnTo>
                  <a:lnTo>
                    <a:pt x="1796" y="3758272"/>
                  </a:lnTo>
                  <a:lnTo>
                    <a:pt x="0" y="3736367"/>
                  </a:lnTo>
                  <a:lnTo>
                    <a:pt x="0" y="37290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4955568" y="0"/>
                  </a:lnTo>
                  <a:lnTo>
                    <a:pt x="4999095" y="5730"/>
                  </a:lnTo>
                  <a:lnTo>
                    <a:pt x="5040668" y="19843"/>
                  </a:lnTo>
                  <a:lnTo>
                    <a:pt x="5078689" y="41795"/>
                  </a:lnTo>
                  <a:lnTo>
                    <a:pt x="5111697" y="70744"/>
                  </a:lnTo>
                  <a:lnTo>
                    <a:pt x="5138422" y="105574"/>
                  </a:lnTo>
                  <a:lnTo>
                    <a:pt x="5157841" y="144951"/>
                  </a:lnTo>
                  <a:lnTo>
                    <a:pt x="5169202" y="187358"/>
                  </a:lnTo>
                  <a:lnTo>
                    <a:pt x="5172074" y="216506"/>
                  </a:lnTo>
                  <a:lnTo>
                    <a:pt x="5172074" y="3736367"/>
                  </a:lnTo>
                  <a:lnTo>
                    <a:pt x="5166342" y="3779894"/>
                  </a:lnTo>
                  <a:lnTo>
                    <a:pt x="5152229" y="3821469"/>
                  </a:lnTo>
                  <a:lnTo>
                    <a:pt x="5130277" y="3859490"/>
                  </a:lnTo>
                  <a:lnTo>
                    <a:pt x="5101329" y="3892497"/>
                  </a:lnTo>
                  <a:lnTo>
                    <a:pt x="5066497" y="3919223"/>
                  </a:lnTo>
                  <a:lnTo>
                    <a:pt x="5027122" y="3938641"/>
                  </a:lnTo>
                  <a:lnTo>
                    <a:pt x="4984715" y="3950003"/>
                  </a:lnTo>
                  <a:lnTo>
                    <a:pt x="4962881" y="3952515"/>
                  </a:lnTo>
                  <a:lnTo>
                    <a:pt x="4955568" y="395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6287" y="2138362"/>
              <a:ext cx="5172075" cy="3952875"/>
            </a:xfrm>
            <a:custGeom>
              <a:avLst/>
              <a:gdLst/>
              <a:ahLst/>
              <a:cxnLst/>
              <a:rect l="l" t="t" r="r" b="b"/>
              <a:pathLst>
                <a:path w="5172075" h="3952875">
                  <a:moveTo>
                    <a:pt x="0" y="37290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359" y="209193"/>
                  </a:lnTo>
                  <a:lnTo>
                    <a:pt x="1077" y="201897"/>
                  </a:lnTo>
                  <a:lnTo>
                    <a:pt x="1796" y="194601"/>
                  </a:lnTo>
                  <a:lnTo>
                    <a:pt x="2870" y="187358"/>
                  </a:lnTo>
                  <a:lnTo>
                    <a:pt x="4300" y="180168"/>
                  </a:lnTo>
                  <a:lnTo>
                    <a:pt x="5731" y="172978"/>
                  </a:lnTo>
                  <a:lnTo>
                    <a:pt x="7510" y="165875"/>
                  </a:lnTo>
                  <a:lnTo>
                    <a:pt x="9638" y="158860"/>
                  </a:lnTo>
                  <a:lnTo>
                    <a:pt x="11766" y="151845"/>
                  </a:lnTo>
                  <a:lnTo>
                    <a:pt x="26430" y="118321"/>
                  </a:lnTo>
                  <a:lnTo>
                    <a:pt x="29886" y="111855"/>
                  </a:lnTo>
                  <a:lnTo>
                    <a:pt x="55459" y="76169"/>
                  </a:lnTo>
                  <a:lnTo>
                    <a:pt x="81836" y="50808"/>
                  </a:lnTo>
                  <a:lnTo>
                    <a:pt x="87503" y="46158"/>
                  </a:lnTo>
                  <a:lnTo>
                    <a:pt x="93384" y="41796"/>
                  </a:lnTo>
                  <a:lnTo>
                    <a:pt x="99479" y="37723"/>
                  </a:lnTo>
                  <a:lnTo>
                    <a:pt x="105575" y="33650"/>
                  </a:lnTo>
                  <a:lnTo>
                    <a:pt x="144951" y="14233"/>
                  </a:lnTo>
                  <a:lnTo>
                    <a:pt x="158860" y="9638"/>
                  </a:lnTo>
                  <a:lnTo>
                    <a:pt x="165876" y="7510"/>
                  </a:lnTo>
                  <a:lnTo>
                    <a:pt x="201897" y="1077"/>
                  </a:lnTo>
                  <a:lnTo>
                    <a:pt x="209193" y="359"/>
                  </a:lnTo>
                  <a:lnTo>
                    <a:pt x="216506" y="0"/>
                  </a:lnTo>
                  <a:lnTo>
                    <a:pt x="223837" y="0"/>
                  </a:lnTo>
                  <a:lnTo>
                    <a:pt x="4948237" y="0"/>
                  </a:lnTo>
                  <a:lnTo>
                    <a:pt x="4955568" y="0"/>
                  </a:lnTo>
                  <a:lnTo>
                    <a:pt x="4962881" y="359"/>
                  </a:lnTo>
                  <a:lnTo>
                    <a:pt x="4970177" y="1077"/>
                  </a:lnTo>
                  <a:lnTo>
                    <a:pt x="4977472" y="1796"/>
                  </a:lnTo>
                  <a:lnTo>
                    <a:pt x="5020228" y="11766"/>
                  </a:lnTo>
                  <a:lnTo>
                    <a:pt x="5033895" y="17038"/>
                  </a:lnTo>
                  <a:lnTo>
                    <a:pt x="5040668" y="19843"/>
                  </a:lnTo>
                  <a:lnTo>
                    <a:pt x="5078689" y="41796"/>
                  </a:lnTo>
                  <a:lnTo>
                    <a:pt x="5111697" y="70744"/>
                  </a:lnTo>
                  <a:lnTo>
                    <a:pt x="5138422" y="105575"/>
                  </a:lnTo>
                  <a:lnTo>
                    <a:pt x="5157841" y="144951"/>
                  </a:lnTo>
                  <a:lnTo>
                    <a:pt x="5162435" y="158860"/>
                  </a:lnTo>
                  <a:lnTo>
                    <a:pt x="5164563" y="165876"/>
                  </a:lnTo>
                  <a:lnTo>
                    <a:pt x="5171714" y="209193"/>
                  </a:lnTo>
                  <a:lnTo>
                    <a:pt x="5172074" y="223837"/>
                  </a:lnTo>
                  <a:lnTo>
                    <a:pt x="5172074" y="3729037"/>
                  </a:lnTo>
                  <a:lnTo>
                    <a:pt x="5167772" y="3772705"/>
                  </a:lnTo>
                  <a:lnTo>
                    <a:pt x="5166342" y="3779895"/>
                  </a:lnTo>
                  <a:lnTo>
                    <a:pt x="5155035" y="3814695"/>
                  </a:lnTo>
                  <a:lnTo>
                    <a:pt x="5152229" y="3821469"/>
                  </a:lnTo>
                  <a:lnTo>
                    <a:pt x="5134350" y="3853394"/>
                  </a:lnTo>
                  <a:lnTo>
                    <a:pt x="5130277" y="3859490"/>
                  </a:lnTo>
                  <a:lnTo>
                    <a:pt x="5106513" y="3887314"/>
                  </a:lnTo>
                  <a:lnTo>
                    <a:pt x="5101329" y="3892498"/>
                  </a:lnTo>
                  <a:lnTo>
                    <a:pt x="5072593" y="3915150"/>
                  </a:lnTo>
                  <a:lnTo>
                    <a:pt x="5066497" y="3919223"/>
                  </a:lnTo>
                  <a:lnTo>
                    <a:pt x="5033895" y="3935835"/>
                  </a:lnTo>
                  <a:lnTo>
                    <a:pt x="5027122" y="3938641"/>
                  </a:lnTo>
                  <a:lnTo>
                    <a:pt x="5020228" y="3941107"/>
                  </a:lnTo>
                  <a:lnTo>
                    <a:pt x="5013212" y="3943236"/>
                  </a:lnTo>
                  <a:lnTo>
                    <a:pt x="5006198" y="3945364"/>
                  </a:lnTo>
                  <a:lnTo>
                    <a:pt x="4999095" y="3947143"/>
                  </a:lnTo>
                  <a:lnTo>
                    <a:pt x="4991905" y="3948573"/>
                  </a:lnTo>
                  <a:lnTo>
                    <a:pt x="4984715" y="3950003"/>
                  </a:lnTo>
                  <a:lnTo>
                    <a:pt x="4977472" y="3951078"/>
                  </a:lnTo>
                  <a:lnTo>
                    <a:pt x="4970177" y="3951796"/>
                  </a:lnTo>
                  <a:lnTo>
                    <a:pt x="4962881" y="3952515"/>
                  </a:lnTo>
                  <a:lnTo>
                    <a:pt x="4955568" y="3952874"/>
                  </a:lnTo>
                  <a:lnTo>
                    <a:pt x="4948237" y="3952874"/>
                  </a:lnTo>
                  <a:lnTo>
                    <a:pt x="223837" y="3952874"/>
                  </a:lnTo>
                  <a:lnTo>
                    <a:pt x="216506" y="3952874"/>
                  </a:lnTo>
                  <a:lnTo>
                    <a:pt x="209193" y="3952515"/>
                  </a:lnTo>
                  <a:lnTo>
                    <a:pt x="201897" y="3951796"/>
                  </a:lnTo>
                  <a:lnTo>
                    <a:pt x="194601" y="3951078"/>
                  </a:lnTo>
                  <a:lnTo>
                    <a:pt x="187359" y="3950003"/>
                  </a:lnTo>
                  <a:lnTo>
                    <a:pt x="180168" y="3948573"/>
                  </a:lnTo>
                  <a:lnTo>
                    <a:pt x="172978" y="3947143"/>
                  </a:lnTo>
                  <a:lnTo>
                    <a:pt x="138178" y="3935835"/>
                  </a:lnTo>
                  <a:lnTo>
                    <a:pt x="131405" y="3933030"/>
                  </a:lnTo>
                  <a:lnTo>
                    <a:pt x="99479" y="3915150"/>
                  </a:lnTo>
                  <a:lnTo>
                    <a:pt x="93384" y="3911078"/>
                  </a:lnTo>
                  <a:lnTo>
                    <a:pt x="87503" y="3906716"/>
                  </a:lnTo>
                  <a:lnTo>
                    <a:pt x="81836" y="3902065"/>
                  </a:lnTo>
                  <a:lnTo>
                    <a:pt x="76169" y="3897415"/>
                  </a:lnTo>
                  <a:lnTo>
                    <a:pt x="70744" y="3892498"/>
                  </a:lnTo>
                  <a:lnTo>
                    <a:pt x="65560" y="3887314"/>
                  </a:lnTo>
                  <a:lnTo>
                    <a:pt x="60376" y="3882130"/>
                  </a:lnTo>
                  <a:lnTo>
                    <a:pt x="37723" y="3853394"/>
                  </a:lnTo>
                  <a:lnTo>
                    <a:pt x="33650" y="3847299"/>
                  </a:lnTo>
                  <a:lnTo>
                    <a:pt x="29886" y="3841018"/>
                  </a:lnTo>
                  <a:lnTo>
                    <a:pt x="26430" y="3834553"/>
                  </a:lnTo>
                  <a:lnTo>
                    <a:pt x="22974" y="3828088"/>
                  </a:lnTo>
                  <a:lnTo>
                    <a:pt x="19843" y="3821469"/>
                  </a:lnTo>
                  <a:lnTo>
                    <a:pt x="17038" y="3814695"/>
                  </a:lnTo>
                  <a:lnTo>
                    <a:pt x="14233" y="3807923"/>
                  </a:lnTo>
                  <a:lnTo>
                    <a:pt x="4300" y="3772705"/>
                  </a:lnTo>
                  <a:lnTo>
                    <a:pt x="2870" y="3765515"/>
                  </a:lnTo>
                  <a:lnTo>
                    <a:pt x="1796" y="3758272"/>
                  </a:lnTo>
                  <a:lnTo>
                    <a:pt x="1077" y="3750977"/>
                  </a:lnTo>
                  <a:lnTo>
                    <a:pt x="359" y="3743681"/>
                  </a:lnTo>
                  <a:lnTo>
                    <a:pt x="0" y="3736368"/>
                  </a:lnTo>
                  <a:lnTo>
                    <a:pt x="0" y="37290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9637" y="2762262"/>
              <a:ext cx="4705350" cy="19050"/>
            </a:xfrm>
            <a:custGeom>
              <a:avLst/>
              <a:gdLst/>
              <a:ahLst/>
              <a:cxnLst/>
              <a:rect l="l" t="t" r="r" b="b"/>
              <a:pathLst>
                <a:path w="4705350" h="19050">
                  <a:moveTo>
                    <a:pt x="4705350" y="0"/>
                  </a:moveTo>
                  <a:lnTo>
                    <a:pt x="1762125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762125" y="19050"/>
                  </a:lnTo>
                  <a:lnTo>
                    <a:pt x="4705350" y="19050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9637" y="3238512"/>
              <a:ext cx="4705350" cy="476250"/>
            </a:xfrm>
            <a:custGeom>
              <a:avLst/>
              <a:gdLst/>
              <a:ahLst/>
              <a:cxnLst/>
              <a:rect l="l" t="t" r="r" b="b"/>
              <a:pathLst>
                <a:path w="4705350" h="476250">
                  <a:moveTo>
                    <a:pt x="4705350" y="466725"/>
                  </a:moveTo>
                  <a:lnTo>
                    <a:pt x="1762125" y="466725"/>
                  </a:lnTo>
                  <a:lnTo>
                    <a:pt x="0" y="466725"/>
                  </a:lnTo>
                  <a:lnTo>
                    <a:pt x="0" y="476250"/>
                  </a:lnTo>
                  <a:lnTo>
                    <a:pt x="1762125" y="476250"/>
                  </a:lnTo>
                  <a:lnTo>
                    <a:pt x="4705350" y="476250"/>
                  </a:lnTo>
                  <a:lnTo>
                    <a:pt x="4705350" y="466725"/>
                  </a:lnTo>
                  <a:close/>
                </a:path>
                <a:path w="4705350" h="476250">
                  <a:moveTo>
                    <a:pt x="4705350" y="0"/>
                  </a:moveTo>
                  <a:lnTo>
                    <a:pt x="17621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762125" y="9525"/>
                  </a:lnTo>
                  <a:lnTo>
                    <a:pt x="4705350" y="9525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6475" y="2370283"/>
            <a:ext cx="101854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55" dirty="0">
                <a:solidFill>
                  <a:srgbClr val="E9580C"/>
                </a:solidFill>
                <a:latin typeface="Arial"/>
                <a:cs typeface="Arial"/>
              </a:rPr>
              <a:t>Font</a:t>
            </a:r>
            <a:r>
              <a:rPr sz="1450" b="1" spc="-3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450" b="1" spc="-45" dirty="0">
                <a:solidFill>
                  <a:srgbClr val="E9580C"/>
                </a:solidFill>
                <a:latin typeface="Arial"/>
                <a:cs typeface="Arial"/>
              </a:rPr>
              <a:t>Styling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5176" y="2370283"/>
            <a:ext cx="995044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60" dirty="0">
                <a:solidFill>
                  <a:srgbClr val="DB2525"/>
                </a:solidFill>
                <a:latin typeface="Arial"/>
                <a:cs typeface="Arial"/>
              </a:rPr>
              <a:t>Text</a:t>
            </a:r>
            <a:r>
              <a:rPr sz="1450" b="1" spc="-35" dirty="0">
                <a:solidFill>
                  <a:srgbClr val="DB2525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DB2525"/>
                </a:solidFill>
                <a:latin typeface="Arial"/>
                <a:cs typeface="Arial"/>
              </a:rPr>
              <a:t>Styling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6475" y="2879089"/>
            <a:ext cx="127127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25" dirty="0">
                <a:solidFill>
                  <a:srgbClr val="374050"/>
                </a:solidFill>
                <a:latin typeface="Lucida Sans Unicode"/>
                <a:cs typeface="Lucida Sans Unicode"/>
              </a:rPr>
              <a:t>Fokus</a:t>
            </a:r>
            <a:r>
              <a:rPr sz="1350" spc="-9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pada</a:t>
            </a:r>
            <a:r>
              <a:rPr sz="1350" spc="-9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374050"/>
                </a:solidFill>
                <a:latin typeface="Lucida Sans Unicode"/>
                <a:cs typeface="Lucida Sans Unicode"/>
              </a:rPr>
              <a:t>huruf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5176" y="2879089"/>
            <a:ext cx="183768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25" dirty="0">
                <a:solidFill>
                  <a:srgbClr val="374050"/>
                </a:solidFill>
                <a:latin typeface="Lucida Sans Unicode"/>
                <a:cs typeface="Lucida Sans Unicode"/>
              </a:rPr>
              <a:t>Fokus</a:t>
            </a:r>
            <a:r>
              <a:rPr sz="1350" spc="-8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05" dirty="0">
                <a:solidFill>
                  <a:srgbClr val="374050"/>
                </a:solidFill>
                <a:latin typeface="Lucida Sans Unicode"/>
                <a:cs typeface="Lucida Sans Unicode"/>
              </a:rPr>
              <a:t>pada</a:t>
            </a:r>
            <a:r>
              <a:rPr sz="1350" spc="-8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tampilan</a:t>
            </a:r>
            <a:r>
              <a:rPr sz="1350" spc="-7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85" dirty="0">
                <a:solidFill>
                  <a:srgbClr val="374050"/>
                </a:solidFill>
                <a:latin typeface="Lucida Sans Unicode"/>
                <a:cs typeface="Lucida Sans Unicode"/>
              </a:rPr>
              <a:t>teks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6475" y="3345815"/>
            <a:ext cx="10496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350" spc="-4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75" dirty="0">
                <a:solidFill>
                  <a:srgbClr val="374050"/>
                </a:solidFill>
                <a:latin typeface="Lucida Sans Unicode"/>
                <a:cs typeface="Lucida Sans Unicode"/>
              </a:rPr>
              <a:t>font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5176" y="3345815"/>
            <a:ext cx="212534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Mengatur</a:t>
            </a:r>
            <a:r>
              <a:rPr sz="1350" spc="-75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14" dirty="0">
                <a:solidFill>
                  <a:srgbClr val="374050"/>
                </a:solidFill>
                <a:latin typeface="Lucida Sans Unicode"/>
                <a:cs typeface="Lucida Sans Unicode"/>
              </a:rPr>
              <a:t>posisi</a:t>
            </a:r>
            <a:r>
              <a:rPr sz="1350" spc="-7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110" dirty="0">
                <a:solidFill>
                  <a:srgbClr val="374050"/>
                </a:solidFill>
                <a:latin typeface="Lucida Sans Unicode"/>
                <a:cs typeface="Lucida Sans Unicode"/>
              </a:rPr>
              <a:t>dan</a:t>
            </a:r>
            <a:r>
              <a:rPr sz="1350" spc="-70" dirty="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sz="1350" spc="-90" dirty="0">
                <a:solidFill>
                  <a:srgbClr val="374050"/>
                </a:solidFill>
                <a:latin typeface="Lucida Sans Unicode"/>
                <a:cs typeface="Lucida Sans Unicode"/>
              </a:rPr>
              <a:t>dekorasi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5224" y="1497736"/>
            <a:ext cx="36487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35" dirty="0">
                <a:solidFill>
                  <a:srgbClr val="292524"/>
                </a:solidFill>
                <a:latin typeface="Arial"/>
                <a:cs typeface="Arial"/>
              </a:rPr>
              <a:t>Property</a:t>
            </a:r>
            <a:r>
              <a:rPr sz="1950" b="1" spc="-9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25" dirty="0">
                <a:solidFill>
                  <a:srgbClr val="292524"/>
                </a:solidFill>
                <a:latin typeface="Arial"/>
                <a:cs typeface="Arial"/>
              </a:rPr>
              <a:t>yang</a:t>
            </a:r>
            <a:r>
              <a:rPr sz="1950" b="1" spc="-70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90" dirty="0">
                <a:solidFill>
                  <a:srgbClr val="292524"/>
                </a:solidFill>
                <a:latin typeface="Arial"/>
                <a:cs typeface="Arial"/>
              </a:rPr>
              <a:t>Sering</a:t>
            </a:r>
            <a:r>
              <a:rPr sz="1950" b="1" spc="-4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950" b="1" spc="-65" dirty="0">
                <a:solidFill>
                  <a:srgbClr val="292524"/>
                </a:solidFill>
                <a:latin typeface="Arial"/>
                <a:cs typeface="Arial"/>
              </a:rPr>
              <a:t>Digunakan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18631" y="1716023"/>
            <a:ext cx="6059805" cy="4913630"/>
            <a:chOff x="5818631" y="1716023"/>
            <a:chExt cx="6059805" cy="4913630"/>
          </a:xfrm>
        </p:grpSpPr>
        <p:sp>
          <p:nvSpPr>
            <p:cNvPr id="21" name="object 21"/>
            <p:cNvSpPr/>
            <p:nvPr/>
          </p:nvSpPr>
          <p:spPr>
            <a:xfrm>
              <a:off x="5818631" y="1716023"/>
              <a:ext cx="6059805" cy="4913630"/>
            </a:xfrm>
            <a:custGeom>
              <a:avLst/>
              <a:gdLst/>
              <a:ahLst/>
              <a:cxnLst/>
              <a:rect l="l" t="t" r="r" b="b"/>
              <a:pathLst>
                <a:path w="6059805" h="4913630">
                  <a:moveTo>
                    <a:pt x="6059423" y="4913375"/>
                  </a:moveTo>
                  <a:lnTo>
                    <a:pt x="0" y="4913375"/>
                  </a:lnTo>
                  <a:lnTo>
                    <a:pt x="0" y="0"/>
                  </a:lnTo>
                  <a:lnTo>
                    <a:pt x="6059423" y="0"/>
                  </a:lnTo>
                  <a:lnTo>
                    <a:pt x="6059423" y="350900"/>
                  </a:lnTo>
                  <a:lnTo>
                    <a:pt x="667892" y="350900"/>
                  </a:lnTo>
                  <a:lnTo>
                    <a:pt x="657130" y="351164"/>
                  </a:lnTo>
                  <a:lnTo>
                    <a:pt x="614648" y="357468"/>
                  </a:lnTo>
                  <a:lnTo>
                    <a:pt x="574213" y="371938"/>
                  </a:lnTo>
                  <a:lnTo>
                    <a:pt x="537377" y="394019"/>
                  </a:lnTo>
                  <a:lnTo>
                    <a:pt x="505558" y="422862"/>
                  </a:lnTo>
                  <a:lnTo>
                    <a:pt x="479977" y="457359"/>
                  </a:lnTo>
                  <a:lnTo>
                    <a:pt x="461617" y="496183"/>
                  </a:lnTo>
                  <a:lnTo>
                    <a:pt x="451185" y="537843"/>
                  </a:lnTo>
                  <a:lnTo>
                    <a:pt x="448817" y="569975"/>
                  </a:lnTo>
                  <a:lnTo>
                    <a:pt x="448817" y="4151375"/>
                  </a:lnTo>
                  <a:lnTo>
                    <a:pt x="453026" y="4194114"/>
                  </a:lnTo>
                  <a:lnTo>
                    <a:pt x="465493" y="4235211"/>
                  </a:lnTo>
                  <a:lnTo>
                    <a:pt x="485738" y="4273086"/>
                  </a:lnTo>
                  <a:lnTo>
                    <a:pt x="512982" y="4306284"/>
                  </a:lnTo>
                  <a:lnTo>
                    <a:pt x="546180" y="4333529"/>
                  </a:lnTo>
                  <a:lnTo>
                    <a:pt x="584055" y="4353774"/>
                  </a:lnTo>
                  <a:lnTo>
                    <a:pt x="625152" y="4366240"/>
                  </a:lnTo>
                  <a:lnTo>
                    <a:pt x="667892" y="4370450"/>
                  </a:lnTo>
                  <a:lnTo>
                    <a:pt x="6059423" y="4370450"/>
                  </a:lnTo>
                  <a:lnTo>
                    <a:pt x="6059423" y="4913375"/>
                  </a:lnTo>
                  <a:close/>
                </a:path>
                <a:path w="6059805" h="4913630">
                  <a:moveTo>
                    <a:pt x="6059423" y="4370450"/>
                  </a:moveTo>
                  <a:lnTo>
                    <a:pt x="5392292" y="4370450"/>
                  </a:lnTo>
                  <a:lnTo>
                    <a:pt x="5403055" y="4370187"/>
                  </a:lnTo>
                  <a:lnTo>
                    <a:pt x="5413765" y="4369398"/>
                  </a:lnTo>
                  <a:lnTo>
                    <a:pt x="5455886" y="4361019"/>
                  </a:lnTo>
                  <a:lnTo>
                    <a:pt x="5495563" y="4344584"/>
                  </a:lnTo>
                  <a:lnTo>
                    <a:pt x="5531273" y="4320724"/>
                  </a:lnTo>
                  <a:lnTo>
                    <a:pt x="5561640" y="4290356"/>
                  </a:lnTo>
                  <a:lnTo>
                    <a:pt x="5585500" y="4254647"/>
                  </a:lnTo>
                  <a:lnTo>
                    <a:pt x="5601935" y="4214970"/>
                  </a:lnTo>
                  <a:lnTo>
                    <a:pt x="5610314" y="4172849"/>
                  </a:lnTo>
                  <a:lnTo>
                    <a:pt x="5611367" y="4151375"/>
                  </a:lnTo>
                  <a:lnTo>
                    <a:pt x="5611367" y="569975"/>
                  </a:lnTo>
                  <a:lnTo>
                    <a:pt x="5607156" y="527236"/>
                  </a:lnTo>
                  <a:lnTo>
                    <a:pt x="5594690" y="486139"/>
                  </a:lnTo>
                  <a:lnTo>
                    <a:pt x="5574445" y="448264"/>
                  </a:lnTo>
                  <a:lnTo>
                    <a:pt x="5547201" y="415066"/>
                  </a:lnTo>
                  <a:lnTo>
                    <a:pt x="5514003" y="387821"/>
                  </a:lnTo>
                  <a:lnTo>
                    <a:pt x="5476127" y="367576"/>
                  </a:lnTo>
                  <a:lnTo>
                    <a:pt x="5435030" y="355110"/>
                  </a:lnTo>
                  <a:lnTo>
                    <a:pt x="5392292" y="350900"/>
                  </a:lnTo>
                  <a:lnTo>
                    <a:pt x="6059423" y="350900"/>
                  </a:lnTo>
                  <a:lnTo>
                    <a:pt x="6059423" y="4370450"/>
                  </a:lnTo>
                  <a:close/>
                </a:path>
              </a:pathLst>
            </a:custGeom>
            <a:solidFill>
              <a:srgbClr val="E9580C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2686" y="2062162"/>
              <a:ext cx="5172075" cy="4029075"/>
            </a:xfrm>
            <a:custGeom>
              <a:avLst/>
              <a:gdLst/>
              <a:ahLst/>
              <a:cxnLst/>
              <a:rect l="l" t="t" r="r" b="b"/>
              <a:pathLst>
                <a:path w="5172075" h="4029075">
                  <a:moveTo>
                    <a:pt x="4955568" y="4029074"/>
                  </a:moveTo>
                  <a:lnTo>
                    <a:pt x="216506" y="4029074"/>
                  </a:lnTo>
                  <a:lnTo>
                    <a:pt x="209192" y="4028715"/>
                  </a:lnTo>
                  <a:lnTo>
                    <a:pt x="165875" y="4021564"/>
                  </a:lnTo>
                  <a:lnTo>
                    <a:pt x="124785" y="4006099"/>
                  </a:lnTo>
                  <a:lnTo>
                    <a:pt x="87502" y="3982916"/>
                  </a:lnTo>
                  <a:lnTo>
                    <a:pt x="55459" y="3952905"/>
                  </a:lnTo>
                  <a:lnTo>
                    <a:pt x="29886" y="3917218"/>
                  </a:lnTo>
                  <a:lnTo>
                    <a:pt x="11766" y="3877229"/>
                  </a:lnTo>
                  <a:lnTo>
                    <a:pt x="1796" y="3834472"/>
                  </a:lnTo>
                  <a:lnTo>
                    <a:pt x="0" y="3812567"/>
                  </a:lnTo>
                  <a:lnTo>
                    <a:pt x="0" y="38052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4" y="131405"/>
                  </a:lnTo>
                  <a:lnTo>
                    <a:pt x="41795" y="93384"/>
                  </a:lnTo>
                  <a:lnTo>
                    <a:pt x="70743" y="60376"/>
                  </a:lnTo>
                  <a:lnTo>
                    <a:pt x="105574" y="33650"/>
                  </a:lnTo>
                  <a:lnTo>
                    <a:pt x="144950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4955568" y="0"/>
                  </a:lnTo>
                  <a:lnTo>
                    <a:pt x="4999095" y="5731"/>
                  </a:lnTo>
                  <a:lnTo>
                    <a:pt x="5040666" y="19843"/>
                  </a:lnTo>
                  <a:lnTo>
                    <a:pt x="5078688" y="41795"/>
                  </a:lnTo>
                  <a:lnTo>
                    <a:pt x="5111696" y="70744"/>
                  </a:lnTo>
                  <a:lnTo>
                    <a:pt x="5138422" y="105575"/>
                  </a:lnTo>
                  <a:lnTo>
                    <a:pt x="5157840" y="144951"/>
                  </a:lnTo>
                  <a:lnTo>
                    <a:pt x="5169203" y="187358"/>
                  </a:lnTo>
                  <a:lnTo>
                    <a:pt x="5172075" y="216506"/>
                  </a:lnTo>
                  <a:lnTo>
                    <a:pt x="5172075" y="3812567"/>
                  </a:lnTo>
                  <a:lnTo>
                    <a:pt x="5166342" y="3856094"/>
                  </a:lnTo>
                  <a:lnTo>
                    <a:pt x="5152230" y="3897669"/>
                  </a:lnTo>
                  <a:lnTo>
                    <a:pt x="5130275" y="3935690"/>
                  </a:lnTo>
                  <a:lnTo>
                    <a:pt x="5101330" y="3968697"/>
                  </a:lnTo>
                  <a:lnTo>
                    <a:pt x="5066498" y="3995423"/>
                  </a:lnTo>
                  <a:lnTo>
                    <a:pt x="5027120" y="4014841"/>
                  </a:lnTo>
                  <a:lnTo>
                    <a:pt x="4984715" y="4026203"/>
                  </a:lnTo>
                  <a:lnTo>
                    <a:pt x="4962881" y="4028715"/>
                  </a:lnTo>
                  <a:lnTo>
                    <a:pt x="4955568" y="4029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2686" y="2062162"/>
              <a:ext cx="5172075" cy="4029075"/>
            </a:xfrm>
            <a:custGeom>
              <a:avLst/>
              <a:gdLst/>
              <a:ahLst/>
              <a:cxnLst/>
              <a:rect l="l" t="t" r="r" b="b"/>
              <a:pathLst>
                <a:path w="5172075" h="4029075">
                  <a:moveTo>
                    <a:pt x="0" y="3805237"/>
                  </a:moveTo>
                  <a:lnTo>
                    <a:pt x="0" y="223837"/>
                  </a:lnTo>
                  <a:lnTo>
                    <a:pt x="0" y="216506"/>
                  </a:lnTo>
                  <a:lnTo>
                    <a:pt x="359" y="209193"/>
                  </a:lnTo>
                  <a:lnTo>
                    <a:pt x="1077" y="201897"/>
                  </a:lnTo>
                  <a:lnTo>
                    <a:pt x="1796" y="194601"/>
                  </a:lnTo>
                  <a:lnTo>
                    <a:pt x="2870" y="187359"/>
                  </a:lnTo>
                  <a:lnTo>
                    <a:pt x="4300" y="180168"/>
                  </a:lnTo>
                  <a:lnTo>
                    <a:pt x="5731" y="172978"/>
                  </a:lnTo>
                  <a:lnTo>
                    <a:pt x="19844" y="131405"/>
                  </a:lnTo>
                  <a:lnTo>
                    <a:pt x="41795" y="93384"/>
                  </a:lnTo>
                  <a:lnTo>
                    <a:pt x="70743" y="60376"/>
                  </a:lnTo>
                  <a:lnTo>
                    <a:pt x="81836" y="50808"/>
                  </a:lnTo>
                  <a:lnTo>
                    <a:pt x="87502" y="46157"/>
                  </a:lnTo>
                  <a:lnTo>
                    <a:pt x="93383" y="41796"/>
                  </a:lnTo>
                  <a:lnTo>
                    <a:pt x="99479" y="37723"/>
                  </a:lnTo>
                  <a:lnTo>
                    <a:pt x="105574" y="33650"/>
                  </a:lnTo>
                  <a:lnTo>
                    <a:pt x="144950" y="14233"/>
                  </a:lnTo>
                  <a:lnTo>
                    <a:pt x="158860" y="9638"/>
                  </a:lnTo>
                  <a:lnTo>
                    <a:pt x="165875" y="7510"/>
                  </a:lnTo>
                  <a:lnTo>
                    <a:pt x="201897" y="1077"/>
                  </a:lnTo>
                  <a:lnTo>
                    <a:pt x="209192" y="359"/>
                  </a:lnTo>
                  <a:lnTo>
                    <a:pt x="216506" y="0"/>
                  </a:lnTo>
                  <a:lnTo>
                    <a:pt x="223837" y="0"/>
                  </a:lnTo>
                  <a:lnTo>
                    <a:pt x="4948237" y="0"/>
                  </a:lnTo>
                  <a:lnTo>
                    <a:pt x="4955568" y="0"/>
                  </a:lnTo>
                  <a:lnTo>
                    <a:pt x="4962881" y="359"/>
                  </a:lnTo>
                  <a:lnTo>
                    <a:pt x="4970176" y="1077"/>
                  </a:lnTo>
                  <a:lnTo>
                    <a:pt x="4977472" y="1796"/>
                  </a:lnTo>
                  <a:lnTo>
                    <a:pt x="5020228" y="11766"/>
                  </a:lnTo>
                  <a:lnTo>
                    <a:pt x="5053752" y="26430"/>
                  </a:lnTo>
                  <a:lnTo>
                    <a:pt x="5060218" y="29886"/>
                  </a:lnTo>
                  <a:lnTo>
                    <a:pt x="5066498" y="33650"/>
                  </a:lnTo>
                  <a:lnTo>
                    <a:pt x="5072592" y="37723"/>
                  </a:lnTo>
                  <a:lnTo>
                    <a:pt x="5078688" y="41796"/>
                  </a:lnTo>
                  <a:lnTo>
                    <a:pt x="5084569" y="46157"/>
                  </a:lnTo>
                  <a:lnTo>
                    <a:pt x="5090236" y="50808"/>
                  </a:lnTo>
                  <a:lnTo>
                    <a:pt x="5095904" y="55459"/>
                  </a:lnTo>
                  <a:lnTo>
                    <a:pt x="5101330" y="60376"/>
                  </a:lnTo>
                  <a:lnTo>
                    <a:pt x="5106512" y="65560"/>
                  </a:lnTo>
                  <a:lnTo>
                    <a:pt x="5111696" y="70744"/>
                  </a:lnTo>
                  <a:lnTo>
                    <a:pt x="5138422" y="105575"/>
                  </a:lnTo>
                  <a:lnTo>
                    <a:pt x="5155034" y="138178"/>
                  </a:lnTo>
                  <a:lnTo>
                    <a:pt x="5157840" y="144951"/>
                  </a:lnTo>
                  <a:lnTo>
                    <a:pt x="5167772" y="180168"/>
                  </a:lnTo>
                  <a:lnTo>
                    <a:pt x="5169203" y="187359"/>
                  </a:lnTo>
                  <a:lnTo>
                    <a:pt x="5170278" y="194601"/>
                  </a:lnTo>
                  <a:lnTo>
                    <a:pt x="5170995" y="201897"/>
                  </a:lnTo>
                  <a:lnTo>
                    <a:pt x="5171715" y="209193"/>
                  </a:lnTo>
                  <a:lnTo>
                    <a:pt x="5172075" y="216506"/>
                  </a:lnTo>
                  <a:lnTo>
                    <a:pt x="5172074" y="223837"/>
                  </a:lnTo>
                  <a:lnTo>
                    <a:pt x="5172074" y="3805237"/>
                  </a:lnTo>
                  <a:lnTo>
                    <a:pt x="5172075" y="3812568"/>
                  </a:lnTo>
                  <a:lnTo>
                    <a:pt x="5171715" y="3819881"/>
                  </a:lnTo>
                  <a:lnTo>
                    <a:pt x="5170995" y="3827177"/>
                  </a:lnTo>
                  <a:lnTo>
                    <a:pt x="5170278" y="3834472"/>
                  </a:lnTo>
                  <a:lnTo>
                    <a:pt x="5169203" y="3841715"/>
                  </a:lnTo>
                  <a:lnTo>
                    <a:pt x="5167772" y="3848905"/>
                  </a:lnTo>
                  <a:lnTo>
                    <a:pt x="5166342" y="3856095"/>
                  </a:lnTo>
                  <a:lnTo>
                    <a:pt x="5155034" y="3890895"/>
                  </a:lnTo>
                  <a:lnTo>
                    <a:pt x="5152230" y="3897669"/>
                  </a:lnTo>
                  <a:lnTo>
                    <a:pt x="5134349" y="3929594"/>
                  </a:lnTo>
                  <a:lnTo>
                    <a:pt x="5130275" y="3935690"/>
                  </a:lnTo>
                  <a:lnTo>
                    <a:pt x="5125914" y="3941572"/>
                  </a:lnTo>
                  <a:lnTo>
                    <a:pt x="5121263" y="3947239"/>
                  </a:lnTo>
                  <a:lnTo>
                    <a:pt x="5116614" y="3952905"/>
                  </a:lnTo>
                  <a:lnTo>
                    <a:pt x="5111696" y="3958330"/>
                  </a:lnTo>
                  <a:lnTo>
                    <a:pt x="5106512" y="3963514"/>
                  </a:lnTo>
                  <a:lnTo>
                    <a:pt x="5101330" y="3968698"/>
                  </a:lnTo>
                  <a:lnTo>
                    <a:pt x="5095904" y="3973615"/>
                  </a:lnTo>
                  <a:lnTo>
                    <a:pt x="5090236" y="3978266"/>
                  </a:lnTo>
                  <a:lnTo>
                    <a:pt x="5084569" y="3982916"/>
                  </a:lnTo>
                  <a:lnTo>
                    <a:pt x="5078688" y="3987278"/>
                  </a:lnTo>
                  <a:lnTo>
                    <a:pt x="5072592" y="3991350"/>
                  </a:lnTo>
                  <a:lnTo>
                    <a:pt x="5066498" y="3995423"/>
                  </a:lnTo>
                  <a:lnTo>
                    <a:pt x="5033893" y="4012035"/>
                  </a:lnTo>
                  <a:lnTo>
                    <a:pt x="5027120" y="4014841"/>
                  </a:lnTo>
                  <a:lnTo>
                    <a:pt x="4991905" y="4024773"/>
                  </a:lnTo>
                  <a:lnTo>
                    <a:pt x="4984715" y="4026203"/>
                  </a:lnTo>
                  <a:lnTo>
                    <a:pt x="4977472" y="4027278"/>
                  </a:lnTo>
                  <a:lnTo>
                    <a:pt x="4970176" y="4027996"/>
                  </a:lnTo>
                  <a:lnTo>
                    <a:pt x="4962881" y="4028715"/>
                  </a:lnTo>
                  <a:lnTo>
                    <a:pt x="4955568" y="4029074"/>
                  </a:lnTo>
                  <a:lnTo>
                    <a:pt x="4948237" y="4029074"/>
                  </a:lnTo>
                  <a:lnTo>
                    <a:pt x="223837" y="4029074"/>
                  </a:lnTo>
                  <a:lnTo>
                    <a:pt x="216506" y="4029074"/>
                  </a:lnTo>
                  <a:lnTo>
                    <a:pt x="209192" y="4028715"/>
                  </a:lnTo>
                  <a:lnTo>
                    <a:pt x="201897" y="4027996"/>
                  </a:lnTo>
                  <a:lnTo>
                    <a:pt x="194602" y="4027278"/>
                  </a:lnTo>
                  <a:lnTo>
                    <a:pt x="187358" y="4026203"/>
                  </a:lnTo>
                  <a:lnTo>
                    <a:pt x="180168" y="4024773"/>
                  </a:lnTo>
                  <a:lnTo>
                    <a:pt x="172977" y="4023343"/>
                  </a:lnTo>
                  <a:lnTo>
                    <a:pt x="165875" y="4021564"/>
                  </a:lnTo>
                  <a:lnTo>
                    <a:pt x="158860" y="4019436"/>
                  </a:lnTo>
                  <a:lnTo>
                    <a:pt x="151844" y="4017307"/>
                  </a:lnTo>
                  <a:lnTo>
                    <a:pt x="144950" y="4014841"/>
                  </a:lnTo>
                  <a:lnTo>
                    <a:pt x="138177" y="4012035"/>
                  </a:lnTo>
                  <a:lnTo>
                    <a:pt x="131404" y="4009230"/>
                  </a:lnTo>
                  <a:lnTo>
                    <a:pt x="99479" y="3991350"/>
                  </a:lnTo>
                  <a:lnTo>
                    <a:pt x="93383" y="3987278"/>
                  </a:lnTo>
                  <a:lnTo>
                    <a:pt x="60376" y="3958330"/>
                  </a:lnTo>
                  <a:lnTo>
                    <a:pt x="33650" y="3923499"/>
                  </a:lnTo>
                  <a:lnTo>
                    <a:pt x="14233" y="3884123"/>
                  </a:lnTo>
                  <a:lnTo>
                    <a:pt x="4300" y="3848905"/>
                  </a:lnTo>
                  <a:lnTo>
                    <a:pt x="2870" y="3841715"/>
                  </a:lnTo>
                  <a:lnTo>
                    <a:pt x="1796" y="3834472"/>
                  </a:lnTo>
                  <a:lnTo>
                    <a:pt x="1077" y="3827177"/>
                  </a:lnTo>
                  <a:lnTo>
                    <a:pt x="359" y="3819881"/>
                  </a:lnTo>
                  <a:lnTo>
                    <a:pt x="0" y="3812568"/>
                  </a:lnTo>
                  <a:lnTo>
                    <a:pt x="0" y="3805237"/>
                  </a:lnTo>
                  <a:close/>
                </a:path>
              </a:pathLst>
            </a:custGeom>
            <a:ln w="9524">
              <a:solidFill>
                <a:srgbClr val="FFF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6049" y="2590799"/>
              <a:ext cx="228600" cy="2000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826250" y="2550022"/>
            <a:ext cx="4254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5" dirty="0">
                <a:solidFill>
                  <a:srgbClr val="374050"/>
                </a:solidFill>
                <a:latin typeface="Lucida Console"/>
                <a:cs typeface="Lucida Console"/>
              </a:rPr>
              <a:t>color</a:t>
            </a:r>
            <a:endParaRPr sz="1200">
              <a:latin typeface="Lucida Console"/>
              <a:cs typeface="Lucida Consol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15100" y="2590799"/>
            <a:ext cx="2597150" cy="2905125"/>
            <a:chOff x="6515100" y="2590799"/>
            <a:chExt cx="2597150" cy="290512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4449" y="2590799"/>
              <a:ext cx="171450" cy="1714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3675" y="3476624"/>
              <a:ext cx="133350" cy="1714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8099" y="3482974"/>
              <a:ext cx="184150" cy="1460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2250" y="4352924"/>
              <a:ext cx="76200" cy="1714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40799" y="4410074"/>
              <a:ext cx="158750" cy="571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5100" y="5333999"/>
              <a:ext cx="190500" cy="133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21750" y="5305424"/>
              <a:ext cx="190500" cy="1905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236075" y="2550022"/>
            <a:ext cx="8255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text-</a:t>
            </a:r>
            <a:r>
              <a:rPr sz="1200" spc="-85" dirty="0">
                <a:solidFill>
                  <a:srgbClr val="374050"/>
                </a:solidFill>
                <a:latin typeface="Lucida Console"/>
                <a:cs typeface="Lucida Console"/>
              </a:rPr>
              <a:t>align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26250" y="3435846"/>
            <a:ext cx="12255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text-</a:t>
            </a:r>
            <a:r>
              <a:rPr sz="1200" spc="-95" dirty="0">
                <a:solidFill>
                  <a:srgbClr val="374050"/>
                </a:solidFill>
                <a:latin typeface="Lucida Console"/>
                <a:cs typeface="Lucida Console"/>
              </a:rPr>
              <a:t>decoration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36075" y="3435846"/>
            <a:ext cx="114554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text-</a:t>
            </a:r>
            <a:r>
              <a:rPr sz="1200" spc="-95" dirty="0">
                <a:solidFill>
                  <a:srgbClr val="374050"/>
                </a:solidFill>
                <a:latin typeface="Lucida Console"/>
                <a:cs typeface="Lucida Console"/>
              </a:rPr>
              <a:t>transform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26250" y="4312146"/>
            <a:ext cx="9055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line-</a:t>
            </a:r>
            <a:r>
              <a:rPr sz="1200" spc="-90" dirty="0">
                <a:solidFill>
                  <a:srgbClr val="374050"/>
                </a:solidFill>
                <a:latin typeface="Lucida Console"/>
                <a:cs typeface="Lucida Console"/>
              </a:rPr>
              <a:t>height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6075" y="4312146"/>
            <a:ext cx="114554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letter-</a:t>
            </a:r>
            <a:r>
              <a:rPr sz="1200" spc="-90" dirty="0">
                <a:solidFill>
                  <a:srgbClr val="374050"/>
                </a:solidFill>
                <a:latin typeface="Lucida Console"/>
                <a:cs typeface="Lucida Console"/>
              </a:rPr>
              <a:t>spacing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88150" y="5274171"/>
            <a:ext cx="98551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word-</a:t>
            </a:r>
            <a:r>
              <a:rPr sz="1200" spc="-90" dirty="0">
                <a:solidFill>
                  <a:srgbClr val="374050"/>
                </a:solidFill>
                <a:latin typeface="Lucida Console"/>
                <a:cs typeface="Lucida Console"/>
              </a:rPr>
              <a:t>spacing</a:t>
            </a:r>
            <a:endParaRPr sz="1200" dirty="0">
              <a:latin typeface="Lucida Console"/>
              <a:cs typeface="Lucida Consol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26550" y="5305263"/>
            <a:ext cx="1371600" cy="18748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35"/>
              </a:spcBef>
            </a:pPr>
            <a:r>
              <a:rPr sz="1200" spc="-10" dirty="0">
                <a:solidFill>
                  <a:srgbClr val="374050"/>
                </a:solidFill>
                <a:latin typeface="Lucida Console"/>
                <a:cs typeface="Lucida Console"/>
              </a:rPr>
              <a:t>text- </a:t>
            </a:r>
            <a:r>
              <a:rPr sz="1200" spc="-110" dirty="0">
                <a:solidFill>
                  <a:srgbClr val="374050"/>
                </a:solidFill>
                <a:latin typeface="Lucida Console"/>
                <a:cs typeface="Lucida Console"/>
              </a:rPr>
              <a:t>shadow</a:t>
            </a:r>
            <a:endParaRPr sz="1200" dirty="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839</Words>
  <Application>Microsoft Office PowerPoint</Application>
  <PresentationFormat>Kustom</PresentationFormat>
  <Paragraphs>273</Paragraphs>
  <Slides>28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9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28</vt:i4>
      </vt:variant>
    </vt:vector>
  </HeadingPairs>
  <TitlesOfParts>
    <vt:vector size="38" baseType="lpstr">
      <vt:lpstr>Arial</vt:lpstr>
      <vt:lpstr>Arial MT</vt:lpstr>
      <vt:lpstr>Calibri</vt:lpstr>
      <vt:lpstr>Courier New</vt:lpstr>
      <vt:lpstr>Lucida Console</vt:lpstr>
      <vt:lpstr>Lucida Sans Unicode</vt:lpstr>
      <vt:lpstr>Segoe UI Symbol</vt:lpstr>
      <vt:lpstr>Tahoma</vt:lpstr>
      <vt:lpstr>Trebuchet MS</vt:lpstr>
      <vt:lpstr>Office Theme</vt:lpstr>
      <vt:lpstr>Text Styling pada CSS</vt:lpstr>
      <vt:lpstr>Apa itu Text Styling?</vt:lpstr>
      <vt:lpstr>Property color</vt:lpstr>
      <vt:lpstr>Cara Penulisan Warna</vt:lpstr>
      <vt:lpstr>Cara Penulisan Warna</vt:lpstr>
      <vt:lpstr>Uji Praktek</vt:lpstr>
      <vt:lpstr>Property text-align</vt:lpstr>
      <vt:lpstr>Uji Praktek</vt:lpstr>
      <vt:lpstr>Property text-decoration</vt:lpstr>
      <vt:lpstr>Menghilangkan Garis Link</vt:lpstr>
      <vt:lpstr>Uji Praktek</vt:lpstr>
      <vt:lpstr>Property text-transform</vt:lpstr>
      <vt:lpstr>Uji Praktek</vt:lpstr>
      <vt:lpstr>Property text-indent</vt:lpstr>
      <vt:lpstr>Uji Praktek</vt:lpstr>
      <vt:lpstr>Property letter-spacing</vt:lpstr>
      <vt:lpstr>Uji Praktek</vt:lpstr>
      <vt:lpstr>Property word-spacing</vt:lpstr>
      <vt:lpstr>Uji Praktek</vt:lpstr>
      <vt:lpstr>Property line-height</vt:lpstr>
      <vt:lpstr>Uji Praktek</vt:lpstr>
      <vt:lpstr>Property text-shadow</vt:lpstr>
      <vt:lpstr>Uji Praktek</vt:lpstr>
      <vt:lpstr>Property white-space</vt:lpstr>
      <vt:lpstr>Uji Praktek</vt:lpstr>
      <vt:lpstr>Property direction</vt:lpstr>
      <vt:lpstr>Uji Praktek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9</cp:revision>
  <dcterms:created xsi:type="dcterms:W3CDTF">2026-05-09T06:18:04Z</dcterms:created>
  <dcterms:modified xsi:type="dcterms:W3CDTF">2026-05-09T06:57:16Z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2026-05-09T00:00:00Z</vt:filetime>
  </property>
  <property fmtid="{D5CDD505-2E9C-101B-9397-08002B2CF9AE}" pid="3" name="LastSaved">
    <vt:filetime>2026-05-09T00:00:00Z</vt:filetime>
  </property>
</Properties>
</file>