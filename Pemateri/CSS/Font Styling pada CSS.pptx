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70" r:id="rId9"/>
    <p:sldId id="262" r:id="rId10"/>
    <p:sldId id="271" r:id="rId11"/>
    <p:sldId id="263" r:id="rId12"/>
    <p:sldId id="272" r:id="rId13"/>
    <p:sldId id="268" r:id="rId14"/>
  </p:sldIdLst>
  <p:sldSz cx="12204700" cy="7785100"/>
  <p:notesSz cx="12204700" cy="7785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6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Hea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7963" cy="3905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Tampungan Tanggal 2"/>
          <p:cNvSpPr>
            <a:spLocks noGrp="1"/>
          </p:cNvSpPr>
          <p:nvPr>
            <p:ph type="dt" idx="1"/>
          </p:nvPr>
        </p:nvSpPr>
        <p:spPr>
          <a:xfrm>
            <a:off x="6913563" y="0"/>
            <a:ext cx="5287962" cy="3905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4C190-B006-4A86-BEA1-8C62E2F9BBA2}" type="datetimeFigureOut">
              <a:rPr lang="id-ID" smtClean="0"/>
              <a:t>09/05/2026</a:t>
            </a:fld>
            <a:endParaRPr lang="id-ID"/>
          </a:p>
        </p:txBody>
      </p:sp>
      <p:sp>
        <p:nvSpPr>
          <p:cNvPr id="4" name="Tampungan Gambar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43363" y="973138"/>
            <a:ext cx="4117975" cy="2627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Tampungan Catatan 4"/>
          <p:cNvSpPr>
            <a:spLocks noGrp="1"/>
          </p:cNvSpPr>
          <p:nvPr>
            <p:ph type="body" sz="quarter" idx="3"/>
          </p:nvPr>
        </p:nvSpPr>
        <p:spPr>
          <a:xfrm>
            <a:off x="1220788" y="3746500"/>
            <a:ext cx="9763125" cy="30654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</a:p>
        </p:txBody>
      </p:sp>
      <p:sp>
        <p:nvSpPr>
          <p:cNvPr id="6" name="Tampungan Kaki 5"/>
          <p:cNvSpPr>
            <a:spLocks noGrp="1"/>
          </p:cNvSpPr>
          <p:nvPr>
            <p:ph type="ftr" sz="quarter" idx="4"/>
          </p:nvPr>
        </p:nvSpPr>
        <p:spPr>
          <a:xfrm>
            <a:off x="0" y="7394575"/>
            <a:ext cx="5287963" cy="3905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Tampungan Nomor Slide 6"/>
          <p:cNvSpPr>
            <a:spLocks noGrp="1"/>
          </p:cNvSpPr>
          <p:nvPr>
            <p:ph type="sldNum" sz="quarter" idx="5"/>
          </p:nvPr>
        </p:nvSpPr>
        <p:spPr>
          <a:xfrm>
            <a:off x="6913563" y="7394575"/>
            <a:ext cx="5287962" cy="3905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BD09E-0157-4791-9D97-D2A73353FDA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93762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Gambar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ampungan Catata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Tampungan Nomor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BD09E-0157-4791-9D97-D2A73353FDAD}" type="slidenum">
              <a:rPr lang="id-ID" smtClean="0"/>
              <a:t>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44917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5352" y="2275586"/>
            <a:ext cx="10373995" cy="15415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29252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705" y="4110736"/>
            <a:ext cx="8543290" cy="1835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29252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29252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0235" y="1688338"/>
            <a:ext cx="5309044" cy="48447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5420" y="1688338"/>
            <a:ext cx="5309044" cy="48447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29252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24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8825" y="510489"/>
            <a:ext cx="8896985" cy="1114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292524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235" y="1688338"/>
            <a:ext cx="10984230" cy="48447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598" y="6826758"/>
            <a:ext cx="3905504" cy="367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826758"/>
            <a:ext cx="2807081" cy="367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7384" y="6826758"/>
            <a:ext cx="2807081" cy="367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204700" cy="8540750"/>
            <a:chOff x="0" y="0"/>
            <a:chExt cx="12204700" cy="7339330"/>
          </a:xfrm>
        </p:grpSpPr>
        <p:sp>
          <p:nvSpPr>
            <p:cNvPr id="3" name="object 3"/>
            <p:cNvSpPr/>
            <p:nvPr/>
          </p:nvSpPr>
          <p:spPr>
            <a:xfrm>
              <a:off x="0" y="9537"/>
              <a:ext cx="12204700" cy="7329805"/>
            </a:xfrm>
            <a:custGeom>
              <a:avLst/>
              <a:gdLst/>
              <a:ahLst/>
              <a:cxnLst/>
              <a:rect l="l" t="t" r="r" b="b"/>
              <a:pathLst>
                <a:path w="12204700" h="7329805">
                  <a:moveTo>
                    <a:pt x="9512" y="635"/>
                  </a:moveTo>
                  <a:lnTo>
                    <a:pt x="0" y="635"/>
                  </a:lnTo>
                  <a:lnTo>
                    <a:pt x="0" y="6838315"/>
                  </a:lnTo>
                  <a:lnTo>
                    <a:pt x="9512" y="6838315"/>
                  </a:lnTo>
                  <a:lnTo>
                    <a:pt x="9512" y="635"/>
                  </a:lnTo>
                  <a:close/>
                </a:path>
                <a:path w="12204700" h="7329805">
                  <a:moveTo>
                    <a:pt x="12204179" y="6848462"/>
                  </a:moveTo>
                  <a:lnTo>
                    <a:pt x="0" y="6848462"/>
                  </a:lnTo>
                  <a:lnTo>
                    <a:pt x="0" y="7329805"/>
                  </a:lnTo>
                  <a:lnTo>
                    <a:pt x="12204179" y="7329805"/>
                  </a:lnTo>
                  <a:lnTo>
                    <a:pt x="12204179" y="6848462"/>
                  </a:lnTo>
                  <a:close/>
                </a:path>
                <a:path w="12204700" h="7329805">
                  <a:moveTo>
                    <a:pt x="12204179" y="0"/>
                  </a:moveTo>
                  <a:lnTo>
                    <a:pt x="12201512" y="0"/>
                  </a:lnTo>
                  <a:lnTo>
                    <a:pt x="12201512" y="6838950"/>
                  </a:lnTo>
                  <a:lnTo>
                    <a:pt x="12204179" y="6838950"/>
                  </a:lnTo>
                  <a:lnTo>
                    <a:pt x="12204179" y="0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524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1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68579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39024" y="0"/>
              <a:ext cx="4762500" cy="4749800"/>
            </a:xfrm>
            <a:custGeom>
              <a:avLst/>
              <a:gdLst/>
              <a:ahLst/>
              <a:cxnLst/>
              <a:rect l="l" t="t" r="r" b="b"/>
              <a:pathLst>
                <a:path w="4762500" h="4749800">
                  <a:moveTo>
                    <a:pt x="3653365" y="4648200"/>
                  </a:moveTo>
                  <a:lnTo>
                    <a:pt x="2061631" y="4648200"/>
                  </a:lnTo>
                  <a:lnTo>
                    <a:pt x="1927927" y="4597400"/>
                  </a:lnTo>
                  <a:lnTo>
                    <a:pt x="1604150" y="4470400"/>
                  </a:lnTo>
                  <a:lnTo>
                    <a:pt x="1572734" y="4445000"/>
                  </a:lnTo>
                  <a:lnTo>
                    <a:pt x="1479656" y="4406900"/>
                  </a:lnTo>
                  <a:lnTo>
                    <a:pt x="1449042" y="4381500"/>
                  </a:lnTo>
                  <a:lnTo>
                    <a:pt x="1418640" y="4368800"/>
                  </a:lnTo>
                  <a:lnTo>
                    <a:pt x="1388450" y="4343400"/>
                  </a:lnTo>
                  <a:lnTo>
                    <a:pt x="1328743" y="4318000"/>
                  </a:lnTo>
                  <a:lnTo>
                    <a:pt x="1299234" y="4292600"/>
                  </a:lnTo>
                  <a:lnTo>
                    <a:pt x="1269956" y="4279900"/>
                  </a:lnTo>
                  <a:lnTo>
                    <a:pt x="1212126" y="4229100"/>
                  </a:lnTo>
                  <a:lnTo>
                    <a:pt x="1183583" y="4216400"/>
                  </a:lnTo>
                  <a:lnTo>
                    <a:pt x="1155288" y="4191000"/>
                  </a:lnTo>
                  <a:lnTo>
                    <a:pt x="1127248" y="4178300"/>
                  </a:lnTo>
                  <a:lnTo>
                    <a:pt x="1099474" y="4152900"/>
                  </a:lnTo>
                  <a:lnTo>
                    <a:pt x="1044720" y="4102100"/>
                  </a:lnTo>
                  <a:lnTo>
                    <a:pt x="1017748" y="4089400"/>
                  </a:lnTo>
                  <a:lnTo>
                    <a:pt x="964647" y="4038600"/>
                  </a:lnTo>
                  <a:lnTo>
                    <a:pt x="912680" y="3987800"/>
                  </a:lnTo>
                  <a:lnTo>
                    <a:pt x="887137" y="3962400"/>
                  </a:lnTo>
                  <a:lnTo>
                    <a:pt x="861891" y="3949700"/>
                  </a:lnTo>
                  <a:lnTo>
                    <a:pt x="812296" y="3898900"/>
                  </a:lnTo>
                  <a:lnTo>
                    <a:pt x="763941" y="3848100"/>
                  </a:lnTo>
                  <a:lnTo>
                    <a:pt x="716840" y="3797300"/>
                  </a:lnTo>
                  <a:lnTo>
                    <a:pt x="693774" y="3759200"/>
                  </a:lnTo>
                  <a:lnTo>
                    <a:pt x="671035" y="3733800"/>
                  </a:lnTo>
                  <a:lnTo>
                    <a:pt x="626541" y="3683000"/>
                  </a:lnTo>
                  <a:lnTo>
                    <a:pt x="583396" y="3632200"/>
                  </a:lnTo>
                  <a:lnTo>
                    <a:pt x="541615" y="3568700"/>
                  </a:lnTo>
                  <a:lnTo>
                    <a:pt x="521250" y="3543300"/>
                  </a:lnTo>
                  <a:lnTo>
                    <a:pt x="501236" y="3517900"/>
                  </a:lnTo>
                  <a:lnTo>
                    <a:pt x="481574" y="3492500"/>
                  </a:lnTo>
                  <a:lnTo>
                    <a:pt x="462270" y="3454400"/>
                  </a:lnTo>
                  <a:lnTo>
                    <a:pt x="443329" y="3429000"/>
                  </a:lnTo>
                  <a:lnTo>
                    <a:pt x="424752" y="3403600"/>
                  </a:lnTo>
                  <a:lnTo>
                    <a:pt x="406539" y="3365500"/>
                  </a:lnTo>
                  <a:lnTo>
                    <a:pt x="388694" y="3340100"/>
                  </a:lnTo>
                  <a:lnTo>
                    <a:pt x="371225" y="3302000"/>
                  </a:lnTo>
                  <a:lnTo>
                    <a:pt x="354130" y="3276600"/>
                  </a:lnTo>
                  <a:lnTo>
                    <a:pt x="337409" y="3251200"/>
                  </a:lnTo>
                  <a:lnTo>
                    <a:pt x="321067" y="3213100"/>
                  </a:lnTo>
                  <a:lnTo>
                    <a:pt x="305110" y="3187700"/>
                  </a:lnTo>
                  <a:lnTo>
                    <a:pt x="289537" y="3149600"/>
                  </a:lnTo>
                  <a:lnTo>
                    <a:pt x="274349" y="3124200"/>
                  </a:lnTo>
                  <a:lnTo>
                    <a:pt x="259550" y="3086100"/>
                  </a:lnTo>
                  <a:lnTo>
                    <a:pt x="245144" y="3060700"/>
                  </a:lnTo>
                  <a:lnTo>
                    <a:pt x="231132" y="3022600"/>
                  </a:lnTo>
                  <a:lnTo>
                    <a:pt x="217513" y="2997200"/>
                  </a:lnTo>
                  <a:lnTo>
                    <a:pt x="204292" y="2959100"/>
                  </a:lnTo>
                  <a:lnTo>
                    <a:pt x="191472" y="2921000"/>
                  </a:lnTo>
                  <a:lnTo>
                    <a:pt x="179053" y="2895600"/>
                  </a:lnTo>
                  <a:lnTo>
                    <a:pt x="167036" y="2857500"/>
                  </a:lnTo>
                  <a:lnTo>
                    <a:pt x="155425" y="2832100"/>
                  </a:lnTo>
                  <a:lnTo>
                    <a:pt x="144222" y="2794000"/>
                  </a:lnTo>
                  <a:lnTo>
                    <a:pt x="133428" y="2755900"/>
                  </a:lnTo>
                  <a:lnTo>
                    <a:pt x="123043" y="2730500"/>
                  </a:lnTo>
                  <a:lnTo>
                    <a:pt x="113069" y="2692400"/>
                  </a:lnTo>
                  <a:lnTo>
                    <a:pt x="103509" y="2667000"/>
                  </a:lnTo>
                  <a:lnTo>
                    <a:pt x="94365" y="2628900"/>
                  </a:lnTo>
                  <a:lnTo>
                    <a:pt x="85635" y="2590800"/>
                  </a:lnTo>
                  <a:lnTo>
                    <a:pt x="77322" y="2552700"/>
                  </a:lnTo>
                  <a:lnTo>
                    <a:pt x="69430" y="2527300"/>
                  </a:lnTo>
                  <a:lnTo>
                    <a:pt x="61957" y="2489200"/>
                  </a:lnTo>
                  <a:lnTo>
                    <a:pt x="54905" y="2451100"/>
                  </a:lnTo>
                  <a:lnTo>
                    <a:pt x="48274" y="2425700"/>
                  </a:lnTo>
                  <a:lnTo>
                    <a:pt x="42068" y="2387600"/>
                  </a:lnTo>
                  <a:lnTo>
                    <a:pt x="36286" y="2349500"/>
                  </a:lnTo>
                  <a:lnTo>
                    <a:pt x="30927" y="2324100"/>
                  </a:lnTo>
                  <a:lnTo>
                    <a:pt x="25995" y="2286000"/>
                  </a:lnTo>
                  <a:lnTo>
                    <a:pt x="21489" y="2247900"/>
                  </a:lnTo>
                  <a:lnTo>
                    <a:pt x="17411" y="2209800"/>
                  </a:lnTo>
                  <a:lnTo>
                    <a:pt x="13759" y="2184400"/>
                  </a:lnTo>
                  <a:lnTo>
                    <a:pt x="10536" y="2146300"/>
                  </a:lnTo>
                  <a:lnTo>
                    <a:pt x="7742" y="2108200"/>
                  </a:lnTo>
                  <a:lnTo>
                    <a:pt x="5377" y="2070100"/>
                  </a:lnTo>
                  <a:lnTo>
                    <a:pt x="3442" y="2044700"/>
                  </a:lnTo>
                  <a:lnTo>
                    <a:pt x="1936" y="2006600"/>
                  </a:lnTo>
                  <a:lnTo>
                    <a:pt x="860" y="1968500"/>
                  </a:lnTo>
                  <a:lnTo>
                    <a:pt x="215" y="1930400"/>
                  </a:lnTo>
                  <a:lnTo>
                    <a:pt x="0" y="1892300"/>
                  </a:lnTo>
                  <a:lnTo>
                    <a:pt x="215" y="1866900"/>
                  </a:lnTo>
                  <a:lnTo>
                    <a:pt x="860" y="1828800"/>
                  </a:lnTo>
                  <a:lnTo>
                    <a:pt x="1936" y="1790700"/>
                  </a:lnTo>
                  <a:lnTo>
                    <a:pt x="3442" y="1752600"/>
                  </a:lnTo>
                  <a:lnTo>
                    <a:pt x="5377" y="1727200"/>
                  </a:lnTo>
                  <a:lnTo>
                    <a:pt x="7742" y="1689100"/>
                  </a:lnTo>
                  <a:lnTo>
                    <a:pt x="10536" y="1651000"/>
                  </a:lnTo>
                  <a:lnTo>
                    <a:pt x="13759" y="1612900"/>
                  </a:lnTo>
                  <a:lnTo>
                    <a:pt x="17410" y="1587500"/>
                  </a:lnTo>
                  <a:lnTo>
                    <a:pt x="21489" y="1549400"/>
                  </a:lnTo>
                  <a:lnTo>
                    <a:pt x="25994" y="1511300"/>
                  </a:lnTo>
                  <a:lnTo>
                    <a:pt x="30927" y="1473200"/>
                  </a:lnTo>
                  <a:lnTo>
                    <a:pt x="36285" y="1447800"/>
                  </a:lnTo>
                  <a:lnTo>
                    <a:pt x="42067" y="1409700"/>
                  </a:lnTo>
                  <a:lnTo>
                    <a:pt x="48274" y="1371600"/>
                  </a:lnTo>
                  <a:lnTo>
                    <a:pt x="54904" y="1346200"/>
                  </a:lnTo>
                  <a:lnTo>
                    <a:pt x="61957" y="1308100"/>
                  </a:lnTo>
                  <a:lnTo>
                    <a:pt x="69429" y="1270000"/>
                  </a:lnTo>
                  <a:lnTo>
                    <a:pt x="77322" y="1244600"/>
                  </a:lnTo>
                  <a:lnTo>
                    <a:pt x="85634" y="1206500"/>
                  </a:lnTo>
                  <a:lnTo>
                    <a:pt x="94364" y="1168400"/>
                  </a:lnTo>
                  <a:lnTo>
                    <a:pt x="103508" y="1130300"/>
                  </a:lnTo>
                  <a:lnTo>
                    <a:pt x="113067" y="1104900"/>
                  </a:lnTo>
                  <a:lnTo>
                    <a:pt x="123041" y="1066800"/>
                  </a:lnTo>
                  <a:lnTo>
                    <a:pt x="133427" y="1041400"/>
                  </a:lnTo>
                  <a:lnTo>
                    <a:pt x="144222" y="1003300"/>
                  </a:lnTo>
                  <a:lnTo>
                    <a:pt x="155424" y="965200"/>
                  </a:lnTo>
                  <a:lnTo>
                    <a:pt x="167036" y="939800"/>
                  </a:lnTo>
                  <a:lnTo>
                    <a:pt x="179053" y="901700"/>
                  </a:lnTo>
                  <a:lnTo>
                    <a:pt x="191471" y="876300"/>
                  </a:lnTo>
                  <a:lnTo>
                    <a:pt x="204291" y="838200"/>
                  </a:lnTo>
                  <a:lnTo>
                    <a:pt x="217512" y="800100"/>
                  </a:lnTo>
                  <a:lnTo>
                    <a:pt x="231131" y="774700"/>
                  </a:lnTo>
                  <a:lnTo>
                    <a:pt x="245143" y="736600"/>
                  </a:lnTo>
                  <a:lnTo>
                    <a:pt x="259549" y="711200"/>
                  </a:lnTo>
                  <a:lnTo>
                    <a:pt x="274348" y="673100"/>
                  </a:lnTo>
                  <a:lnTo>
                    <a:pt x="289536" y="647700"/>
                  </a:lnTo>
                  <a:lnTo>
                    <a:pt x="305109" y="609600"/>
                  </a:lnTo>
                  <a:lnTo>
                    <a:pt x="321066" y="584200"/>
                  </a:lnTo>
                  <a:lnTo>
                    <a:pt x="337408" y="546100"/>
                  </a:lnTo>
                  <a:lnTo>
                    <a:pt x="354129" y="520700"/>
                  </a:lnTo>
                  <a:lnTo>
                    <a:pt x="371224" y="495300"/>
                  </a:lnTo>
                  <a:lnTo>
                    <a:pt x="388694" y="457200"/>
                  </a:lnTo>
                  <a:lnTo>
                    <a:pt x="406538" y="431800"/>
                  </a:lnTo>
                  <a:lnTo>
                    <a:pt x="424751" y="393700"/>
                  </a:lnTo>
                  <a:lnTo>
                    <a:pt x="443329" y="368300"/>
                  </a:lnTo>
                  <a:lnTo>
                    <a:pt x="462269" y="342900"/>
                  </a:lnTo>
                  <a:lnTo>
                    <a:pt x="481574" y="304800"/>
                  </a:lnTo>
                  <a:lnTo>
                    <a:pt x="501235" y="279400"/>
                  </a:lnTo>
                  <a:lnTo>
                    <a:pt x="521249" y="254000"/>
                  </a:lnTo>
                  <a:lnTo>
                    <a:pt x="541615" y="228600"/>
                  </a:lnTo>
                  <a:lnTo>
                    <a:pt x="562333" y="190500"/>
                  </a:lnTo>
                  <a:lnTo>
                    <a:pt x="604798" y="139700"/>
                  </a:lnTo>
                  <a:lnTo>
                    <a:pt x="648621" y="88900"/>
                  </a:lnTo>
                  <a:lnTo>
                    <a:pt x="693774" y="38100"/>
                  </a:lnTo>
                  <a:lnTo>
                    <a:pt x="716840" y="0"/>
                  </a:lnTo>
                  <a:lnTo>
                    <a:pt x="4762500" y="0"/>
                  </a:lnTo>
                  <a:lnTo>
                    <a:pt x="4762500" y="4025900"/>
                  </a:lnTo>
                  <a:lnTo>
                    <a:pt x="4750349" y="4038600"/>
                  </a:lnTo>
                  <a:lnTo>
                    <a:pt x="4723940" y="4064000"/>
                  </a:lnTo>
                  <a:lnTo>
                    <a:pt x="4697249" y="4089400"/>
                  </a:lnTo>
                  <a:lnTo>
                    <a:pt x="4670277" y="4102100"/>
                  </a:lnTo>
                  <a:lnTo>
                    <a:pt x="4615522" y="4152900"/>
                  </a:lnTo>
                  <a:lnTo>
                    <a:pt x="4587747" y="4178300"/>
                  </a:lnTo>
                  <a:lnTo>
                    <a:pt x="4559708" y="4191000"/>
                  </a:lnTo>
                  <a:lnTo>
                    <a:pt x="4531413" y="4216400"/>
                  </a:lnTo>
                  <a:lnTo>
                    <a:pt x="4502869" y="4229100"/>
                  </a:lnTo>
                  <a:lnTo>
                    <a:pt x="4445039" y="4279900"/>
                  </a:lnTo>
                  <a:lnTo>
                    <a:pt x="4415761" y="4292600"/>
                  </a:lnTo>
                  <a:lnTo>
                    <a:pt x="4386252" y="4318000"/>
                  </a:lnTo>
                  <a:lnTo>
                    <a:pt x="4326545" y="4343400"/>
                  </a:lnTo>
                  <a:lnTo>
                    <a:pt x="4296356" y="4368800"/>
                  </a:lnTo>
                  <a:lnTo>
                    <a:pt x="4265954" y="4381500"/>
                  </a:lnTo>
                  <a:lnTo>
                    <a:pt x="4235341" y="4406900"/>
                  </a:lnTo>
                  <a:lnTo>
                    <a:pt x="4142263" y="4445000"/>
                  </a:lnTo>
                  <a:lnTo>
                    <a:pt x="4110846" y="4470400"/>
                  </a:lnTo>
                  <a:lnTo>
                    <a:pt x="3787069" y="4597400"/>
                  </a:lnTo>
                  <a:lnTo>
                    <a:pt x="3653365" y="4648200"/>
                  </a:lnTo>
                  <a:close/>
                </a:path>
                <a:path w="4762500" h="4749800">
                  <a:moveTo>
                    <a:pt x="3551814" y="4673600"/>
                  </a:moveTo>
                  <a:lnTo>
                    <a:pt x="2163182" y="4673600"/>
                  </a:lnTo>
                  <a:lnTo>
                    <a:pt x="2095367" y="4648200"/>
                  </a:lnTo>
                  <a:lnTo>
                    <a:pt x="3619629" y="4648200"/>
                  </a:lnTo>
                  <a:lnTo>
                    <a:pt x="3551814" y="4673600"/>
                  </a:lnTo>
                  <a:close/>
                </a:path>
                <a:path w="4762500" h="4749800">
                  <a:moveTo>
                    <a:pt x="3449321" y="4699000"/>
                  </a:moveTo>
                  <a:lnTo>
                    <a:pt x="2265675" y="4699000"/>
                  </a:lnTo>
                  <a:lnTo>
                    <a:pt x="2197252" y="4673600"/>
                  </a:lnTo>
                  <a:lnTo>
                    <a:pt x="3517744" y="4673600"/>
                  </a:lnTo>
                  <a:lnTo>
                    <a:pt x="3449321" y="4699000"/>
                  </a:lnTo>
                  <a:close/>
                </a:path>
                <a:path w="4762500" h="4749800">
                  <a:moveTo>
                    <a:pt x="3380532" y="4711700"/>
                  </a:moveTo>
                  <a:lnTo>
                    <a:pt x="2334464" y="4711700"/>
                  </a:lnTo>
                  <a:lnTo>
                    <a:pt x="2300028" y="4699000"/>
                  </a:lnTo>
                  <a:lnTo>
                    <a:pt x="3414969" y="4699000"/>
                  </a:lnTo>
                  <a:lnTo>
                    <a:pt x="3380532" y="4711700"/>
                  </a:lnTo>
                  <a:close/>
                </a:path>
                <a:path w="4762500" h="4749800">
                  <a:moveTo>
                    <a:pt x="3311438" y="4724400"/>
                  </a:moveTo>
                  <a:lnTo>
                    <a:pt x="2403559" y="4724400"/>
                  </a:lnTo>
                  <a:lnTo>
                    <a:pt x="2368974" y="4711700"/>
                  </a:lnTo>
                  <a:lnTo>
                    <a:pt x="3346022" y="4711700"/>
                  </a:lnTo>
                  <a:lnTo>
                    <a:pt x="3311438" y="4724400"/>
                  </a:lnTo>
                  <a:close/>
                </a:path>
                <a:path w="4762500" h="4749800">
                  <a:moveTo>
                    <a:pt x="3207287" y="4737100"/>
                  </a:moveTo>
                  <a:lnTo>
                    <a:pt x="2507711" y="4737100"/>
                  </a:lnTo>
                  <a:lnTo>
                    <a:pt x="2472937" y="4724400"/>
                  </a:lnTo>
                  <a:lnTo>
                    <a:pt x="3242060" y="4724400"/>
                  </a:lnTo>
                  <a:lnTo>
                    <a:pt x="3207287" y="4737100"/>
                  </a:lnTo>
                  <a:close/>
                </a:path>
                <a:path w="4762500" h="4749800">
                  <a:moveTo>
                    <a:pt x="3102661" y="4749800"/>
                  </a:moveTo>
                  <a:lnTo>
                    <a:pt x="2612337" y="4749800"/>
                  </a:lnTo>
                  <a:lnTo>
                    <a:pt x="2577416" y="4737100"/>
                  </a:lnTo>
                  <a:lnTo>
                    <a:pt x="3137582" y="4737100"/>
                  </a:lnTo>
                  <a:lnTo>
                    <a:pt x="3102661" y="4749800"/>
                  </a:lnTo>
                  <a:close/>
                </a:path>
              </a:pathLst>
            </a:custGeom>
            <a:solidFill>
              <a:srgbClr val="FFF0D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25" y="4476857"/>
              <a:ext cx="2381250" cy="2381250"/>
            </a:xfrm>
            <a:custGeom>
              <a:avLst/>
              <a:gdLst/>
              <a:ahLst/>
              <a:cxnLst/>
              <a:rect l="l" t="t" r="r" b="b"/>
              <a:pathLst>
                <a:path w="2381250" h="2381250">
                  <a:moveTo>
                    <a:pt x="2017389" y="2381142"/>
                  </a:moveTo>
                  <a:lnTo>
                    <a:pt x="0" y="2381142"/>
                  </a:lnTo>
                  <a:lnTo>
                    <a:pt x="0" y="363750"/>
                  </a:lnTo>
                  <a:lnTo>
                    <a:pt x="32624" y="335410"/>
                  </a:lnTo>
                  <a:lnTo>
                    <a:pt x="73487" y="302292"/>
                  </a:lnTo>
                  <a:lnTo>
                    <a:pt x="115542" y="270700"/>
                  </a:lnTo>
                  <a:lnTo>
                    <a:pt x="158728" y="240679"/>
                  </a:lnTo>
                  <a:lnTo>
                    <a:pt x="202991" y="212268"/>
                  </a:lnTo>
                  <a:lnTo>
                    <a:pt x="248271" y="185505"/>
                  </a:lnTo>
                  <a:lnTo>
                    <a:pt x="294506" y="160426"/>
                  </a:lnTo>
                  <a:lnTo>
                    <a:pt x="341630" y="137066"/>
                  </a:lnTo>
                  <a:lnTo>
                    <a:pt x="389582" y="115458"/>
                  </a:lnTo>
                  <a:lnTo>
                    <a:pt x="438300" y="95628"/>
                  </a:lnTo>
                  <a:lnTo>
                    <a:pt x="487715" y="77604"/>
                  </a:lnTo>
                  <a:lnTo>
                    <a:pt x="537756" y="61413"/>
                  </a:lnTo>
                  <a:lnTo>
                    <a:pt x="588359" y="47074"/>
                  </a:lnTo>
                  <a:lnTo>
                    <a:pt x="639459" y="34607"/>
                  </a:lnTo>
                  <a:lnTo>
                    <a:pt x="690982" y="24030"/>
                  </a:lnTo>
                  <a:lnTo>
                    <a:pt x="742858" y="15356"/>
                  </a:lnTo>
                  <a:lnTo>
                    <a:pt x="795018" y="8598"/>
                  </a:lnTo>
                  <a:lnTo>
                    <a:pt x="847394" y="3763"/>
                  </a:lnTo>
                  <a:lnTo>
                    <a:pt x="899912" y="860"/>
                  </a:lnTo>
                  <a:lnTo>
                    <a:pt x="934965" y="0"/>
                  </a:lnTo>
                  <a:lnTo>
                    <a:pt x="970034" y="0"/>
                  </a:lnTo>
                  <a:lnTo>
                    <a:pt x="1022605" y="1613"/>
                  </a:lnTo>
                  <a:lnTo>
                    <a:pt x="1075081" y="5160"/>
                  </a:lnTo>
                  <a:lnTo>
                    <a:pt x="1127394" y="10637"/>
                  </a:lnTo>
                  <a:lnTo>
                    <a:pt x="1179469" y="18035"/>
                  </a:lnTo>
                  <a:lnTo>
                    <a:pt x="1231235" y="27345"/>
                  </a:lnTo>
                  <a:lnTo>
                    <a:pt x="1282622" y="38554"/>
                  </a:lnTo>
                  <a:lnTo>
                    <a:pt x="1333565" y="51647"/>
                  </a:lnTo>
                  <a:lnTo>
                    <a:pt x="1383992" y="66606"/>
                  </a:lnTo>
                  <a:lnTo>
                    <a:pt x="1433831" y="83410"/>
                  </a:lnTo>
                  <a:lnTo>
                    <a:pt x="1483017" y="102038"/>
                  </a:lnTo>
                  <a:lnTo>
                    <a:pt x="1531487" y="122464"/>
                  </a:lnTo>
                  <a:lnTo>
                    <a:pt x="1579173" y="144661"/>
                  </a:lnTo>
                  <a:lnTo>
                    <a:pt x="1626007" y="168597"/>
                  </a:lnTo>
                  <a:lnTo>
                    <a:pt x="1671928" y="194240"/>
                  </a:lnTo>
                  <a:lnTo>
                    <a:pt x="1716877" y="221557"/>
                  </a:lnTo>
                  <a:lnTo>
                    <a:pt x="1760789" y="250510"/>
                  </a:lnTo>
                  <a:lnTo>
                    <a:pt x="1803604" y="281059"/>
                  </a:lnTo>
                  <a:lnTo>
                    <a:pt x="1845266" y="313163"/>
                  </a:lnTo>
                  <a:lnTo>
                    <a:pt x="1885720" y="346779"/>
                  </a:lnTo>
                  <a:lnTo>
                    <a:pt x="1924909" y="381863"/>
                  </a:lnTo>
                  <a:lnTo>
                    <a:pt x="1962778" y="418363"/>
                  </a:lnTo>
                  <a:lnTo>
                    <a:pt x="1999278" y="456232"/>
                  </a:lnTo>
                  <a:lnTo>
                    <a:pt x="2034361" y="495421"/>
                  </a:lnTo>
                  <a:lnTo>
                    <a:pt x="2067978" y="535875"/>
                  </a:lnTo>
                  <a:lnTo>
                    <a:pt x="2100082" y="577537"/>
                  </a:lnTo>
                  <a:lnTo>
                    <a:pt x="2130630" y="620351"/>
                  </a:lnTo>
                  <a:lnTo>
                    <a:pt x="2159584" y="664264"/>
                  </a:lnTo>
                  <a:lnTo>
                    <a:pt x="2186901" y="709212"/>
                  </a:lnTo>
                  <a:lnTo>
                    <a:pt x="2212544" y="755133"/>
                  </a:lnTo>
                  <a:lnTo>
                    <a:pt x="2236480" y="801967"/>
                  </a:lnTo>
                  <a:lnTo>
                    <a:pt x="2258676" y="849653"/>
                  </a:lnTo>
                  <a:lnTo>
                    <a:pt x="2279103" y="898123"/>
                  </a:lnTo>
                  <a:lnTo>
                    <a:pt x="2297730" y="947310"/>
                  </a:lnTo>
                  <a:lnTo>
                    <a:pt x="2314535" y="997149"/>
                  </a:lnTo>
                  <a:lnTo>
                    <a:pt x="2329494" y="1047576"/>
                  </a:lnTo>
                  <a:lnTo>
                    <a:pt x="2342587" y="1098519"/>
                  </a:lnTo>
                  <a:lnTo>
                    <a:pt x="2353796" y="1149907"/>
                  </a:lnTo>
                  <a:lnTo>
                    <a:pt x="2363106" y="1201671"/>
                  </a:lnTo>
                  <a:lnTo>
                    <a:pt x="2370504" y="1253747"/>
                  </a:lnTo>
                  <a:lnTo>
                    <a:pt x="2375981" y="1306061"/>
                  </a:lnTo>
                  <a:lnTo>
                    <a:pt x="2379528" y="1358537"/>
                  </a:lnTo>
                  <a:lnTo>
                    <a:pt x="2381142" y="1411107"/>
                  </a:lnTo>
                  <a:lnTo>
                    <a:pt x="2381142" y="1446176"/>
                  </a:lnTo>
                  <a:lnTo>
                    <a:pt x="2379528" y="1498747"/>
                  </a:lnTo>
                  <a:lnTo>
                    <a:pt x="2375981" y="1551223"/>
                  </a:lnTo>
                  <a:lnTo>
                    <a:pt x="2370504" y="1603536"/>
                  </a:lnTo>
                  <a:lnTo>
                    <a:pt x="2363106" y="1655611"/>
                  </a:lnTo>
                  <a:lnTo>
                    <a:pt x="2353796" y="1707377"/>
                  </a:lnTo>
                  <a:lnTo>
                    <a:pt x="2342587" y="1758764"/>
                  </a:lnTo>
                  <a:lnTo>
                    <a:pt x="2329494" y="1809707"/>
                  </a:lnTo>
                  <a:lnTo>
                    <a:pt x="2314535" y="1860133"/>
                  </a:lnTo>
                  <a:lnTo>
                    <a:pt x="2297730" y="1909972"/>
                  </a:lnTo>
                  <a:lnTo>
                    <a:pt x="2279103" y="1959159"/>
                  </a:lnTo>
                  <a:lnTo>
                    <a:pt x="2258676" y="2007629"/>
                  </a:lnTo>
                  <a:lnTo>
                    <a:pt x="2236480" y="2055315"/>
                  </a:lnTo>
                  <a:lnTo>
                    <a:pt x="2212544" y="2102149"/>
                  </a:lnTo>
                  <a:lnTo>
                    <a:pt x="2186901" y="2148070"/>
                  </a:lnTo>
                  <a:lnTo>
                    <a:pt x="2159584" y="2193018"/>
                  </a:lnTo>
                  <a:lnTo>
                    <a:pt x="2130630" y="2236931"/>
                  </a:lnTo>
                  <a:lnTo>
                    <a:pt x="2100082" y="2279746"/>
                  </a:lnTo>
                  <a:lnTo>
                    <a:pt x="2067978" y="2321408"/>
                  </a:lnTo>
                  <a:lnTo>
                    <a:pt x="2034361" y="2361861"/>
                  </a:lnTo>
                  <a:lnTo>
                    <a:pt x="2017389" y="2381142"/>
                  </a:lnTo>
                  <a:close/>
                </a:path>
              </a:pathLst>
            </a:custGeom>
            <a:solidFill>
              <a:srgbClr val="FEF2C7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23924" y="1390649"/>
              <a:ext cx="1581150" cy="342900"/>
            </a:xfrm>
            <a:custGeom>
              <a:avLst/>
              <a:gdLst/>
              <a:ahLst/>
              <a:cxnLst/>
              <a:rect l="l" t="t" r="r" b="b"/>
              <a:pathLst>
                <a:path w="1581150" h="342900">
                  <a:moveTo>
                    <a:pt x="1409699" y="342899"/>
                  </a:moveTo>
                  <a:lnTo>
                    <a:pt x="171449" y="342899"/>
                  </a:lnTo>
                  <a:lnTo>
                    <a:pt x="163027" y="342693"/>
                  </a:lnTo>
                  <a:lnTo>
                    <a:pt x="121680" y="335518"/>
                  </a:lnTo>
                  <a:lnTo>
                    <a:pt x="83315" y="318513"/>
                  </a:lnTo>
                  <a:lnTo>
                    <a:pt x="50216" y="292683"/>
                  </a:lnTo>
                  <a:lnTo>
                    <a:pt x="24386" y="259584"/>
                  </a:lnTo>
                  <a:lnTo>
                    <a:pt x="7380" y="221219"/>
                  </a:lnTo>
                  <a:lnTo>
                    <a:pt x="205" y="179872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80" y="121679"/>
                  </a:lnTo>
                  <a:lnTo>
                    <a:pt x="24386" y="83314"/>
                  </a:lnTo>
                  <a:lnTo>
                    <a:pt x="50216" y="50216"/>
                  </a:lnTo>
                  <a:lnTo>
                    <a:pt x="83315" y="24385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409699" y="0"/>
                  </a:lnTo>
                  <a:lnTo>
                    <a:pt x="1451368" y="5139"/>
                  </a:lnTo>
                  <a:lnTo>
                    <a:pt x="1490521" y="20242"/>
                  </a:lnTo>
                  <a:lnTo>
                    <a:pt x="1524831" y="44406"/>
                  </a:lnTo>
                  <a:lnTo>
                    <a:pt x="1552255" y="76197"/>
                  </a:lnTo>
                  <a:lnTo>
                    <a:pt x="1571132" y="113699"/>
                  </a:lnTo>
                  <a:lnTo>
                    <a:pt x="1580326" y="154644"/>
                  </a:lnTo>
                  <a:lnTo>
                    <a:pt x="1581149" y="171449"/>
                  </a:lnTo>
                  <a:lnTo>
                    <a:pt x="1580943" y="179872"/>
                  </a:lnTo>
                  <a:lnTo>
                    <a:pt x="1573769" y="221219"/>
                  </a:lnTo>
                  <a:lnTo>
                    <a:pt x="1556763" y="259584"/>
                  </a:lnTo>
                  <a:lnTo>
                    <a:pt x="1530933" y="292683"/>
                  </a:lnTo>
                  <a:lnTo>
                    <a:pt x="1497834" y="318513"/>
                  </a:lnTo>
                  <a:lnTo>
                    <a:pt x="1459469" y="335518"/>
                  </a:lnTo>
                  <a:lnTo>
                    <a:pt x="1418122" y="342693"/>
                  </a:lnTo>
                  <a:lnTo>
                    <a:pt x="1409699" y="342899"/>
                  </a:lnTo>
                  <a:close/>
                </a:path>
              </a:pathLst>
            </a:custGeom>
            <a:solidFill>
              <a:srgbClr val="FFEC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6324" y="1504949"/>
              <a:ext cx="114299" cy="11429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66190" y="1720850"/>
            <a:ext cx="110236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105" dirty="0">
                <a:solidFill>
                  <a:srgbClr val="E9580C"/>
                </a:solidFill>
                <a:latin typeface="Trebuchet MS"/>
                <a:cs typeface="Trebuchet MS"/>
              </a:rPr>
              <a:t>TUTORI</a:t>
            </a:r>
            <a:r>
              <a:rPr sz="1050" b="1" spc="-150" dirty="0">
                <a:solidFill>
                  <a:srgbClr val="E9580C"/>
                </a:solidFill>
                <a:latin typeface="Trebuchet MS"/>
                <a:cs typeface="Trebuchet MS"/>
              </a:rPr>
              <a:t> </a:t>
            </a:r>
            <a:r>
              <a:rPr sz="1050" b="1" spc="60" dirty="0">
                <a:solidFill>
                  <a:srgbClr val="E9580C"/>
                </a:solidFill>
                <a:latin typeface="Trebuchet MS"/>
                <a:cs typeface="Trebuchet MS"/>
              </a:rPr>
              <a:t>AL</a:t>
            </a:r>
            <a:r>
              <a:rPr sz="1050" b="1" spc="180" dirty="0">
                <a:solidFill>
                  <a:srgbClr val="E9580C"/>
                </a:solidFill>
                <a:latin typeface="Trebuchet MS"/>
                <a:cs typeface="Trebuchet MS"/>
              </a:rPr>
              <a:t> </a:t>
            </a:r>
            <a:r>
              <a:rPr sz="1050" b="1" spc="105" dirty="0">
                <a:solidFill>
                  <a:srgbClr val="E9580C"/>
                </a:solidFill>
                <a:latin typeface="Trebuchet MS"/>
                <a:cs typeface="Trebuchet MS"/>
              </a:rPr>
              <a:t>CSS</a:t>
            </a:r>
            <a:endParaRPr sz="1050" dirty="0">
              <a:latin typeface="Trebuchet MS"/>
              <a:cs typeface="Trebuchet MS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911224" y="1915821"/>
            <a:ext cx="2089150" cy="146431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ts val="5655"/>
              </a:lnSpc>
              <a:spcBef>
                <a:spcPts val="115"/>
              </a:spcBef>
            </a:pPr>
            <a:r>
              <a:rPr sz="5050" spc="-20" dirty="0"/>
              <a:t>Font</a:t>
            </a:r>
            <a:endParaRPr sz="5050" dirty="0"/>
          </a:p>
          <a:p>
            <a:pPr marL="12700">
              <a:lnSpc>
                <a:spcPts val="5655"/>
              </a:lnSpc>
            </a:pPr>
            <a:r>
              <a:rPr sz="5050" spc="45" dirty="0">
                <a:solidFill>
                  <a:srgbClr val="E9580C"/>
                </a:solidFill>
              </a:rPr>
              <a:t>Styling</a:t>
            </a:r>
            <a:endParaRPr sz="5050" dirty="0"/>
          </a:p>
        </p:txBody>
      </p:sp>
      <p:sp>
        <p:nvSpPr>
          <p:cNvPr id="11" name="object 11"/>
          <p:cNvSpPr txBox="1"/>
          <p:nvPr/>
        </p:nvSpPr>
        <p:spPr>
          <a:xfrm>
            <a:off x="911224" y="3580206"/>
            <a:ext cx="479869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b="1" dirty="0">
                <a:solidFill>
                  <a:srgbClr val="DB2525"/>
                </a:solidFill>
                <a:latin typeface="Trebuchet MS"/>
                <a:cs typeface="Trebuchet MS"/>
              </a:rPr>
              <a:t>Mengatur</a:t>
            </a:r>
            <a:r>
              <a:rPr sz="2200" b="1" spc="-25" dirty="0">
                <a:solidFill>
                  <a:srgbClr val="DB2525"/>
                </a:solidFill>
                <a:latin typeface="Trebuchet MS"/>
                <a:cs typeface="Trebuchet MS"/>
              </a:rPr>
              <a:t> Tampilan</a:t>
            </a:r>
            <a:r>
              <a:rPr sz="2200" b="1" spc="65" dirty="0">
                <a:solidFill>
                  <a:srgbClr val="DB2525"/>
                </a:solidFill>
                <a:latin typeface="Trebuchet MS"/>
                <a:cs typeface="Trebuchet MS"/>
              </a:rPr>
              <a:t> </a:t>
            </a:r>
            <a:r>
              <a:rPr sz="2200" b="1" spc="-70" dirty="0">
                <a:solidFill>
                  <a:srgbClr val="DB2525"/>
                </a:solidFill>
                <a:latin typeface="Trebuchet MS"/>
                <a:cs typeface="Trebuchet MS"/>
              </a:rPr>
              <a:t>Teks</a:t>
            </a:r>
            <a:r>
              <a:rPr sz="2200" b="1" dirty="0">
                <a:solidFill>
                  <a:srgbClr val="DB2525"/>
                </a:solidFill>
                <a:latin typeface="Trebuchet MS"/>
                <a:cs typeface="Trebuchet MS"/>
              </a:rPr>
              <a:t> dengan</a:t>
            </a:r>
            <a:r>
              <a:rPr sz="2200" b="1" spc="60" dirty="0">
                <a:solidFill>
                  <a:srgbClr val="DB2525"/>
                </a:solidFill>
                <a:latin typeface="Trebuchet MS"/>
                <a:cs typeface="Trebuchet MS"/>
              </a:rPr>
              <a:t> </a:t>
            </a:r>
            <a:r>
              <a:rPr sz="2200" b="1" spc="50" dirty="0">
                <a:solidFill>
                  <a:srgbClr val="DB2525"/>
                </a:solidFill>
                <a:latin typeface="Trebuchet MS"/>
                <a:cs typeface="Trebuchet MS"/>
              </a:rPr>
              <a:t>CSS</a:t>
            </a:r>
            <a:endParaRPr sz="22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23924" y="1536699"/>
            <a:ext cx="10744199" cy="3797299"/>
            <a:chOff x="923924" y="1536699"/>
            <a:chExt cx="10744199" cy="3797299"/>
          </a:xfrm>
        </p:grpSpPr>
        <p:sp>
          <p:nvSpPr>
            <p:cNvPr id="13" name="object 13"/>
            <p:cNvSpPr/>
            <p:nvPr/>
          </p:nvSpPr>
          <p:spPr>
            <a:xfrm>
              <a:off x="923924" y="4324349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59435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943599" y="0"/>
                  </a:lnTo>
                  <a:lnTo>
                    <a:pt x="5943599" y="9524"/>
                  </a:lnTo>
                  <a:close/>
                </a:path>
              </a:pathLst>
            </a:custGeom>
            <a:solidFill>
              <a:srgbClr val="FED6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58124" y="1536699"/>
              <a:ext cx="3809999" cy="37972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94799" y="2720974"/>
              <a:ext cx="1136650" cy="89535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911224" y="4587004"/>
            <a:ext cx="5839460" cy="854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sz="1450" spc="-85" dirty="0">
                <a:solidFill>
                  <a:srgbClr val="4A5462"/>
                </a:solidFill>
                <a:latin typeface="Lucida Sans Unicode"/>
                <a:cs typeface="Lucida Sans Unicode"/>
              </a:rPr>
              <a:t>Font</a:t>
            </a:r>
            <a:r>
              <a:rPr sz="1450" spc="-8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90" dirty="0">
                <a:solidFill>
                  <a:srgbClr val="4A5462"/>
                </a:solidFill>
                <a:latin typeface="Lucida Sans Unicode"/>
                <a:cs typeface="Lucida Sans Unicode"/>
              </a:rPr>
              <a:t>Styling</a:t>
            </a:r>
            <a:r>
              <a:rPr sz="1450" spc="-11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90" dirty="0">
                <a:solidFill>
                  <a:srgbClr val="4A5462"/>
                </a:solidFill>
                <a:latin typeface="Lucida Sans Unicode"/>
                <a:cs typeface="Lucida Sans Unicode"/>
              </a:rPr>
              <a:t>dalam</a:t>
            </a:r>
            <a:r>
              <a:rPr sz="1450" spc="-6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90" dirty="0">
                <a:solidFill>
                  <a:srgbClr val="4A5462"/>
                </a:solidFill>
                <a:latin typeface="Lucida Sans Unicode"/>
                <a:cs typeface="Lucida Sans Unicode"/>
              </a:rPr>
              <a:t>CSS</a:t>
            </a:r>
            <a:r>
              <a:rPr sz="1450" spc="-6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110" dirty="0">
                <a:solidFill>
                  <a:srgbClr val="4A5462"/>
                </a:solidFill>
                <a:latin typeface="Lucida Sans Unicode"/>
                <a:cs typeface="Lucida Sans Unicode"/>
              </a:rPr>
              <a:t>digunakan</a:t>
            </a:r>
            <a:r>
              <a:rPr sz="1450" spc="-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85" dirty="0">
                <a:solidFill>
                  <a:srgbClr val="4A5462"/>
                </a:solidFill>
                <a:latin typeface="Lucida Sans Unicode"/>
                <a:cs typeface="Lucida Sans Unicode"/>
              </a:rPr>
              <a:t>untuk</a:t>
            </a:r>
            <a:r>
              <a:rPr sz="1450" spc="-12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90" dirty="0">
                <a:solidFill>
                  <a:srgbClr val="4A5462"/>
                </a:solidFill>
                <a:latin typeface="Lucida Sans Unicode"/>
                <a:cs typeface="Lucida Sans Unicode"/>
              </a:rPr>
              <a:t>mengatur</a:t>
            </a:r>
            <a:r>
              <a:rPr sz="1450" spc="-8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tampilan</a:t>
            </a:r>
            <a:r>
              <a:rPr sz="145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teks</a:t>
            </a:r>
            <a:r>
              <a:rPr sz="1450" spc="-5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20" dirty="0">
                <a:solidFill>
                  <a:srgbClr val="4A5462"/>
                </a:solidFill>
                <a:latin typeface="Lucida Sans Unicode"/>
                <a:cs typeface="Lucida Sans Unicode"/>
              </a:rPr>
              <a:t>pada </a:t>
            </a:r>
            <a:r>
              <a:rPr sz="145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halaman</a:t>
            </a:r>
            <a:r>
              <a:rPr sz="1450" spc="-2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110" dirty="0">
                <a:solidFill>
                  <a:srgbClr val="4A5462"/>
                </a:solidFill>
                <a:latin typeface="Lucida Sans Unicode"/>
                <a:cs typeface="Lucida Sans Unicode"/>
              </a:rPr>
              <a:t>web,</a:t>
            </a:r>
            <a:r>
              <a:rPr sz="1450" spc="1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90" dirty="0">
                <a:solidFill>
                  <a:srgbClr val="4A5462"/>
                </a:solidFill>
                <a:latin typeface="Lucida Sans Unicode"/>
                <a:cs typeface="Lucida Sans Unicode"/>
              </a:rPr>
              <a:t>seperti</a:t>
            </a:r>
            <a:r>
              <a:rPr sz="1450" spc="2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90" dirty="0">
                <a:solidFill>
                  <a:srgbClr val="4A5462"/>
                </a:solidFill>
                <a:latin typeface="Lucida Sans Unicode"/>
                <a:cs typeface="Lucida Sans Unicode"/>
              </a:rPr>
              <a:t>jenis</a:t>
            </a:r>
            <a:r>
              <a:rPr sz="1450" spc="-6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huruf,</a:t>
            </a:r>
            <a:r>
              <a:rPr sz="1450" spc="1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ukuran,</a:t>
            </a:r>
            <a:r>
              <a:rPr sz="1450" spc="1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ketebalan,</a:t>
            </a:r>
            <a:r>
              <a:rPr sz="1450" spc="2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warna,</a:t>
            </a:r>
            <a:r>
              <a:rPr sz="1450" spc="1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125" dirty="0">
                <a:solidFill>
                  <a:srgbClr val="4A5462"/>
                </a:solidFill>
                <a:latin typeface="Lucida Sans Unicode"/>
                <a:cs typeface="Lucida Sans Unicode"/>
              </a:rPr>
              <a:t>hingga</a:t>
            </a:r>
            <a:r>
              <a:rPr sz="1450" spc="-2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jarak </a:t>
            </a:r>
            <a:r>
              <a:rPr sz="1450" spc="-65" dirty="0">
                <a:solidFill>
                  <a:srgbClr val="4A5462"/>
                </a:solidFill>
                <a:latin typeface="Lucida Sans Unicode"/>
                <a:cs typeface="Lucida Sans Unicode"/>
              </a:rPr>
              <a:t>antar</a:t>
            </a:r>
            <a:r>
              <a:rPr sz="145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huruf.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37822" y="4054650"/>
            <a:ext cx="165227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80" dirty="0">
                <a:solidFill>
                  <a:srgbClr val="FFFFFF"/>
                </a:solidFill>
                <a:latin typeface="Trebuchet MS"/>
                <a:cs typeface="Trebuchet MS"/>
              </a:rPr>
              <a:t>CSS</a:t>
            </a:r>
            <a:r>
              <a:rPr sz="1850" b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FFFFFF"/>
                </a:solidFill>
                <a:latin typeface="Trebuchet MS"/>
                <a:cs typeface="Trebuchet MS"/>
              </a:rPr>
              <a:t>Properties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629524" y="1371599"/>
            <a:ext cx="4191000" cy="4191000"/>
            <a:chOff x="7629524" y="1371599"/>
            <a:chExt cx="4191000" cy="4191000"/>
          </a:xfrm>
        </p:grpSpPr>
        <p:sp>
          <p:nvSpPr>
            <p:cNvPr id="20" name="object 20"/>
            <p:cNvSpPr/>
            <p:nvPr/>
          </p:nvSpPr>
          <p:spPr>
            <a:xfrm>
              <a:off x="10906123" y="137159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199" y="914399"/>
                  </a:moveTo>
                  <a:lnTo>
                    <a:pt x="412386" y="912198"/>
                  </a:lnTo>
                  <a:lnTo>
                    <a:pt x="368003" y="905614"/>
                  </a:lnTo>
                  <a:lnTo>
                    <a:pt x="324481" y="894712"/>
                  </a:lnTo>
                  <a:lnTo>
                    <a:pt x="282236" y="879597"/>
                  </a:lnTo>
                  <a:lnTo>
                    <a:pt x="241677" y="860414"/>
                  </a:lnTo>
                  <a:lnTo>
                    <a:pt x="203191" y="837347"/>
                  </a:lnTo>
                  <a:lnTo>
                    <a:pt x="167153" y="810620"/>
                  </a:lnTo>
                  <a:lnTo>
                    <a:pt x="133909" y="780489"/>
                  </a:lnTo>
                  <a:lnTo>
                    <a:pt x="103779" y="747244"/>
                  </a:lnTo>
                  <a:lnTo>
                    <a:pt x="77051" y="711206"/>
                  </a:lnTo>
                  <a:lnTo>
                    <a:pt x="53985" y="672722"/>
                  </a:lnTo>
                  <a:lnTo>
                    <a:pt x="34800" y="632162"/>
                  </a:lnTo>
                  <a:lnTo>
                    <a:pt x="19685" y="589917"/>
                  </a:lnTo>
                  <a:lnTo>
                    <a:pt x="8783" y="546395"/>
                  </a:lnTo>
                  <a:lnTo>
                    <a:pt x="2199" y="502013"/>
                  </a:lnTo>
                  <a:lnTo>
                    <a:pt x="0" y="457199"/>
                  </a:lnTo>
                  <a:lnTo>
                    <a:pt x="137" y="445976"/>
                  </a:lnTo>
                  <a:lnTo>
                    <a:pt x="3437" y="401230"/>
                  </a:lnTo>
                  <a:lnTo>
                    <a:pt x="11108" y="357023"/>
                  </a:lnTo>
                  <a:lnTo>
                    <a:pt x="23075" y="313781"/>
                  </a:lnTo>
                  <a:lnTo>
                    <a:pt x="39222" y="271920"/>
                  </a:lnTo>
                  <a:lnTo>
                    <a:pt x="59397" y="231843"/>
                  </a:lnTo>
                  <a:lnTo>
                    <a:pt x="83400" y="193937"/>
                  </a:lnTo>
                  <a:lnTo>
                    <a:pt x="111005" y="158566"/>
                  </a:lnTo>
                  <a:lnTo>
                    <a:pt x="141943" y="126071"/>
                  </a:lnTo>
                  <a:lnTo>
                    <a:pt x="175918" y="96765"/>
                  </a:lnTo>
                  <a:lnTo>
                    <a:pt x="212601" y="70930"/>
                  </a:lnTo>
                  <a:lnTo>
                    <a:pt x="251639" y="48815"/>
                  </a:lnTo>
                  <a:lnTo>
                    <a:pt x="292658" y="30634"/>
                  </a:lnTo>
                  <a:lnTo>
                    <a:pt x="335261" y="16560"/>
                  </a:lnTo>
                  <a:lnTo>
                    <a:pt x="379038" y="6730"/>
                  </a:lnTo>
                  <a:lnTo>
                    <a:pt x="423569" y="1238"/>
                  </a:lnTo>
                  <a:lnTo>
                    <a:pt x="457199" y="0"/>
                  </a:lnTo>
                  <a:lnTo>
                    <a:pt x="468423" y="137"/>
                  </a:lnTo>
                  <a:lnTo>
                    <a:pt x="513169" y="3438"/>
                  </a:lnTo>
                  <a:lnTo>
                    <a:pt x="557375" y="11109"/>
                  </a:lnTo>
                  <a:lnTo>
                    <a:pt x="600617" y="23076"/>
                  </a:lnTo>
                  <a:lnTo>
                    <a:pt x="642478" y="39224"/>
                  </a:lnTo>
                  <a:lnTo>
                    <a:pt x="682555" y="59397"/>
                  </a:lnTo>
                  <a:lnTo>
                    <a:pt x="720461" y="83401"/>
                  </a:lnTo>
                  <a:lnTo>
                    <a:pt x="755832" y="111005"/>
                  </a:lnTo>
                  <a:lnTo>
                    <a:pt x="788327" y="141944"/>
                  </a:lnTo>
                  <a:lnTo>
                    <a:pt x="817632" y="175918"/>
                  </a:lnTo>
                  <a:lnTo>
                    <a:pt x="843468" y="212601"/>
                  </a:lnTo>
                  <a:lnTo>
                    <a:pt x="865583" y="251640"/>
                  </a:lnTo>
                  <a:lnTo>
                    <a:pt x="883764" y="292658"/>
                  </a:lnTo>
                  <a:lnTo>
                    <a:pt x="897838" y="335261"/>
                  </a:lnTo>
                  <a:lnTo>
                    <a:pt x="907668" y="379039"/>
                  </a:lnTo>
                  <a:lnTo>
                    <a:pt x="913161" y="423569"/>
                  </a:lnTo>
                  <a:lnTo>
                    <a:pt x="914399" y="457199"/>
                  </a:lnTo>
                  <a:lnTo>
                    <a:pt x="914262" y="468423"/>
                  </a:lnTo>
                  <a:lnTo>
                    <a:pt x="910961" y="513169"/>
                  </a:lnTo>
                  <a:lnTo>
                    <a:pt x="903289" y="557376"/>
                  </a:lnTo>
                  <a:lnTo>
                    <a:pt x="891322" y="600618"/>
                  </a:lnTo>
                  <a:lnTo>
                    <a:pt x="875174" y="642479"/>
                  </a:lnTo>
                  <a:lnTo>
                    <a:pt x="855002" y="682555"/>
                  </a:lnTo>
                  <a:lnTo>
                    <a:pt x="830996" y="720462"/>
                  </a:lnTo>
                  <a:lnTo>
                    <a:pt x="803393" y="755833"/>
                  </a:lnTo>
                  <a:lnTo>
                    <a:pt x="772454" y="788328"/>
                  </a:lnTo>
                  <a:lnTo>
                    <a:pt x="738480" y="817634"/>
                  </a:lnTo>
                  <a:lnTo>
                    <a:pt x="701797" y="843468"/>
                  </a:lnTo>
                  <a:lnTo>
                    <a:pt x="662759" y="865583"/>
                  </a:lnTo>
                  <a:lnTo>
                    <a:pt x="621740" y="883765"/>
                  </a:lnTo>
                  <a:lnTo>
                    <a:pt x="579137" y="897839"/>
                  </a:lnTo>
                  <a:lnTo>
                    <a:pt x="535360" y="907669"/>
                  </a:lnTo>
                  <a:lnTo>
                    <a:pt x="490830" y="913161"/>
                  </a:lnTo>
                  <a:lnTo>
                    <a:pt x="457199" y="914399"/>
                  </a:lnTo>
                  <a:close/>
                </a:path>
              </a:pathLst>
            </a:custGeom>
            <a:solidFill>
              <a:srgbClr val="F59D0A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629524" y="480059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0999" y="761999"/>
                  </a:moveTo>
                  <a:lnTo>
                    <a:pt x="334358" y="759134"/>
                  </a:lnTo>
                  <a:lnTo>
                    <a:pt x="288424" y="750582"/>
                  </a:lnTo>
                  <a:lnTo>
                    <a:pt x="243881" y="736470"/>
                  </a:lnTo>
                  <a:lnTo>
                    <a:pt x="201397" y="717011"/>
                  </a:lnTo>
                  <a:lnTo>
                    <a:pt x="161614" y="692497"/>
                  </a:lnTo>
                  <a:lnTo>
                    <a:pt x="125136" y="663302"/>
                  </a:lnTo>
                  <a:lnTo>
                    <a:pt x="92505" y="629861"/>
                  </a:lnTo>
                  <a:lnTo>
                    <a:pt x="64209" y="592671"/>
                  </a:lnTo>
                  <a:lnTo>
                    <a:pt x="40679" y="552298"/>
                  </a:lnTo>
                  <a:lnTo>
                    <a:pt x="22271" y="509354"/>
                  </a:lnTo>
                  <a:lnTo>
                    <a:pt x="9257" y="464479"/>
                  </a:lnTo>
                  <a:lnTo>
                    <a:pt x="1834" y="418344"/>
                  </a:lnTo>
                  <a:lnTo>
                    <a:pt x="0" y="380999"/>
                  </a:lnTo>
                  <a:lnTo>
                    <a:pt x="114" y="371647"/>
                  </a:lnTo>
                  <a:lnTo>
                    <a:pt x="4123" y="325096"/>
                  </a:lnTo>
                  <a:lnTo>
                    <a:pt x="13800" y="279385"/>
                  </a:lnTo>
                  <a:lnTo>
                    <a:pt x="29001" y="235197"/>
                  </a:lnTo>
                  <a:lnTo>
                    <a:pt x="49498" y="193203"/>
                  </a:lnTo>
                  <a:lnTo>
                    <a:pt x="74977" y="154038"/>
                  </a:lnTo>
                  <a:lnTo>
                    <a:pt x="105059" y="118286"/>
                  </a:lnTo>
                  <a:lnTo>
                    <a:pt x="139296" y="86483"/>
                  </a:lnTo>
                  <a:lnTo>
                    <a:pt x="177168" y="59108"/>
                  </a:lnTo>
                  <a:lnTo>
                    <a:pt x="218101" y="36579"/>
                  </a:lnTo>
                  <a:lnTo>
                    <a:pt x="261483" y="19230"/>
                  </a:lnTo>
                  <a:lnTo>
                    <a:pt x="306670" y="7320"/>
                  </a:lnTo>
                  <a:lnTo>
                    <a:pt x="352974" y="1032"/>
                  </a:lnTo>
                  <a:lnTo>
                    <a:pt x="380999" y="0"/>
                  </a:lnTo>
                  <a:lnTo>
                    <a:pt x="390353" y="114"/>
                  </a:lnTo>
                  <a:lnTo>
                    <a:pt x="436904" y="4123"/>
                  </a:lnTo>
                  <a:lnTo>
                    <a:pt x="482614" y="13800"/>
                  </a:lnTo>
                  <a:lnTo>
                    <a:pt x="526801" y="29001"/>
                  </a:lnTo>
                  <a:lnTo>
                    <a:pt x="568795" y="49497"/>
                  </a:lnTo>
                  <a:lnTo>
                    <a:pt x="607961" y="74977"/>
                  </a:lnTo>
                  <a:lnTo>
                    <a:pt x="643712" y="105059"/>
                  </a:lnTo>
                  <a:lnTo>
                    <a:pt x="675516" y="139296"/>
                  </a:lnTo>
                  <a:lnTo>
                    <a:pt x="702890" y="177167"/>
                  </a:lnTo>
                  <a:lnTo>
                    <a:pt x="725419" y="218101"/>
                  </a:lnTo>
                  <a:lnTo>
                    <a:pt x="742769" y="261484"/>
                  </a:lnTo>
                  <a:lnTo>
                    <a:pt x="754678" y="306670"/>
                  </a:lnTo>
                  <a:lnTo>
                    <a:pt x="760967" y="352975"/>
                  </a:lnTo>
                  <a:lnTo>
                    <a:pt x="761999" y="380999"/>
                  </a:lnTo>
                  <a:lnTo>
                    <a:pt x="761885" y="390353"/>
                  </a:lnTo>
                  <a:lnTo>
                    <a:pt x="757876" y="436904"/>
                  </a:lnTo>
                  <a:lnTo>
                    <a:pt x="748199" y="482614"/>
                  </a:lnTo>
                  <a:lnTo>
                    <a:pt x="732997" y="526801"/>
                  </a:lnTo>
                  <a:lnTo>
                    <a:pt x="712501" y="568795"/>
                  </a:lnTo>
                  <a:lnTo>
                    <a:pt x="687021" y="607961"/>
                  </a:lnTo>
                  <a:lnTo>
                    <a:pt x="656939" y="643712"/>
                  </a:lnTo>
                  <a:lnTo>
                    <a:pt x="622703" y="675516"/>
                  </a:lnTo>
                  <a:lnTo>
                    <a:pt x="584831" y="702889"/>
                  </a:lnTo>
                  <a:lnTo>
                    <a:pt x="543897" y="725419"/>
                  </a:lnTo>
                  <a:lnTo>
                    <a:pt x="500515" y="742769"/>
                  </a:lnTo>
                  <a:lnTo>
                    <a:pt x="455328" y="754678"/>
                  </a:lnTo>
                  <a:lnTo>
                    <a:pt x="409025" y="760967"/>
                  </a:lnTo>
                  <a:lnTo>
                    <a:pt x="380999" y="761999"/>
                  </a:lnTo>
                  <a:close/>
                </a:path>
              </a:pathLst>
            </a:custGeom>
            <a:solidFill>
              <a:srgbClr val="DB2525">
                <a:alpha val="5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4" y="0"/>
            <a:ext cx="12192000" cy="785495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295899" y="628649"/>
            <a:ext cx="1619250" cy="342900"/>
            <a:chOff x="5295899" y="628649"/>
            <a:chExt cx="1619250" cy="342900"/>
          </a:xfrm>
        </p:grpSpPr>
        <p:sp>
          <p:nvSpPr>
            <p:cNvPr id="4" name="object 4"/>
            <p:cNvSpPr/>
            <p:nvPr/>
          </p:nvSpPr>
          <p:spPr>
            <a:xfrm>
              <a:off x="5295899" y="628649"/>
              <a:ext cx="1619250" cy="342900"/>
            </a:xfrm>
            <a:custGeom>
              <a:avLst/>
              <a:gdLst/>
              <a:ahLst/>
              <a:cxnLst/>
              <a:rect l="l" t="t" r="r" b="b"/>
              <a:pathLst>
                <a:path w="1619250" h="342900">
                  <a:moveTo>
                    <a:pt x="1447799" y="342899"/>
                  </a:moveTo>
                  <a:lnTo>
                    <a:pt x="171449" y="342899"/>
                  </a:lnTo>
                  <a:lnTo>
                    <a:pt x="163026" y="342694"/>
                  </a:lnTo>
                  <a:lnTo>
                    <a:pt x="121679" y="335519"/>
                  </a:lnTo>
                  <a:lnTo>
                    <a:pt x="83314" y="318513"/>
                  </a:lnTo>
                  <a:lnTo>
                    <a:pt x="50216" y="292683"/>
                  </a:lnTo>
                  <a:lnTo>
                    <a:pt x="24385" y="259584"/>
                  </a:lnTo>
                  <a:lnTo>
                    <a:pt x="7379" y="221219"/>
                  </a:lnTo>
                  <a:lnTo>
                    <a:pt x="205" y="179872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79" y="121680"/>
                  </a:lnTo>
                  <a:lnTo>
                    <a:pt x="24385" y="83315"/>
                  </a:lnTo>
                  <a:lnTo>
                    <a:pt x="50216" y="50216"/>
                  </a:lnTo>
                  <a:lnTo>
                    <a:pt x="83314" y="24386"/>
                  </a:lnTo>
                  <a:lnTo>
                    <a:pt x="121679" y="7380"/>
                  </a:lnTo>
                  <a:lnTo>
                    <a:pt x="163026" y="205"/>
                  </a:lnTo>
                  <a:lnTo>
                    <a:pt x="171449" y="0"/>
                  </a:lnTo>
                  <a:lnTo>
                    <a:pt x="1447799" y="0"/>
                  </a:lnTo>
                  <a:lnTo>
                    <a:pt x="1489468" y="5139"/>
                  </a:lnTo>
                  <a:lnTo>
                    <a:pt x="1528620" y="20242"/>
                  </a:lnTo>
                  <a:lnTo>
                    <a:pt x="1562931" y="44406"/>
                  </a:lnTo>
                  <a:lnTo>
                    <a:pt x="1590353" y="76197"/>
                  </a:lnTo>
                  <a:lnTo>
                    <a:pt x="1609231" y="113699"/>
                  </a:lnTo>
                  <a:lnTo>
                    <a:pt x="1618425" y="154644"/>
                  </a:lnTo>
                  <a:lnTo>
                    <a:pt x="1619249" y="171449"/>
                  </a:lnTo>
                  <a:lnTo>
                    <a:pt x="1619043" y="179872"/>
                  </a:lnTo>
                  <a:lnTo>
                    <a:pt x="1611868" y="221219"/>
                  </a:lnTo>
                  <a:lnTo>
                    <a:pt x="1594862" y="259584"/>
                  </a:lnTo>
                  <a:lnTo>
                    <a:pt x="1569032" y="292683"/>
                  </a:lnTo>
                  <a:lnTo>
                    <a:pt x="1535933" y="318513"/>
                  </a:lnTo>
                  <a:lnTo>
                    <a:pt x="1497568" y="335519"/>
                  </a:lnTo>
                  <a:lnTo>
                    <a:pt x="1456222" y="342694"/>
                  </a:lnTo>
                  <a:lnTo>
                    <a:pt x="1447799" y="342899"/>
                  </a:lnTo>
                  <a:close/>
                </a:path>
              </a:pathLst>
            </a:custGeom>
            <a:solidFill>
              <a:srgbClr val="FFEC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8299" y="742949"/>
              <a:ext cx="114299" cy="1142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628332" y="698225"/>
            <a:ext cx="1129665" cy="189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b="1" spc="105" dirty="0">
                <a:solidFill>
                  <a:srgbClr val="E9580C"/>
                </a:solidFill>
                <a:latin typeface="Trebuchet MS"/>
                <a:cs typeface="Trebuchet MS"/>
              </a:rPr>
              <a:t>PENDAHULUAN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806080" y="1101039"/>
            <a:ext cx="4599305" cy="609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Apa</a:t>
            </a:r>
            <a:r>
              <a:rPr spc="-125" dirty="0"/>
              <a:t> </a:t>
            </a:r>
            <a:r>
              <a:rPr spc="-160" dirty="0"/>
              <a:t>itu</a:t>
            </a:r>
            <a:r>
              <a:rPr spc="-95" dirty="0"/>
              <a:t> </a:t>
            </a:r>
            <a:r>
              <a:rPr spc="-65" dirty="0"/>
              <a:t>Font</a:t>
            </a:r>
            <a:r>
              <a:rPr spc="-130" dirty="0"/>
              <a:t> </a:t>
            </a:r>
            <a:r>
              <a:rPr spc="-10" dirty="0"/>
              <a:t>Styling?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9431" y="1923288"/>
            <a:ext cx="10631423" cy="484936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805235" y="2675365"/>
            <a:ext cx="8592185" cy="1139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0" marR="5080" indent="-241935">
              <a:lnSpc>
                <a:spcPct val="125000"/>
              </a:lnSpc>
              <a:spcBef>
                <a:spcPts val="100"/>
              </a:spcBef>
            </a:pPr>
            <a:r>
              <a:rPr sz="1950" spc="-110" dirty="0">
                <a:solidFill>
                  <a:srgbClr val="292524"/>
                </a:solidFill>
                <a:latin typeface="Lucida Sans Unicode"/>
                <a:cs typeface="Lucida Sans Unicode"/>
              </a:rPr>
              <a:t>Font</a:t>
            </a:r>
            <a:r>
              <a:rPr sz="1950" spc="-15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25" dirty="0">
                <a:solidFill>
                  <a:srgbClr val="292524"/>
                </a:solidFill>
                <a:latin typeface="Lucida Sans Unicode"/>
                <a:cs typeface="Lucida Sans Unicode"/>
              </a:rPr>
              <a:t>Styling</a:t>
            </a:r>
            <a:r>
              <a:rPr sz="1950" spc="-19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30" dirty="0">
                <a:solidFill>
                  <a:srgbClr val="292524"/>
                </a:solidFill>
                <a:latin typeface="Lucida Sans Unicode"/>
                <a:cs typeface="Lucida Sans Unicode"/>
              </a:rPr>
              <a:t>dalam</a:t>
            </a:r>
            <a:r>
              <a:rPr sz="1950" spc="-12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35" dirty="0">
                <a:solidFill>
                  <a:srgbClr val="292524"/>
                </a:solidFill>
                <a:latin typeface="Lucida Sans Unicode"/>
                <a:cs typeface="Lucida Sans Unicode"/>
              </a:rPr>
              <a:t>CSS</a:t>
            </a:r>
            <a:r>
              <a:rPr sz="1950" spc="-12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45" dirty="0">
                <a:solidFill>
                  <a:srgbClr val="292524"/>
                </a:solidFill>
                <a:latin typeface="Lucida Sans Unicode"/>
                <a:cs typeface="Lucida Sans Unicode"/>
              </a:rPr>
              <a:t>digunakan</a:t>
            </a:r>
            <a:r>
              <a:rPr sz="1950" spc="-6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20" dirty="0">
                <a:solidFill>
                  <a:srgbClr val="292524"/>
                </a:solidFill>
                <a:latin typeface="Lucida Sans Unicode"/>
                <a:cs typeface="Lucida Sans Unicode"/>
              </a:rPr>
              <a:t>untuk</a:t>
            </a:r>
            <a:r>
              <a:rPr sz="1950" spc="-19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b="1" spc="-50" dirty="0">
                <a:solidFill>
                  <a:srgbClr val="E9580C"/>
                </a:solidFill>
                <a:latin typeface="Arial"/>
                <a:cs typeface="Arial"/>
              </a:rPr>
              <a:t>mengatur</a:t>
            </a:r>
            <a:r>
              <a:rPr sz="1950" b="1" spc="-90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1950" b="1" spc="-35" dirty="0">
                <a:solidFill>
                  <a:srgbClr val="E9580C"/>
                </a:solidFill>
                <a:latin typeface="Arial"/>
                <a:cs typeface="Arial"/>
              </a:rPr>
              <a:t>tampilan</a:t>
            </a:r>
            <a:r>
              <a:rPr sz="1950" b="1" spc="5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1950" b="1" spc="-75" dirty="0">
                <a:solidFill>
                  <a:srgbClr val="E9580C"/>
                </a:solidFill>
                <a:latin typeface="Arial"/>
                <a:cs typeface="Arial"/>
              </a:rPr>
              <a:t>teks</a:t>
            </a:r>
            <a:r>
              <a:rPr sz="1950" b="1" spc="-60" dirty="0">
                <a:solidFill>
                  <a:srgbClr val="E9580C"/>
                </a:solidFill>
                <a:latin typeface="Arial"/>
                <a:cs typeface="Arial"/>
              </a:rPr>
              <a:t> </a:t>
            </a:r>
            <a:r>
              <a:rPr sz="1950" spc="-140" dirty="0">
                <a:solidFill>
                  <a:srgbClr val="292524"/>
                </a:solidFill>
                <a:latin typeface="Lucida Sans Unicode"/>
                <a:cs typeface="Lucida Sans Unicode"/>
              </a:rPr>
              <a:t>pada</a:t>
            </a:r>
            <a:r>
              <a:rPr sz="1950" spc="-5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40" dirty="0">
                <a:solidFill>
                  <a:srgbClr val="292524"/>
                </a:solidFill>
                <a:latin typeface="Lucida Sans Unicode"/>
                <a:cs typeface="Lucida Sans Unicode"/>
              </a:rPr>
              <a:t>halaman </a:t>
            </a:r>
            <a:r>
              <a:rPr sz="1950" spc="-155" dirty="0">
                <a:solidFill>
                  <a:srgbClr val="292524"/>
                </a:solidFill>
                <a:latin typeface="Lucida Sans Unicode"/>
                <a:cs typeface="Lucida Sans Unicode"/>
              </a:rPr>
              <a:t>web,</a:t>
            </a:r>
            <a:r>
              <a:rPr sz="1950" spc="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25" dirty="0">
                <a:solidFill>
                  <a:srgbClr val="292524"/>
                </a:solidFill>
                <a:latin typeface="Lucida Sans Unicode"/>
                <a:cs typeface="Lucida Sans Unicode"/>
              </a:rPr>
              <a:t>seperti</a:t>
            </a:r>
            <a:r>
              <a:rPr sz="1950" spc="2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25" dirty="0">
                <a:solidFill>
                  <a:srgbClr val="292524"/>
                </a:solidFill>
                <a:latin typeface="Lucida Sans Unicode"/>
                <a:cs typeface="Lucida Sans Unicode"/>
              </a:rPr>
              <a:t>jenis</a:t>
            </a:r>
            <a:r>
              <a:rPr sz="1950" spc="-9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40" dirty="0">
                <a:solidFill>
                  <a:srgbClr val="292524"/>
                </a:solidFill>
                <a:latin typeface="Lucida Sans Unicode"/>
                <a:cs typeface="Lucida Sans Unicode"/>
              </a:rPr>
              <a:t>huruf,</a:t>
            </a:r>
            <a:r>
              <a:rPr sz="1950" spc="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45" dirty="0">
                <a:solidFill>
                  <a:srgbClr val="292524"/>
                </a:solidFill>
                <a:latin typeface="Lucida Sans Unicode"/>
                <a:cs typeface="Lucida Sans Unicode"/>
              </a:rPr>
              <a:t>ukuran,</a:t>
            </a:r>
            <a:r>
              <a:rPr sz="1950" spc="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35" dirty="0">
                <a:solidFill>
                  <a:srgbClr val="292524"/>
                </a:solidFill>
                <a:latin typeface="Lucida Sans Unicode"/>
                <a:cs typeface="Lucida Sans Unicode"/>
              </a:rPr>
              <a:t>ketebalan,</a:t>
            </a:r>
            <a:r>
              <a:rPr sz="1950" spc="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30" dirty="0">
                <a:solidFill>
                  <a:srgbClr val="292524"/>
                </a:solidFill>
                <a:latin typeface="Lucida Sans Unicode"/>
                <a:cs typeface="Lucida Sans Unicode"/>
              </a:rPr>
              <a:t>warna,</a:t>
            </a:r>
            <a:r>
              <a:rPr sz="1950" spc="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75" dirty="0">
                <a:solidFill>
                  <a:srgbClr val="292524"/>
                </a:solidFill>
                <a:latin typeface="Lucida Sans Unicode"/>
                <a:cs typeface="Lucida Sans Unicode"/>
              </a:rPr>
              <a:t>hingga</a:t>
            </a:r>
            <a:r>
              <a:rPr sz="1950" spc="-3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14" dirty="0">
                <a:solidFill>
                  <a:srgbClr val="292524"/>
                </a:solidFill>
                <a:latin typeface="Lucida Sans Unicode"/>
                <a:cs typeface="Lucida Sans Unicode"/>
              </a:rPr>
              <a:t>jarak</a:t>
            </a:r>
            <a:r>
              <a:rPr sz="1950" spc="-18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95" dirty="0">
                <a:solidFill>
                  <a:srgbClr val="292524"/>
                </a:solidFill>
                <a:latin typeface="Lucida Sans Unicode"/>
                <a:cs typeface="Lucida Sans Unicode"/>
              </a:rPr>
              <a:t>antar</a:t>
            </a:r>
            <a:r>
              <a:rPr sz="1950" spc="-14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0" dirty="0">
                <a:solidFill>
                  <a:srgbClr val="292524"/>
                </a:solidFill>
                <a:latin typeface="Lucida Sans Unicode"/>
                <a:cs typeface="Lucida Sans Unicode"/>
              </a:rPr>
              <a:t>huruf.</a:t>
            </a:r>
            <a:endParaRPr sz="1950">
              <a:latin typeface="Lucida Sans Unicode"/>
              <a:cs typeface="Lucida Sans Unicode"/>
            </a:endParaRPr>
          </a:p>
          <a:p>
            <a:pPr marL="21590">
              <a:lnSpc>
                <a:spcPct val="100000"/>
              </a:lnSpc>
              <a:spcBef>
                <a:spcPts val="585"/>
              </a:spcBef>
            </a:pPr>
            <a:r>
              <a:rPr sz="1950" spc="-155" dirty="0">
                <a:solidFill>
                  <a:srgbClr val="292524"/>
                </a:solidFill>
                <a:latin typeface="Lucida Sans Unicode"/>
                <a:cs typeface="Lucida Sans Unicode"/>
              </a:rPr>
              <a:t>Dengan</a:t>
            </a:r>
            <a:r>
              <a:rPr sz="1950" spc="-4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10" dirty="0">
                <a:solidFill>
                  <a:srgbClr val="292524"/>
                </a:solidFill>
                <a:latin typeface="Lucida Sans Unicode"/>
                <a:cs typeface="Lucida Sans Unicode"/>
              </a:rPr>
              <a:t>font</a:t>
            </a:r>
            <a:r>
              <a:rPr sz="1950" spc="-13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60" dirty="0">
                <a:solidFill>
                  <a:srgbClr val="292524"/>
                </a:solidFill>
                <a:latin typeface="Lucida Sans Unicode"/>
                <a:cs typeface="Lucida Sans Unicode"/>
              </a:rPr>
              <a:t>styling,</a:t>
            </a:r>
            <a:r>
              <a:rPr sz="195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30" dirty="0">
                <a:solidFill>
                  <a:srgbClr val="292524"/>
                </a:solidFill>
                <a:latin typeface="Lucida Sans Unicode"/>
                <a:cs typeface="Lucida Sans Unicode"/>
              </a:rPr>
              <a:t>tampilan</a:t>
            </a:r>
            <a:r>
              <a:rPr sz="1950" spc="-4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14" dirty="0">
                <a:solidFill>
                  <a:srgbClr val="292524"/>
                </a:solidFill>
                <a:latin typeface="Lucida Sans Unicode"/>
                <a:cs typeface="Lucida Sans Unicode"/>
              </a:rPr>
              <a:t>website</a:t>
            </a:r>
            <a:r>
              <a:rPr sz="1950" spc="-10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40" dirty="0">
                <a:solidFill>
                  <a:srgbClr val="292524"/>
                </a:solidFill>
                <a:latin typeface="Lucida Sans Unicode"/>
                <a:cs typeface="Lucida Sans Unicode"/>
              </a:rPr>
              <a:t>menjadi</a:t>
            </a:r>
            <a:r>
              <a:rPr sz="1950" spc="2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30" dirty="0">
                <a:solidFill>
                  <a:srgbClr val="292524"/>
                </a:solidFill>
                <a:latin typeface="Lucida Sans Unicode"/>
                <a:cs typeface="Lucida Sans Unicode"/>
              </a:rPr>
              <a:t>lebih</a:t>
            </a:r>
            <a:r>
              <a:rPr sz="1950" spc="-4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14" dirty="0">
                <a:solidFill>
                  <a:srgbClr val="292524"/>
                </a:solidFill>
                <a:latin typeface="Lucida Sans Unicode"/>
                <a:cs typeface="Lucida Sans Unicode"/>
              </a:rPr>
              <a:t>menarik</a:t>
            </a:r>
            <a:r>
              <a:rPr sz="1950" spc="-180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40" dirty="0">
                <a:solidFill>
                  <a:srgbClr val="292524"/>
                </a:solidFill>
                <a:latin typeface="Lucida Sans Unicode"/>
                <a:cs typeface="Lucida Sans Unicode"/>
              </a:rPr>
              <a:t>dan</a:t>
            </a:r>
            <a:r>
              <a:rPr sz="1950" spc="-45" dirty="0">
                <a:solidFill>
                  <a:srgbClr val="292524"/>
                </a:solidFill>
                <a:latin typeface="Lucida Sans Unicode"/>
                <a:cs typeface="Lucida Sans Unicode"/>
              </a:rPr>
              <a:t> </a:t>
            </a:r>
            <a:r>
              <a:rPr sz="1950" spc="-145" dirty="0">
                <a:solidFill>
                  <a:srgbClr val="292524"/>
                </a:solidFill>
                <a:latin typeface="Lucida Sans Unicode"/>
                <a:cs typeface="Lucida Sans Unicode"/>
              </a:rPr>
              <a:t>mudah</a:t>
            </a:r>
            <a:r>
              <a:rPr sz="1950" spc="-40" dirty="0">
                <a:solidFill>
                  <a:srgbClr val="292524"/>
                </a:solidFill>
                <a:latin typeface="Lucida Sans Unicode"/>
                <a:cs typeface="Lucida Sans Unicode"/>
              </a:rPr>
              <a:t> dibaca.</a:t>
            </a:r>
            <a:endParaRPr sz="19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81274" y="4895849"/>
            <a:ext cx="7067550" cy="381000"/>
            <a:chOff x="2581274" y="4895849"/>
            <a:chExt cx="7067550" cy="38100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1274" y="4930774"/>
              <a:ext cx="361950" cy="2889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07099" y="4930774"/>
              <a:ext cx="209550" cy="26987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67824" y="4895849"/>
              <a:ext cx="381000" cy="3810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832768" y="5311387"/>
            <a:ext cx="1838960" cy="68389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sz="1600" b="1" spc="-10" dirty="0">
                <a:solidFill>
                  <a:srgbClr val="292524"/>
                </a:solidFill>
                <a:latin typeface="Trebuchet MS"/>
                <a:cs typeface="Trebuchet MS"/>
              </a:rPr>
              <a:t>Ukuran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sz="1150" spc="-75" dirty="0">
                <a:solidFill>
                  <a:srgbClr val="4A5462"/>
                </a:solidFill>
                <a:latin typeface="Lucida Sans Unicode"/>
                <a:cs typeface="Lucida Sans Unicode"/>
              </a:rPr>
              <a:t>Mengatur </a:t>
            </a:r>
            <a:r>
              <a:rPr sz="1150" spc="-70" dirty="0">
                <a:solidFill>
                  <a:srgbClr val="4A5462"/>
                </a:solidFill>
                <a:latin typeface="Lucida Sans Unicode"/>
                <a:cs typeface="Lucida Sans Unicode"/>
              </a:rPr>
              <a:t>besar </a:t>
            </a:r>
            <a:r>
              <a:rPr sz="1150" spc="-85" dirty="0">
                <a:solidFill>
                  <a:srgbClr val="4A5462"/>
                </a:solidFill>
                <a:latin typeface="Lucida Sans Unicode"/>
                <a:cs typeface="Lucida Sans Unicode"/>
              </a:rPr>
              <a:t>kecilnya</a:t>
            </a:r>
            <a:r>
              <a:rPr sz="115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150" spc="-30" dirty="0">
                <a:solidFill>
                  <a:srgbClr val="4A5462"/>
                </a:solidFill>
                <a:latin typeface="Lucida Sans Unicode"/>
                <a:cs typeface="Lucida Sans Unicode"/>
              </a:rPr>
              <a:t>teks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67709" y="5311387"/>
            <a:ext cx="1886585" cy="68389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200"/>
              </a:spcBef>
            </a:pPr>
            <a:r>
              <a:rPr sz="1600" b="1" spc="-10" dirty="0">
                <a:solidFill>
                  <a:srgbClr val="292524"/>
                </a:solidFill>
                <a:latin typeface="Trebuchet MS"/>
                <a:cs typeface="Trebuchet MS"/>
              </a:rPr>
              <a:t>Ketebalan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sz="1150" spc="-75" dirty="0">
                <a:solidFill>
                  <a:srgbClr val="4A5462"/>
                </a:solidFill>
                <a:latin typeface="Lucida Sans Unicode"/>
                <a:cs typeface="Lucida Sans Unicode"/>
              </a:rPr>
              <a:t>Mengatur</a:t>
            </a:r>
            <a:r>
              <a:rPr sz="1150" spc="-8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150" spc="-85" dirty="0">
                <a:solidFill>
                  <a:srgbClr val="4A5462"/>
                </a:solidFill>
                <a:latin typeface="Lucida Sans Unicode"/>
                <a:cs typeface="Lucida Sans Unicode"/>
              </a:rPr>
              <a:t>tebal</a:t>
            </a:r>
            <a:r>
              <a:rPr sz="1150" spc="3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150" spc="-80" dirty="0">
                <a:solidFill>
                  <a:srgbClr val="4A5462"/>
                </a:solidFill>
                <a:latin typeface="Lucida Sans Unicode"/>
                <a:cs typeface="Lucida Sans Unicode"/>
              </a:rPr>
              <a:t>tipisnya</a:t>
            </a:r>
            <a:r>
              <a:rPr sz="1150" spc="-1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4A5462"/>
                </a:solidFill>
                <a:latin typeface="Lucida Sans Unicode"/>
                <a:cs typeface="Lucida Sans Unicode"/>
              </a:rPr>
              <a:t>huruf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85572" y="5311387"/>
            <a:ext cx="1344930" cy="683895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sz="1600" b="1" spc="-10" dirty="0">
                <a:solidFill>
                  <a:srgbClr val="292524"/>
                </a:solidFill>
                <a:latin typeface="Trebuchet MS"/>
                <a:cs typeface="Trebuchet MS"/>
              </a:rPr>
              <a:t>Warna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sz="1150" spc="-75" dirty="0">
                <a:solidFill>
                  <a:srgbClr val="4A5462"/>
                </a:solidFill>
                <a:latin typeface="Lucida Sans Unicode"/>
                <a:cs typeface="Lucida Sans Unicode"/>
              </a:rPr>
              <a:t>Mengatur</a:t>
            </a:r>
            <a:r>
              <a:rPr sz="1150" spc="-9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150" spc="-70" dirty="0">
                <a:solidFill>
                  <a:srgbClr val="4A5462"/>
                </a:solidFill>
                <a:latin typeface="Lucida Sans Unicode"/>
                <a:cs typeface="Lucida Sans Unicode"/>
              </a:rPr>
              <a:t>warna</a:t>
            </a:r>
            <a:r>
              <a:rPr sz="115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150" spc="-40" dirty="0">
                <a:solidFill>
                  <a:srgbClr val="4A5462"/>
                </a:solidFill>
                <a:latin typeface="Lucida Sans Unicode"/>
                <a:cs typeface="Lucida Sans Unicode"/>
              </a:rPr>
              <a:t>teks</a:t>
            </a:r>
            <a:endParaRPr sz="11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204700" cy="8769350"/>
            <a:chOff x="0" y="0"/>
            <a:chExt cx="12204700" cy="7518400"/>
          </a:xfrm>
        </p:grpSpPr>
        <p:sp>
          <p:nvSpPr>
            <p:cNvPr id="3" name="object 3"/>
            <p:cNvSpPr/>
            <p:nvPr/>
          </p:nvSpPr>
          <p:spPr>
            <a:xfrm>
              <a:off x="0" y="9524"/>
              <a:ext cx="12204700" cy="7508875"/>
            </a:xfrm>
            <a:custGeom>
              <a:avLst/>
              <a:gdLst/>
              <a:ahLst/>
              <a:cxnLst/>
              <a:rect l="l" t="t" r="r" b="b"/>
              <a:pathLst>
                <a:path w="12204700" h="7508875">
                  <a:moveTo>
                    <a:pt x="9512" y="635"/>
                  </a:moveTo>
                  <a:lnTo>
                    <a:pt x="0" y="635"/>
                  </a:lnTo>
                  <a:lnTo>
                    <a:pt x="0" y="6838315"/>
                  </a:lnTo>
                  <a:lnTo>
                    <a:pt x="9512" y="6838315"/>
                  </a:lnTo>
                  <a:lnTo>
                    <a:pt x="9512" y="635"/>
                  </a:lnTo>
                  <a:close/>
                </a:path>
                <a:path w="12204700" h="7508875">
                  <a:moveTo>
                    <a:pt x="12204179" y="6848475"/>
                  </a:moveTo>
                  <a:lnTo>
                    <a:pt x="0" y="6848475"/>
                  </a:lnTo>
                  <a:lnTo>
                    <a:pt x="0" y="7508875"/>
                  </a:lnTo>
                  <a:lnTo>
                    <a:pt x="12204179" y="7508875"/>
                  </a:lnTo>
                  <a:lnTo>
                    <a:pt x="12204179" y="6848475"/>
                  </a:lnTo>
                  <a:close/>
                </a:path>
                <a:path w="12204700" h="7508875">
                  <a:moveTo>
                    <a:pt x="12204179" y="0"/>
                  </a:moveTo>
                  <a:lnTo>
                    <a:pt x="12201512" y="0"/>
                  </a:lnTo>
                  <a:lnTo>
                    <a:pt x="12201512" y="6838950"/>
                  </a:lnTo>
                  <a:lnTo>
                    <a:pt x="12204179" y="6838950"/>
                  </a:lnTo>
                  <a:lnTo>
                    <a:pt x="12204179" y="0"/>
                  </a:lnTo>
                  <a:close/>
                </a:path>
              </a:pathLst>
            </a:custGeom>
            <a:solidFill>
              <a:srgbClr val="000000">
                <a:alpha val="2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524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12191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6857999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771524" y="609599"/>
              <a:ext cx="1047750" cy="342900"/>
            </a:xfrm>
            <a:custGeom>
              <a:avLst/>
              <a:gdLst/>
              <a:ahLst/>
              <a:cxnLst/>
              <a:rect l="l" t="t" r="r" b="b"/>
              <a:pathLst>
                <a:path w="1047750" h="342900">
                  <a:moveTo>
                    <a:pt x="876299" y="342899"/>
                  </a:moveTo>
                  <a:lnTo>
                    <a:pt x="171449" y="342899"/>
                  </a:lnTo>
                  <a:lnTo>
                    <a:pt x="163027" y="342694"/>
                  </a:lnTo>
                  <a:lnTo>
                    <a:pt x="121679" y="335519"/>
                  </a:lnTo>
                  <a:lnTo>
                    <a:pt x="83315" y="318513"/>
                  </a:lnTo>
                  <a:lnTo>
                    <a:pt x="50216" y="292683"/>
                  </a:lnTo>
                  <a:lnTo>
                    <a:pt x="24386" y="259584"/>
                  </a:lnTo>
                  <a:lnTo>
                    <a:pt x="7380" y="221219"/>
                  </a:lnTo>
                  <a:lnTo>
                    <a:pt x="205" y="179872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80" y="121680"/>
                  </a:lnTo>
                  <a:lnTo>
                    <a:pt x="24386" y="83315"/>
                  </a:lnTo>
                  <a:lnTo>
                    <a:pt x="50216" y="50216"/>
                  </a:lnTo>
                  <a:lnTo>
                    <a:pt x="83315" y="24386"/>
                  </a:lnTo>
                  <a:lnTo>
                    <a:pt x="121679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876299" y="0"/>
                  </a:lnTo>
                  <a:lnTo>
                    <a:pt x="917968" y="5139"/>
                  </a:lnTo>
                  <a:lnTo>
                    <a:pt x="957121" y="20242"/>
                  </a:lnTo>
                  <a:lnTo>
                    <a:pt x="991431" y="44406"/>
                  </a:lnTo>
                  <a:lnTo>
                    <a:pt x="1018855" y="76197"/>
                  </a:lnTo>
                  <a:lnTo>
                    <a:pt x="1037731" y="113699"/>
                  </a:lnTo>
                  <a:lnTo>
                    <a:pt x="1046926" y="154644"/>
                  </a:lnTo>
                  <a:lnTo>
                    <a:pt x="1047749" y="171449"/>
                  </a:lnTo>
                  <a:lnTo>
                    <a:pt x="1047543" y="179872"/>
                  </a:lnTo>
                  <a:lnTo>
                    <a:pt x="1040369" y="221219"/>
                  </a:lnTo>
                  <a:lnTo>
                    <a:pt x="1023363" y="259584"/>
                  </a:lnTo>
                  <a:lnTo>
                    <a:pt x="997533" y="292683"/>
                  </a:lnTo>
                  <a:lnTo>
                    <a:pt x="964434" y="318513"/>
                  </a:lnTo>
                  <a:lnTo>
                    <a:pt x="926069" y="335519"/>
                  </a:lnTo>
                  <a:lnTo>
                    <a:pt x="884722" y="342694"/>
                  </a:lnTo>
                  <a:lnTo>
                    <a:pt x="876299" y="342899"/>
                  </a:lnTo>
                  <a:close/>
                </a:path>
              </a:pathLst>
            </a:custGeom>
            <a:solidFill>
              <a:srgbClr val="FFEC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3924" y="723899"/>
              <a:ext cx="114300" cy="1142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01724" y="844550"/>
            <a:ext cx="56007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b="1" spc="95" dirty="0">
                <a:solidFill>
                  <a:srgbClr val="E9580C"/>
                </a:solidFill>
                <a:latin typeface="Trebuchet MS"/>
                <a:cs typeface="Trebuchet MS"/>
              </a:rPr>
              <a:t>FUNGSI</a:t>
            </a:r>
            <a:endParaRPr sz="1050" dirty="0">
              <a:latin typeface="Trebuchet MS"/>
              <a:cs typeface="Trebuchet MS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758825" y="1041679"/>
            <a:ext cx="3157220" cy="463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50" spc="-40" dirty="0"/>
              <a:t>Fungsi</a:t>
            </a:r>
            <a:r>
              <a:rPr sz="2850" spc="-145" dirty="0"/>
              <a:t> </a:t>
            </a:r>
            <a:r>
              <a:rPr sz="2850" spc="-50" dirty="0"/>
              <a:t>Font</a:t>
            </a:r>
            <a:r>
              <a:rPr sz="2850" spc="-165" dirty="0"/>
              <a:t> </a:t>
            </a:r>
            <a:r>
              <a:rPr sz="2850" spc="-10" dirty="0"/>
              <a:t>Styling</a:t>
            </a:r>
            <a:endParaRPr sz="2850"/>
          </a:p>
        </p:txBody>
      </p:sp>
      <p:grpSp>
        <p:nvGrpSpPr>
          <p:cNvPr id="9" name="object 9"/>
          <p:cNvGrpSpPr/>
          <p:nvPr/>
        </p:nvGrpSpPr>
        <p:grpSpPr>
          <a:xfrm>
            <a:off x="332231" y="1523999"/>
            <a:ext cx="11545823" cy="5338761"/>
            <a:chOff x="332231" y="1523999"/>
            <a:chExt cx="11545823" cy="5338761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2231" y="1523999"/>
              <a:ext cx="11545823" cy="533876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3799" y="2289174"/>
              <a:ext cx="241300" cy="2413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758949" y="2131939"/>
            <a:ext cx="2098040" cy="50101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600" b="1" dirty="0">
                <a:solidFill>
                  <a:srgbClr val="292524"/>
                </a:solidFill>
                <a:latin typeface="Trebuchet MS"/>
                <a:cs typeface="Trebuchet MS"/>
              </a:rPr>
              <a:t>Mengubah</a:t>
            </a:r>
            <a:r>
              <a:rPr sz="1600" b="1" spc="-3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600" b="1" spc="-55" dirty="0">
                <a:solidFill>
                  <a:srgbClr val="292524"/>
                </a:solidFill>
                <a:latin typeface="Trebuchet MS"/>
                <a:cs typeface="Trebuchet MS"/>
              </a:rPr>
              <a:t>Jenis</a:t>
            </a:r>
            <a:r>
              <a:rPr sz="1600" b="1" spc="-7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292524"/>
                </a:solidFill>
                <a:latin typeface="Trebuchet MS"/>
                <a:cs typeface="Trebuchet MS"/>
              </a:rPr>
              <a:t>Huruf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150" spc="-75" dirty="0">
                <a:solidFill>
                  <a:srgbClr val="4A5462"/>
                </a:solidFill>
                <a:latin typeface="Lucida Sans Unicode"/>
                <a:cs typeface="Lucida Sans Unicode"/>
              </a:rPr>
              <a:t>Mengatur</a:t>
            </a:r>
            <a:r>
              <a:rPr sz="1150" spc="-6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150" spc="-85" dirty="0">
                <a:solidFill>
                  <a:srgbClr val="4A5462"/>
                </a:solidFill>
                <a:latin typeface="Lucida Sans Unicode"/>
                <a:cs typeface="Lucida Sans Unicode"/>
              </a:rPr>
              <a:t>jenis</a:t>
            </a:r>
            <a:r>
              <a:rPr sz="1150" spc="-3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4A5462"/>
                </a:solidFill>
                <a:latin typeface="Lucida Sans Unicode"/>
                <a:cs typeface="Lucida Sans Unicode"/>
              </a:rPr>
              <a:t>font</a:t>
            </a:r>
            <a:endParaRPr sz="1150">
              <a:latin typeface="Lucida Sans Unicode"/>
              <a:cs typeface="Lucida Sans Unicode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93800" y="2311399"/>
            <a:ext cx="5689599" cy="4162425"/>
            <a:chOff x="1193800" y="2311399"/>
            <a:chExt cx="5689599" cy="416242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54799" y="2311399"/>
              <a:ext cx="228600" cy="1841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4125" y="3625849"/>
              <a:ext cx="130175" cy="1714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89724" y="3625849"/>
              <a:ext cx="146050" cy="1714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6025" y="5000624"/>
              <a:ext cx="196850" cy="762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15124" y="4930774"/>
              <a:ext cx="95250" cy="2159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93800" y="6232524"/>
              <a:ext cx="241300" cy="2413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207249" y="2131939"/>
            <a:ext cx="2103755" cy="50101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600" b="1" dirty="0">
                <a:solidFill>
                  <a:srgbClr val="292524"/>
                </a:solidFill>
                <a:latin typeface="Trebuchet MS"/>
                <a:cs typeface="Trebuchet MS"/>
              </a:rPr>
              <a:t>Mengatur</a:t>
            </a:r>
            <a:r>
              <a:rPr sz="1600" b="1" spc="-8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600" b="1" spc="-30" dirty="0">
                <a:solidFill>
                  <a:srgbClr val="292524"/>
                </a:solidFill>
                <a:latin typeface="Trebuchet MS"/>
                <a:cs typeface="Trebuchet MS"/>
              </a:rPr>
              <a:t>Ukuran </a:t>
            </a:r>
            <a:r>
              <a:rPr sz="1600" b="1" spc="-35" dirty="0">
                <a:solidFill>
                  <a:srgbClr val="292524"/>
                </a:solidFill>
                <a:latin typeface="Trebuchet MS"/>
                <a:cs typeface="Trebuchet MS"/>
              </a:rPr>
              <a:t>Teks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150" spc="-75" dirty="0">
                <a:solidFill>
                  <a:srgbClr val="4A5462"/>
                </a:solidFill>
                <a:latin typeface="Lucida Sans Unicode"/>
                <a:cs typeface="Lucida Sans Unicode"/>
              </a:rPr>
              <a:t>Mengatur</a:t>
            </a:r>
            <a:r>
              <a:rPr sz="1150" spc="-6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150" spc="-70" dirty="0">
                <a:solidFill>
                  <a:srgbClr val="4A5462"/>
                </a:solidFill>
                <a:latin typeface="Lucida Sans Unicode"/>
                <a:cs typeface="Lucida Sans Unicode"/>
              </a:rPr>
              <a:t>besar</a:t>
            </a:r>
            <a:r>
              <a:rPr sz="1150" spc="-6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4A5462"/>
                </a:solidFill>
                <a:latin typeface="Lucida Sans Unicode"/>
                <a:cs typeface="Lucida Sans Unicode"/>
              </a:rPr>
              <a:t>teks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58949" y="3446390"/>
            <a:ext cx="2506345" cy="50101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600" b="1" dirty="0">
                <a:solidFill>
                  <a:srgbClr val="292524"/>
                </a:solidFill>
                <a:latin typeface="Trebuchet MS"/>
                <a:cs typeface="Trebuchet MS"/>
              </a:rPr>
              <a:t>Mengatur</a:t>
            </a:r>
            <a:r>
              <a:rPr sz="1600" b="1" spc="-6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292524"/>
                </a:solidFill>
                <a:latin typeface="Trebuchet MS"/>
                <a:cs typeface="Trebuchet MS"/>
              </a:rPr>
              <a:t>Ketebalan</a:t>
            </a:r>
            <a:r>
              <a:rPr sz="1600" b="1" spc="-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292524"/>
                </a:solidFill>
                <a:latin typeface="Trebuchet MS"/>
                <a:cs typeface="Trebuchet MS"/>
              </a:rPr>
              <a:t>Huruf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150" spc="-75" dirty="0">
                <a:solidFill>
                  <a:srgbClr val="4A5462"/>
                </a:solidFill>
                <a:latin typeface="Lucida Sans Unicode"/>
                <a:cs typeface="Lucida Sans Unicode"/>
              </a:rPr>
              <a:t>Mengatur </a:t>
            </a:r>
            <a:r>
              <a:rPr sz="1150" spc="-85" dirty="0">
                <a:solidFill>
                  <a:srgbClr val="4A5462"/>
                </a:solidFill>
                <a:latin typeface="Lucida Sans Unicode"/>
                <a:cs typeface="Lucida Sans Unicode"/>
              </a:rPr>
              <a:t>tebal</a:t>
            </a:r>
            <a:r>
              <a:rPr sz="1150" spc="4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4A5462"/>
                </a:solidFill>
                <a:latin typeface="Lucida Sans Unicode"/>
                <a:cs typeface="Lucida Sans Unicode"/>
              </a:rPr>
              <a:t>huruf</a:t>
            </a:r>
            <a:endParaRPr sz="1150" dirty="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07249" y="3446390"/>
            <a:ext cx="2211070" cy="50101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600" b="1" dirty="0">
                <a:solidFill>
                  <a:srgbClr val="292524"/>
                </a:solidFill>
                <a:latin typeface="Trebuchet MS"/>
                <a:cs typeface="Trebuchet MS"/>
              </a:rPr>
              <a:t>Mengubah</a:t>
            </a:r>
            <a:r>
              <a:rPr sz="1600" b="1" spc="1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292524"/>
                </a:solidFill>
                <a:latin typeface="Trebuchet MS"/>
                <a:cs typeface="Trebuchet MS"/>
              </a:rPr>
              <a:t>Gaya</a:t>
            </a:r>
            <a:r>
              <a:rPr sz="1600" b="1" spc="10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600" b="1" spc="-45" dirty="0">
                <a:solidFill>
                  <a:srgbClr val="292524"/>
                </a:solidFill>
                <a:latin typeface="Trebuchet MS"/>
                <a:cs typeface="Trebuchet MS"/>
              </a:rPr>
              <a:t>Tulisan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15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Miring,</a:t>
            </a:r>
            <a:r>
              <a:rPr sz="1150" spc="-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150" spc="-85" dirty="0">
                <a:solidFill>
                  <a:srgbClr val="4A5462"/>
                </a:solidFill>
                <a:latin typeface="Lucida Sans Unicode"/>
                <a:cs typeface="Lucida Sans Unicode"/>
              </a:rPr>
              <a:t>normal,</a:t>
            </a:r>
            <a:r>
              <a:rPr sz="115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150" spc="-25" dirty="0">
                <a:solidFill>
                  <a:srgbClr val="4A5462"/>
                </a:solidFill>
                <a:latin typeface="Lucida Sans Unicode"/>
                <a:cs typeface="Lucida Sans Unicode"/>
              </a:rPr>
              <a:t>dll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58949" y="4760839"/>
            <a:ext cx="2662555" cy="50101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600" b="1" dirty="0">
                <a:solidFill>
                  <a:srgbClr val="292524"/>
                </a:solidFill>
                <a:latin typeface="Trebuchet MS"/>
                <a:cs typeface="Trebuchet MS"/>
              </a:rPr>
              <a:t>Mengatur</a:t>
            </a:r>
            <a:r>
              <a:rPr sz="1600" b="1" spc="-6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292524"/>
                </a:solidFill>
                <a:latin typeface="Trebuchet MS"/>
                <a:cs typeface="Trebuchet MS"/>
              </a:rPr>
              <a:t>Jarak</a:t>
            </a:r>
            <a:r>
              <a:rPr sz="1600" b="1" spc="-50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292524"/>
                </a:solidFill>
                <a:latin typeface="Trebuchet MS"/>
                <a:cs typeface="Trebuchet MS"/>
              </a:rPr>
              <a:t>Antar</a:t>
            </a:r>
            <a:r>
              <a:rPr sz="1600" b="1" spc="-60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292524"/>
                </a:solidFill>
                <a:latin typeface="Trebuchet MS"/>
                <a:cs typeface="Trebuchet MS"/>
              </a:rPr>
              <a:t>Huruf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15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letter-</a:t>
            </a:r>
            <a:r>
              <a:rPr sz="115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spacing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07249" y="4760839"/>
            <a:ext cx="2058035" cy="50101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600" b="1" dirty="0">
                <a:solidFill>
                  <a:srgbClr val="292524"/>
                </a:solidFill>
                <a:latin typeface="Trebuchet MS"/>
                <a:cs typeface="Trebuchet MS"/>
              </a:rPr>
              <a:t>Mengatur</a:t>
            </a:r>
            <a:r>
              <a:rPr sz="1600" b="1" spc="-12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292524"/>
                </a:solidFill>
                <a:latin typeface="Trebuchet MS"/>
                <a:cs typeface="Trebuchet MS"/>
              </a:rPr>
              <a:t>Tinggi</a:t>
            </a:r>
            <a:r>
              <a:rPr sz="1600" b="1" spc="-40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292524"/>
                </a:solidFill>
                <a:latin typeface="Trebuchet MS"/>
                <a:cs typeface="Trebuchet MS"/>
              </a:rPr>
              <a:t>Baris</a:t>
            </a: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150" spc="-130" dirty="0">
                <a:solidFill>
                  <a:srgbClr val="4A5462"/>
                </a:solidFill>
                <a:latin typeface="Lucida Sans Unicode"/>
                <a:cs typeface="Lucida Sans Unicode"/>
              </a:rPr>
              <a:t>line-</a:t>
            </a:r>
            <a:r>
              <a:rPr sz="115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height</a:t>
            </a:r>
            <a:endParaRPr sz="11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58949" y="6178550"/>
            <a:ext cx="2119630" cy="501015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600" b="1" dirty="0">
                <a:solidFill>
                  <a:srgbClr val="292524"/>
                </a:solidFill>
                <a:latin typeface="Trebuchet MS"/>
                <a:cs typeface="Trebuchet MS"/>
              </a:rPr>
              <a:t>Mengubah</a:t>
            </a:r>
            <a:r>
              <a:rPr sz="1600" b="1" spc="-3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292524"/>
                </a:solidFill>
                <a:latin typeface="Trebuchet MS"/>
                <a:cs typeface="Trebuchet MS"/>
              </a:rPr>
              <a:t>Warna</a:t>
            </a:r>
            <a:r>
              <a:rPr sz="1600" b="1" spc="-40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600" b="1" spc="-35" dirty="0">
                <a:solidFill>
                  <a:srgbClr val="292524"/>
                </a:solidFill>
                <a:latin typeface="Trebuchet MS"/>
                <a:cs typeface="Trebuchet MS"/>
              </a:rPr>
              <a:t>Teks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150" spc="-75" dirty="0">
                <a:solidFill>
                  <a:srgbClr val="4A5462"/>
                </a:solidFill>
                <a:latin typeface="Lucida Sans Unicode"/>
                <a:cs typeface="Lucida Sans Unicode"/>
              </a:rPr>
              <a:t>Mengatur</a:t>
            </a:r>
            <a:r>
              <a:rPr sz="1150" spc="-9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150" spc="-70" dirty="0">
                <a:solidFill>
                  <a:srgbClr val="4A5462"/>
                </a:solidFill>
                <a:latin typeface="Lucida Sans Unicode"/>
                <a:cs typeface="Lucida Sans Unicode"/>
              </a:rPr>
              <a:t>warna</a:t>
            </a:r>
            <a:r>
              <a:rPr sz="115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150" spc="-20" dirty="0">
                <a:solidFill>
                  <a:srgbClr val="4A5462"/>
                </a:solidFill>
                <a:latin typeface="Lucida Sans Unicode"/>
                <a:cs typeface="Lucida Sans Unicode"/>
              </a:rPr>
              <a:t>font</a:t>
            </a:r>
            <a:endParaRPr sz="1150" dirty="0">
              <a:latin typeface="Lucida Sans Unicode"/>
              <a:cs typeface="Lucida Sans Unicode"/>
            </a:endParaRPr>
          </a:p>
        </p:txBody>
      </p:sp>
      <p:sp>
        <p:nvSpPr>
          <p:cNvPr id="26" name="Persegi Panjang 25">
            <a:extLst>
              <a:ext uri="{FF2B5EF4-FFF2-40B4-BE49-F238E27FC236}">
                <a16:creationId xmlns:a16="http://schemas.microsoft.com/office/drawing/2014/main" id="{F8697252-87A8-79E2-E363-33E3A4E456A9}"/>
              </a:ext>
            </a:extLst>
          </p:cNvPr>
          <p:cNvSpPr/>
          <p:nvPr/>
        </p:nvSpPr>
        <p:spPr>
          <a:xfrm>
            <a:off x="92075" y="4484685"/>
            <a:ext cx="12099926" cy="2819400"/>
          </a:xfrm>
          <a:prstGeom prst="rect">
            <a:avLst/>
          </a:prstGeom>
          <a:solidFill>
            <a:srgbClr val="FFF6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4" y="0"/>
            <a:ext cx="12192000" cy="7562850"/>
          </a:xfrm>
          <a:custGeom>
            <a:avLst/>
            <a:gdLst/>
            <a:ahLst/>
            <a:cxnLst/>
            <a:rect l="l" t="t" r="r" b="b"/>
            <a:pathLst>
              <a:path w="12192000" h="7562850">
                <a:moveTo>
                  <a:pt x="12191999" y="7562849"/>
                </a:moveTo>
                <a:lnTo>
                  <a:pt x="0" y="75628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56284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24" y="647699"/>
            <a:ext cx="381000" cy="38100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font-family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231" y="1106423"/>
            <a:ext cx="11545823" cy="63794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25549" y="1787525"/>
            <a:ext cx="6661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30" dirty="0">
                <a:solidFill>
                  <a:srgbClr val="FFFFFF"/>
                </a:solidFill>
                <a:latin typeface="Trebuchet MS"/>
                <a:cs typeface="Trebuchet MS"/>
              </a:rPr>
              <a:t>SINTAKS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1750" y="2361514"/>
            <a:ext cx="1685925" cy="7397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selector</a:t>
            </a:r>
            <a:r>
              <a:rPr sz="1200" spc="-35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{</a:t>
            </a:r>
            <a:endParaRPr sz="1200">
              <a:latin typeface="Trebuchet MS"/>
              <a:cs typeface="Trebuchet MS"/>
            </a:endParaRPr>
          </a:p>
          <a:p>
            <a:pPr marL="89535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font-</a:t>
            </a:r>
            <a:r>
              <a:rPr sz="1200" spc="-40" dirty="0">
                <a:solidFill>
                  <a:srgbClr val="4ADE80"/>
                </a:solidFill>
                <a:latin typeface="Trebuchet MS"/>
                <a:cs typeface="Trebuchet MS"/>
              </a:rPr>
              <a:t>family:</a:t>
            </a:r>
            <a:r>
              <a:rPr sz="1200" spc="130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nama-</a:t>
            </a:r>
            <a:r>
              <a:rPr sz="1200" spc="-30" dirty="0">
                <a:solidFill>
                  <a:srgbClr val="4ADE80"/>
                </a:solidFill>
                <a:latin typeface="Trebuchet MS"/>
                <a:cs typeface="Trebuchet MS"/>
              </a:rPr>
              <a:t>font;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}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11950" y="1787525"/>
            <a:ext cx="8039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35" dirty="0">
                <a:solidFill>
                  <a:srgbClr val="FFFFFF"/>
                </a:solidFill>
                <a:latin typeface="Trebuchet MS"/>
                <a:cs typeface="Trebuchet MS"/>
              </a:rPr>
              <a:t>CONTOH</a:t>
            </a:r>
            <a:r>
              <a:rPr sz="1050" b="1" spc="65" dirty="0">
                <a:solidFill>
                  <a:srgbClr val="FFFFFF"/>
                </a:solidFill>
                <a:latin typeface="Trebuchet MS"/>
                <a:cs typeface="Trebuchet MS"/>
              </a:rPr>
              <a:t> 1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8149" y="2361514"/>
            <a:ext cx="1289685" cy="7397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200" spc="-105" dirty="0">
                <a:solidFill>
                  <a:srgbClr val="4ADE80"/>
                </a:solidFill>
                <a:latin typeface="Trebuchet MS"/>
                <a:cs typeface="Trebuchet MS"/>
              </a:rPr>
              <a:t>h1</a:t>
            </a:r>
            <a:r>
              <a:rPr sz="1200" spc="-20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{</a:t>
            </a:r>
            <a:endParaRPr sz="1200">
              <a:latin typeface="Trebuchet MS"/>
              <a:cs typeface="Trebuchet MS"/>
            </a:endParaRPr>
          </a:p>
          <a:p>
            <a:pPr marL="89535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font-</a:t>
            </a:r>
            <a:r>
              <a:rPr sz="1200" spc="-40" dirty="0">
                <a:solidFill>
                  <a:srgbClr val="4ADE80"/>
                </a:solidFill>
                <a:latin typeface="Trebuchet MS"/>
                <a:cs typeface="Trebuchet MS"/>
              </a:rPr>
              <a:t>family:</a:t>
            </a:r>
            <a:r>
              <a:rPr sz="1200" spc="-35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4ADE80"/>
                </a:solidFill>
                <a:latin typeface="Trebuchet MS"/>
                <a:cs typeface="Trebuchet MS"/>
              </a:rPr>
              <a:t>Arial;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}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5549" y="4311650"/>
            <a:ext cx="8039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35" dirty="0">
                <a:solidFill>
                  <a:srgbClr val="FFFFFF"/>
                </a:solidFill>
                <a:latin typeface="Trebuchet MS"/>
                <a:cs typeface="Trebuchet MS"/>
              </a:rPr>
              <a:t>CONTOH</a:t>
            </a:r>
            <a:r>
              <a:rPr sz="1050" b="1" spc="65" dirty="0">
                <a:solidFill>
                  <a:srgbClr val="FFFFFF"/>
                </a:solidFill>
                <a:latin typeface="Trebuchet MS"/>
                <a:cs typeface="Trebuchet MS"/>
              </a:rPr>
              <a:t> 2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1750" y="4885639"/>
            <a:ext cx="2750185" cy="7397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p</a:t>
            </a:r>
            <a:r>
              <a:rPr sz="1200" spc="-40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{</a:t>
            </a:r>
            <a:endParaRPr sz="1200">
              <a:latin typeface="Trebuchet MS"/>
              <a:cs typeface="Trebuchet MS"/>
            </a:endParaRPr>
          </a:p>
          <a:p>
            <a:pPr marL="89535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font-</a:t>
            </a:r>
            <a:r>
              <a:rPr sz="1200" spc="-40" dirty="0">
                <a:solidFill>
                  <a:srgbClr val="4ADE80"/>
                </a:solidFill>
                <a:latin typeface="Trebuchet MS"/>
                <a:cs typeface="Trebuchet MS"/>
              </a:rPr>
              <a:t>family:</a:t>
            </a:r>
            <a:r>
              <a:rPr sz="1200" spc="-15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4ADE80"/>
                </a:solidFill>
                <a:latin typeface="Trebuchet MS"/>
                <a:cs typeface="Trebuchet MS"/>
              </a:rPr>
              <a:t>Arial, </a:t>
            </a:r>
            <a:r>
              <a:rPr sz="1200" spc="-35" dirty="0">
                <a:solidFill>
                  <a:srgbClr val="4ADE80"/>
                </a:solidFill>
                <a:latin typeface="Trebuchet MS"/>
                <a:cs typeface="Trebuchet MS"/>
              </a:rPr>
              <a:t>Helvetica,</a:t>
            </a:r>
            <a:r>
              <a:rPr sz="1200" spc="-15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50" dirty="0">
                <a:solidFill>
                  <a:srgbClr val="4ADE80"/>
                </a:solidFill>
                <a:latin typeface="Trebuchet MS"/>
                <a:cs typeface="Trebuchet MS"/>
              </a:rPr>
              <a:t>sans-</a:t>
            </a:r>
            <a:r>
              <a:rPr sz="1200" spc="-10" dirty="0">
                <a:solidFill>
                  <a:srgbClr val="4ADE80"/>
                </a:solidFill>
                <a:latin typeface="Trebuchet MS"/>
                <a:cs typeface="Trebuchet MS"/>
              </a:rPr>
              <a:t>serif;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}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5550" y="6178320"/>
            <a:ext cx="3630929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dirty="0">
                <a:solidFill>
                  <a:srgbClr val="292524"/>
                </a:solidFill>
                <a:latin typeface="Trebuchet MS"/>
                <a:cs typeface="Trebuchet MS"/>
              </a:rPr>
              <a:t>Browser</a:t>
            </a:r>
            <a:r>
              <a:rPr sz="1250" b="1" spc="-3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dirty="0">
                <a:solidFill>
                  <a:srgbClr val="292524"/>
                </a:solidFill>
                <a:latin typeface="Trebuchet MS"/>
                <a:cs typeface="Trebuchet MS"/>
              </a:rPr>
              <a:t>mencoba</a:t>
            </a:r>
            <a:r>
              <a:rPr sz="1250" b="1" spc="-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spc="-20" dirty="0">
                <a:solidFill>
                  <a:srgbClr val="292524"/>
                </a:solidFill>
                <a:latin typeface="Trebuchet MS"/>
                <a:cs typeface="Trebuchet MS"/>
              </a:rPr>
              <a:t>Arial</a:t>
            </a:r>
            <a:r>
              <a:rPr sz="1250" b="1" spc="70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92524"/>
                </a:solidFill>
                <a:latin typeface="Arial"/>
                <a:cs typeface="Arial"/>
              </a:rPr>
              <a:t>→</a:t>
            </a:r>
            <a:r>
              <a:rPr sz="1200" b="1" spc="25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250" b="1" spc="-20" dirty="0">
                <a:solidFill>
                  <a:srgbClr val="292524"/>
                </a:solidFill>
                <a:latin typeface="Trebuchet MS"/>
                <a:cs typeface="Trebuchet MS"/>
              </a:rPr>
              <a:t>Helvetica</a:t>
            </a:r>
            <a:r>
              <a:rPr sz="1250" b="1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292524"/>
                </a:solidFill>
                <a:latin typeface="Arial"/>
                <a:cs typeface="Arial"/>
              </a:rPr>
              <a:t>→</a:t>
            </a:r>
            <a:r>
              <a:rPr sz="1200" b="1" spc="25" dirty="0">
                <a:solidFill>
                  <a:srgbClr val="292524"/>
                </a:solidFill>
                <a:latin typeface="Arial"/>
                <a:cs typeface="Arial"/>
              </a:rPr>
              <a:t> </a:t>
            </a:r>
            <a:r>
              <a:rPr sz="1250" b="1" dirty="0">
                <a:solidFill>
                  <a:srgbClr val="292524"/>
                </a:solidFill>
                <a:latin typeface="Trebuchet MS"/>
                <a:cs typeface="Trebuchet MS"/>
              </a:rPr>
              <a:t>sans-</a:t>
            </a:r>
            <a:r>
              <a:rPr sz="1250" b="1" spc="-10" dirty="0">
                <a:solidFill>
                  <a:srgbClr val="292524"/>
                </a:solidFill>
                <a:latin typeface="Trebuchet MS"/>
                <a:cs typeface="Trebuchet MS"/>
              </a:rPr>
              <a:t>serif</a:t>
            </a:r>
            <a:endParaRPr sz="1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675" y="876299"/>
            <a:ext cx="342900" cy="3429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176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95"/>
              </a:spcBef>
            </a:pPr>
            <a:r>
              <a:rPr sz="3750" spc="-45" dirty="0"/>
              <a:t>Jenis</a:t>
            </a:r>
            <a:r>
              <a:rPr sz="3750" spc="-240" dirty="0"/>
              <a:t> </a:t>
            </a:r>
            <a:r>
              <a:rPr sz="3750" spc="-25" dirty="0"/>
              <a:t>Font</a:t>
            </a:r>
            <a:r>
              <a:rPr sz="3750" spc="-210" dirty="0"/>
              <a:t> </a:t>
            </a:r>
            <a:r>
              <a:rPr sz="3750" spc="-20" dirty="0"/>
              <a:t>Umum</a:t>
            </a:r>
            <a:endParaRPr sz="3750"/>
          </a:p>
        </p:txBody>
      </p:sp>
      <p:grpSp>
        <p:nvGrpSpPr>
          <p:cNvPr id="4" name="object 4"/>
          <p:cNvGrpSpPr/>
          <p:nvPr/>
        </p:nvGrpSpPr>
        <p:grpSpPr>
          <a:xfrm>
            <a:off x="332231" y="1313687"/>
            <a:ext cx="11546205" cy="5257800"/>
            <a:chOff x="332231" y="1313687"/>
            <a:chExt cx="11546205" cy="52578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2231" y="1313687"/>
              <a:ext cx="11545823" cy="52577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3649" y="2178049"/>
              <a:ext cx="234950" cy="19685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225550" y="2071112"/>
            <a:ext cx="1898650" cy="1180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algn="ctr">
              <a:lnSpc>
                <a:spcPct val="100000"/>
              </a:lnSpc>
              <a:spcBef>
                <a:spcPts val="90"/>
              </a:spcBef>
            </a:pPr>
            <a:r>
              <a:rPr sz="2350" b="1" spc="-10" dirty="0">
                <a:solidFill>
                  <a:srgbClr val="DB2525"/>
                </a:solidFill>
                <a:latin typeface="Trebuchet MS"/>
                <a:cs typeface="Trebuchet MS"/>
              </a:rPr>
              <a:t>Serif</a:t>
            </a:r>
            <a:endParaRPr sz="2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sz="22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50" b="1" spc="-70" dirty="0">
                <a:solidFill>
                  <a:srgbClr val="DB2525"/>
                </a:solidFill>
                <a:latin typeface="Trebuchet MS"/>
                <a:cs typeface="Trebuchet MS"/>
              </a:rPr>
              <a:t>Times</a:t>
            </a:r>
            <a:r>
              <a:rPr sz="1850" b="1" spc="-120" dirty="0">
                <a:solidFill>
                  <a:srgbClr val="DB2525"/>
                </a:solidFill>
                <a:latin typeface="Trebuchet MS"/>
                <a:cs typeface="Trebuchet MS"/>
              </a:rPr>
              <a:t> </a:t>
            </a:r>
            <a:r>
              <a:rPr sz="1850" b="1" spc="-65" dirty="0">
                <a:solidFill>
                  <a:srgbClr val="DB2525"/>
                </a:solidFill>
                <a:latin typeface="Trebuchet MS"/>
                <a:cs typeface="Trebuchet MS"/>
              </a:rPr>
              <a:t>New</a:t>
            </a:r>
            <a:r>
              <a:rPr sz="1850" b="1" spc="-210" dirty="0">
                <a:solidFill>
                  <a:srgbClr val="DB2525"/>
                </a:solidFill>
                <a:latin typeface="Trebuchet MS"/>
                <a:cs typeface="Trebuchet MS"/>
              </a:rPr>
              <a:t> </a:t>
            </a:r>
            <a:r>
              <a:rPr sz="1850" b="1" spc="-25" dirty="0">
                <a:solidFill>
                  <a:srgbClr val="DB2525"/>
                </a:solidFill>
                <a:latin typeface="Trebuchet MS"/>
                <a:cs typeface="Trebuchet MS"/>
              </a:rPr>
              <a:t>Roman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24650" y="2178049"/>
            <a:ext cx="228600" cy="1841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673849" y="2071112"/>
            <a:ext cx="2038985" cy="1180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21665">
              <a:lnSpc>
                <a:spcPct val="100000"/>
              </a:lnSpc>
              <a:spcBef>
                <a:spcPts val="90"/>
              </a:spcBef>
            </a:pPr>
            <a:r>
              <a:rPr sz="2350" b="1" spc="60" dirty="0">
                <a:solidFill>
                  <a:srgbClr val="E9580C"/>
                </a:solidFill>
                <a:latin typeface="Trebuchet MS"/>
                <a:cs typeface="Trebuchet MS"/>
              </a:rPr>
              <a:t>Sans-</a:t>
            </a:r>
            <a:r>
              <a:rPr sz="2350" b="1" spc="-20" dirty="0">
                <a:solidFill>
                  <a:srgbClr val="E9580C"/>
                </a:solidFill>
                <a:latin typeface="Trebuchet MS"/>
                <a:cs typeface="Trebuchet MS"/>
              </a:rPr>
              <a:t>serif</a:t>
            </a:r>
            <a:endParaRPr sz="2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sz="2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50" b="1" spc="-70" dirty="0">
                <a:solidFill>
                  <a:srgbClr val="E9580C"/>
                </a:solidFill>
                <a:latin typeface="Trebuchet MS"/>
                <a:cs typeface="Trebuchet MS"/>
              </a:rPr>
              <a:t>Arial,</a:t>
            </a:r>
            <a:r>
              <a:rPr sz="1850" b="1" spc="-50" dirty="0">
                <a:solidFill>
                  <a:srgbClr val="E9580C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E9580C"/>
                </a:solidFill>
                <a:latin typeface="Trebuchet MS"/>
                <a:cs typeface="Trebuchet MS"/>
              </a:rPr>
              <a:t>Helvetica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69999" y="4508500"/>
            <a:ext cx="241300" cy="1460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25550" y="4376162"/>
            <a:ext cx="2212975" cy="1180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21665">
              <a:lnSpc>
                <a:spcPct val="100000"/>
              </a:lnSpc>
              <a:spcBef>
                <a:spcPts val="90"/>
              </a:spcBef>
            </a:pPr>
            <a:r>
              <a:rPr sz="2350" b="1" spc="-10" dirty="0">
                <a:solidFill>
                  <a:srgbClr val="F59D0A"/>
                </a:solidFill>
                <a:latin typeface="Trebuchet MS"/>
                <a:cs typeface="Trebuchet MS"/>
              </a:rPr>
              <a:t>Monospace</a:t>
            </a:r>
            <a:endParaRPr sz="2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sz="2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50" b="1" spc="-65" dirty="0">
                <a:solidFill>
                  <a:srgbClr val="F59D0A"/>
                </a:solidFill>
                <a:latin typeface="Trebuchet MS"/>
                <a:cs typeface="Trebuchet MS"/>
              </a:rPr>
              <a:t>Courier</a:t>
            </a:r>
            <a:r>
              <a:rPr sz="1850" b="1" spc="-100" dirty="0">
                <a:solidFill>
                  <a:srgbClr val="F59D0A"/>
                </a:solidFill>
                <a:latin typeface="Trebuchet MS"/>
                <a:cs typeface="Trebuchet MS"/>
              </a:rPr>
              <a:t> </a:t>
            </a:r>
            <a:r>
              <a:rPr sz="1850" b="1" spc="-25" dirty="0">
                <a:solidFill>
                  <a:srgbClr val="F59D0A"/>
                </a:solidFill>
                <a:latin typeface="Trebuchet MS"/>
                <a:cs typeface="Trebuchet MS"/>
              </a:rPr>
              <a:t>New</a:t>
            </a:r>
            <a:endParaRPr sz="185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31000" y="4473574"/>
            <a:ext cx="209550" cy="2159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673849" y="4376162"/>
            <a:ext cx="1642110" cy="1180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21665">
              <a:lnSpc>
                <a:spcPct val="100000"/>
              </a:lnSpc>
              <a:spcBef>
                <a:spcPts val="90"/>
              </a:spcBef>
            </a:pPr>
            <a:r>
              <a:rPr sz="2350" b="1" spc="-20" dirty="0">
                <a:solidFill>
                  <a:srgbClr val="0FB981"/>
                </a:solidFill>
                <a:latin typeface="Trebuchet MS"/>
                <a:cs typeface="Trebuchet MS"/>
              </a:rPr>
              <a:t>Cursive</a:t>
            </a:r>
            <a:endParaRPr sz="2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40"/>
              </a:spcBef>
            </a:pPr>
            <a:endParaRPr sz="2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50" b="1" spc="-80" dirty="0">
                <a:solidFill>
                  <a:srgbClr val="0FB981"/>
                </a:solidFill>
                <a:latin typeface="Trebuchet MS"/>
                <a:cs typeface="Trebuchet MS"/>
              </a:rPr>
              <a:t>Comic</a:t>
            </a:r>
            <a:r>
              <a:rPr sz="1850" b="1" spc="-114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1850" b="1" spc="-10" dirty="0">
                <a:solidFill>
                  <a:srgbClr val="0FB981"/>
                </a:solidFill>
                <a:latin typeface="Trebuchet MS"/>
                <a:cs typeface="Trebuchet MS"/>
              </a:rPr>
              <a:t>Sans</a:t>
            </a:r>
            <a:r>
              <a:rPr sz="1850" b="1" spc="-114" dirty="0">
                <a:solidFill>
                  <a:srgbClr val="0FB981"/>
                </a:solidFill>
                <a:latin typeface="Trebuchet MS"/>
                <a:cs typeface="Trebuchet MS"/>
              </a:rPr>
              <a:t> </a:t>
            </a:r>
            <a:r>
              <a:rPr sz="1850" b="1" spc="50" dirty="0">
                <a:solidFill>
                  <a:srgbClr val="0FB981"/>
                </a:solidFill>
                <a:latin typeface="Trebuchet MS"/>
                <a:cs typeface="Trebuchet MS"/>
              </a:rPr>
              <a:t>MS</a:t>
            </a:r>
            <a:endParaRPr sz="1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E9002-9578-B25D-D2D6-C5D818C0D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B37C132-3A6C-B7EE-17EC-5BBDF2619B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675" y="876299"/>
            <a:ext cx="342900" cy="342900"/>
          </a:xfrm>
          <a:prstGeom prst="rect">
            <a:avLst/>
          </a:prstGeom>
        </p:spPr>
      </p:pic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C053E52E-B8B1-41C3-4A89-21F8EABD8B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8825" y="510489"/>
            <a:ext cx="8896985" cy="811524"/>
          </a:xfrm>
          <a:prstGeom prst="rect">
            <a:avLst/>
          </a:prstGeom>
        </p:spPr>
        <p:txBody>
          <a:bodyPr vert="horz" wrap="square" lIns="0" tIns="232176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95"/>
              </a:spcBef>
            </a:pPr>
            <a:r>
              <a:rPr sz="3750" spc="-45" dirty="0"/>
              <a:t>Uji </a:t>
            </a:r>
            <a:r>
              <a:rPr sz="3750" spc="-45" dirty="0" err="1"/>
              <a:t>Praktek</a:t>
            </a:r>
            <a:endParaRPr sz="3750" dirty="0"/>
          </a:p>
        </p:txBody>
      </p:sp>
      <p:pic>
        <p:nvPicPr>
          <p:cNvPr id="15" name="Gambar 14">
            <a:extLst>
              <a:ext uri="{FF2B5EF4-FFF2-40B4-BE49-F238E27FC236}">
                <a16:creationId xmlns:a16="http://schemas.microsoft.com/office/drawing/2014/main" id="{338829D5-D738-C9E6-9DCE-3BCAD02EA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" y="1377950"/>
            <a:ext cx="10125708" cy="632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29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4" y="0"/>
            <a:ext cx="12192000" cy="7486650"/>
          </a:xfrm>
          <a:custGeom>
            <a:avLst/>
            <a:gdLst/>
            <a:ahLst/>
            <a:cxnLst/>
            <a:rect l="l" t="t" r="r" b="b"/>
            <a:pathLst>
              <a:path w="12192000" h="7486650">
                <a:moveTo>
                  <a:pt x="12191999" y="7486649"/>
                </a:moveTo>
                <a:lnTo>
                  <a:pt x="0" y="74866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48664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675" y="682624"/>
            <a:ext cx="361950" cy="28892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95"/>
              </a:spcBef>
            </a:pPr>
            <a:r>
              <a:rPr sz="3750" dirty="0"/>
              <a:t>font-</a:t>
            </a:r>
            <a:r>
              <a:rPr sz="3750" spc="-85" dirty="0"/>
              <a:t>size</a:t>
            </a:r>
            <a:endParaRPr sz="375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231" y="1106423"/>
            <a:ext cx="11545823" cy="63032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25549" y="1787525"/>
            <a:ext cx="6661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30" dirty="0">
                <a:solidFill>
                  <a:srgbClr val="FFFFFF"/>
                </a:solidFill>
                <a:latin typeface="Trebuchet MS"/>
                <a:cs typeface="Trebuchet MS"/>
              </a:rPr>
              <a:t>SINTAKS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1750" y="2361514"/>
            <a:ext cx="1277620" cy="7397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selector</a:t>
            </a:r>
            <a:r>
              <a:rPr sz="1200" spc="-35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{</a:t>
            </a:r>
            <a:endParaRPr sz="1200">
              <a:latin typeface="Trebuchet MS"/>
              <a:cs typeface="Trebuchet MS"/>
            </a:endParaRPr>
          </a:p>
          <a:p>
            <a:pPr marL="89535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font-</a:t>
            </a:r>
            <a:r>
              <a:rPr sz="1200" spc="-25" dirty="0">
                <a:solidFill>
                  <a:srgbClr val="4ADE80"/>
                </a:solidFill>
                <a:latin typeface="Trebuchet MS"/>
                <a:cs typeface="Trebuchet MS"/>
              </a:rPr>
              <a:t>size:</a:t>
            </a:r>
            <a:r>
              <a:rPr sz="1200" spc="-20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25" dirty="0">
                <a:solidFill>
                  <a:srgbClr val="4ADE80"/>
                </a:solidFill>
                <a:latin typeface="Trebuchet MS"/>
                <a:cs typeface="Trebuchet MS"/>
              </a:rPr>
              <a:t>ukuran;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}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11950" y="1787525"/>
            <a:ext cx="8039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35" dirty="0">
                <a:solidFill>
                  <a:srgbClr val="FFFFFF"/>
                </a:solidFill>
                <a:latin typeface="Trebuchet MS"/>
                <a:cs typeface="Trebuchet MS"/>
              </a:rPr>
              <a:t>CONTOH</a:t>
            </a:r>
            <a:r>
              <a:rPr sz="1050" b="1" spc="65" dirty="0">
                <a:solidFill>
                  <a:srgbClr val="FFFFFF"/>
                </a:solidFill>
                <a:latin typeface="Trebuchet MS"/>
                <a:cs typeface="Trebuchet MS"/>
              </a:rPr>
              <a:t> 1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8149" y="2361514"/>
            <a:ext cx="1146810" cy="7397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200" spc="-105" dirty="0">
                <a:solidFill>
                  <a:srgbClr val="4ADE80"/>
                </a:solidFill>
                <a:latin typeface="Trebuchet MS"/>
                <a:cs typeface="Trebuchet MS"/>
              </a:rPr>
              <a:t>h1</a:t>
            </a:r>
            <a:r>
              <a:rPr sz="1200" spc="-20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{</a:t>
            </a:r>
            <a:endParaRPr sz="1200">
              <a:latin typeface="Trebuchet MS"/>
              <a:cs typeface="Trebuchet MS"/>
            </a:endParaRPr>
          </a:p>
          <a:p>
            <a:pPr marL="89535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font-</a:t>
            </a:r>
            <a:r>
              <a:rPr sz="1200" spc="-25" dirty="0">
                <a:solidFill>
                  <a:srgbClr val="4ADE80"/>
                </a:solidFill>
                <a:latin typeface="Trebuchet MS"/>
                <a:cs typeface="Trebuchet MS"/>
              </a:rPr>
              <a:t>size:</a:t>
            </a:r>
            <a:r>
              <a:rPr sz="1200" spc="-20" dirty="0">
                <a:solidFill>
                  <a:srgbClr val="4ADE80"/>
                </a:solidFill>
                <a:latin typeface="Trebuchet MS"/>
                <a:cs typeface="Trebuchet MS"/>
              </a:rPr>
              <a:t> 40px;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}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5549" y="4311650"/>
            <a:ext cx="8039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35" dirty="0">
                <a:solidFill>
                  <a:srgbClr val="FFFFFF"/>
                </a:solidFill>
                <a:latin typeface="Trebuchet MS"/>
                <a:cs typeface="Trebuchet MS"/>
              </a:rPr>
              <a:t>CONTOH</a:t>
            </a:r>
            <a:r>
              <a:rPr sz="1050" b="1" spc="65" dirty="0">
                <a:solidFill>
                  <a:srgbClr val="FFFFFF"/>
                </a:solidFill>
                <a:latin typeface="Trebuchet MS"/>
                <a:cs typeface="Trebuchet MS"/>
              </a:rPr>
              <a:t> 2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1750" y="4885639"/>
            <a:ext cx="1263015" cy="7397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p</a:t>
            </a:r>
            <a:r>
              <a:rPr sz="1200" spc="-40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{</a:t>
            </a:r>
            <a:endParaRPr sz="1200">
              <a:latin typeface="Trebuchet MS"/>
              <a:cs typeface="Trebuchet MS"/>
            </a:endParaRPr>
          </a:p>
          <a:p>
            <a:pPr marL="89535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font-</a:t>
            </a:r>
            <a:r>
              <a:rPr sz="1200" spc="-25" dirty="0">
                <a:solidFill>
                  <a:srgbClr val="4ADE80"/>
                </a:solidFill>
                <a:latin typeface="Trebuchet MS"/>
                <a:cs typeface="Trebuchet MS"/>
              </a:rPr>
              <a:t>size:</a:t>
            </a:r>
            <a:r>
              <a:rPr sz="1200" spc="-20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65" dirty="0">
                <a:solidFill>
                  <a:srgbClr val="4ADE80"/>
                </a:solidFill>
                <a:latin typeface="Trebuchet MS"/>
                <a:cs typeface="Trebuchet MS"/>
              </a:rPr>
              <a:t>1.2rem;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}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5550" y="6178320"/>
            <a:ext cx="2253615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spc="-90" dirty="0">
                <a:solidFill>
                  <a:srgbClr val="292524"/>
                </a:solidFill>
                <a:latin typeface="Trebuchet MS"/>
                <a:cs typeface="Trebuchet MS"/>
              </a:rPr>
              <a:t>1.2rem</a:t>
            </a:r>
            <a:r>
              <a:rPr sz="1250" b="1" spc="-60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dirty="0">
                <a:solidFill>
                  <a:srgbClr val="292524"/>
                </a:solidFill>
                <a:latin typeface="Trebuchet MS"/>
                <a:cs typeface="Trebuchet MS"/>
              </a:rPr>
              <a:t>=</a:t>
            </a:r>
            <a:r>
              <a:rPr sz="1250" b="1" spc="-40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spc="-175" dirty="0">
                <a:solidFill>
                  <a:srgbClr val="292524"/>
                </a:solidFill>
                <a:latin typeface="Trebuchet MS"/>
                <a:cs typeface="Trebuchet MS"/>
              </a:rPr>
              <a:t>1.2</a:t>
            </a:r>
            <a:r>
              <a:rPr sz="1250" b="1" spc="-20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spc="-155" dirty="0">
                <a:solidFill>
                  <a:srgbClr val="292524"/>
                </a:solidFill>
                <a:latin typeface="Trebuchet MS"/>
                <a:cs typeface="Trebuchet MS"/>
              </a:rPr>
              <a:t>×</a:t>
            </a:r>
            <a:r>
              <a:rPr sz="1250" b="1" spc="-2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spc="-10" dirty="0">
                <a:solidFill>
                  <a:srgbClr val="292524"/>
                </a:solidFill>
                <a:latin typeface="Trebuchet MS"/>
                <a:cs typeface="Trebuchet MS"/>
              </a:rPr>
              <a:t>ukuran</a:t>
            </a:r>
            <a:r>
              <a:rPr sz="1250" b="1" spc="-1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dirty="0">
                <a:solidFill>
                  <a:srgbClr val="292524"/>
                </a:solidFill>
                <a:latin typeface="Trebuchet MS"/>
                <a:cs typeface="Trebuchet MS"/>
              </a:rPr>
              <a:t>font</a:t>
            </a:r>
            <a:r>
              <a:rPr sz="1250" b="1" spc="-2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spc="-20" dirty="0">
                <a:solidFill>
                  <a:srgbClr val="292524"/>
                </a:solidFill>
                <a:latin typeface="Trebuchet MS"/>
                <a:cs typeface="Trebuchet MS"/>
              </a:rPr>
              <a:t>root</a:t>
            </a:r>
            <a:endParaRPr sz="1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9783A-571A-F270-5E62-8F9298206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B119DAB-7732-AB3B-25CA-41CE7DEDA459}"/>
              </a:ext>
            </a:extLst>
          </p:cNvPr>
          <p:cNvSpPr/>
          <p:nvPr/>
        </p:nvSpPr>
        <p:spPr>
          <a:xfrm>
            <a:off x="9524" y="0"/>
            <a:ext cx="12192000" cy="7486650"/>
          </a:xfrm>
          <a:custGeom>
            <a:avLst/>
            <a:gdLst/>
            <a:ahLst/>
            <a:cxnLst/>
            <a:rect l="l" t="t" r="r" b="b"/>
            <a:pathLst>
              <a:path w="12192000" h="7486650">
                <a:moveTo>
                  <a:pt x="12191999" y="7486649"/>
                </a:moveTo>
                <a:lnTo>
                  <a:pt x="0" y="74866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48664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F0DF8BB-8CE7-A4C0-8E99-8C5CA4D8F64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675" y="682624"/>
            <a:ext cx="361950" cy="288925"/>
          </a:xfrm>
          <a:prstGeom prst="rect">
            <a:avLst/>
          </a:prstGeom>
        </p:spPr>
      </p:pic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E1C66F43-6F41-BF42-FC68-04A75A4F71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8825" y="510489"/>
            <a:ext cx="8896985" cy="589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95"/>
              </a:spcBef>
            </a:pPr>
            <a:r>
              <a:rPr sz="3750" dirty="0"/>
              <a:t>Uji </a:t>
            </a:r>
            <a:r>
              <a:rPr sz="3750" dirty="0" err="1"/>
              <a:t>Praktek</a:t>
            </a:r>
            <a:endParaRPr sz="3750" dirty="0"/>
          </a:p>
        </p:txBody>
      </p:sp>
      <p:pic>
        <p:nvPicPr>
          <p:cNvPr id="14" name="Gambar 13">
            <a:extLst>
              <a:ext uri="{FF2B5EF4-FFF2-40B4-BE49-F238E27FC236}">
                <a16:creationId xmlns:a16="http://schemas.microsoft.com/office/drawing/2014/main" id="{4560F6E8-E5F5-3615-F5BD-0F8E6050D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" y="1134267"/>
            <a:ext cx="10515601" cy="657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116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4" y="0"/>
            <a:ext cx="12192000" cy="7486650"/>
          </a:xfrm>
          <a:custGeom>
            <a:avLst/>
            <a:gdLst/>
            <a:ahLst/>
            <a:cxnLst/>
            <a:rect l="l" t="t" r="r" b="b"/>
            <a:pathLst>
              <a:path w="12192000" h="7486650">
                <a:moveTo>
                  <a:pt x="12191999" y="7486649"/>
                </a:moveTo>
                <a:lnTo>
                  <a:pt x="0" y="74866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48664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700" y="682624"/>
            <a:ext cx="209550" cy="26987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font-</a:t>
            </a:r>
            <a:r>
              <a:rPr spc="-55" dirty="0"/>
              <a:t>weight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231" y="1106423"/>
            <a:ext cx="11545823" cy="63032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25549" y="1787525"/>
            <a:ext cx="6661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30" dirty="0">
                <a:solidFill>
                  <a:srgbClr val="FFFFFF"/>
                </a:solidFill>
                <a:latin typeface="Trebuchet MS"/>
                <a:cs typeface="Trebuchet MS"/>
              </a:rPr>
              <a:t>SINTAKS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1750" y="2361514"/>
            <a:ext cx="1367790" cy="7397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selector</a:t>
            </a:r>
            <a:r>
              <a:rPr sz="1200" spc="-35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{</a:t>
            </a:r>
            <a:endParaRPr sz="1200">
              <a:latin typeface="Trebuchet MS"/>
              <a:cs typeface="Trebuchet MS"/>
            </a:endParaRPr>
          </a:p>
          <a:p>
            <a:pPr marL="89535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font-</a:t>
            </a:r>
            <a:r>
              <a:rPr sz="1200" spc="-35" dirty="0">
                <a:solidFill>
                  <a:srgbClr val="4ADE80"/>
                </a:solidFill>
                <a:latin typeface="Trebuchet MS"/>
                <a:cs typeface="Trebuchet MS"/>
              </a:rPr>
              <a:t>weight:</a:t>
            </a:r>
            <a:r>
              <a:rPr sz="1200" spc="-5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4ADE80"/>
                </a:solidFill>
                <a:latin typeface="Trebuchet MS"/>
                <a:cs typeface="Trebuchet MS"/>
              </a:rPr>
              <a:t>value;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}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11950" y="1787525"/>
            <a:ext cx="8039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35" dirty="0">
                <a:solidFill>
                  <a:srgbClr val="FFFFFF"/>
                </a:solidFill>
                <a:latin typeface="Trebuchet MS"/>
                <a:cs typeface="Trebuchet MS"/>
              </a:rPr>
              <a:t>CONTOH</a:t>
            </a:r>
            <a:r>
              <a:rPr sz="1050" b="1" spc="65" dirty="0">
                <a:solidFill>
                  <a:srgbClr val="FFFFFF"/>
                </a:solidFill>
                <a:latin typeface="Trebuchet MS"/>
                <a:cs typeface="Trebuchet MS"/>
              </a:rPr>
              <a:t> 1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88149" y="2361514"/>
            <a:ext cx="1304290" cy="7397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200" spc="-105" dirty="0">
                <a:solidFill>
                  <a:srgbClr val="4ADE80"/>
                </a:solidFill>
                <a:latin typeface="Trebuchet MS"/>
                <a:cs typeface="Trebuchet MS"/>
              </a:rPr>
              <a:t>h1</a:t>
            </a:r>
            <a:r>
              <a:rPr sz="1200" spc="-20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{</a:t>
            </a:r>
            <a:endParaRPr sz="1200">
              <a:latin typeface="Trebuchet MS"/>
              <a:cs typeface="Trebuchet MS"/>
            </a:endParaRPr>
          </a:p>
          <a:p>
            <a:pPr marL="89535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font-</a:t>
            </a:r>
            <a:r>
              <a:rPr sz="1200" spc="-35" dirty="0">
                <a:solidFill>
                  <a:srgbClr val="4ADE80"/>
                </a:solidFill>
                <a:latin typeface="Trebuchet MS"/>
                <a:cs typeface="Trebuchet MS"/>
              </a:rPr>
              <a:t>weight:</a:t>
            </a:r>
            <a:r>
              <a:rPr sz="1200" spc="-5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4ADE80"/>
                </a:solidFill>
                <a:latin typeface="Trebuchet MS"/>
                <a:cs typeface="Trebuchet MS"/>
              </a:rPr>
              <a:t>bold;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}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25549" y="4311650"/>
            <a:ext cx="8039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35" dirty="0">
                <a:solidFill>
                  <a:srgbClr val="FFFFFF"/>
                </a:solidFill>
                <a:latin typeface="Trebuchet MS"/>
                <a:cs typeface="Trebuchet MS"/>
              </a:rPr>
              <a:t>CONTOH</a:t>
            </a:r>
            <a:r>
              <a:rPr sz="1050" b="1" spc="65" dirty="0">
                <a:solidFill>
                  <a:srgbClr val="FFFFFF"/>
                </a:solidFill>
                <a:latin typeface="Trebuchet MS"/>
                <a:cs typeface="Trebuchet MS"/>
              </a:rPr>
              <a:t> 2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1750" y="4885639"/>
            <a:ext cx="1262380" cy="7397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p</a:t>
            </a:r>
            <a:r>
              <a:rPr sz="1200" spc="-40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{</a:t>
            </a:r>
            <a:endParaRPr sz="1200">
              <a:latin typeface="Trebuchet MS"/>
              <a:cs typeface="Trebuchet MS"/>
            </a:endParaRPr>
          </a:p>
          <a:p>
            <a:pPr marL="89535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font-</a:t>
            </a:r>
            <a:r>
              <a:rPr sz="1200" spc="-35" dirty="0">
                <a:solidFill>
                  <a:srgbClr val="4ADE80"/>
                </a:solidFill>
                <a:latin typeface="Trebuchet MS"/>
                <a:cs typeface="Trebuchet MS"/>
              </a:rPr>
              <a:t>weight:</a:t>
            </a:r>
            <a:r>
              <a:rPr sz="1200" spc="-5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20" dirty="0">
                <a:solidFill>
                  <a:srgbClr val="4ADE80"/>
                </a:solidFill>
                <a:latin typeface="Trebuchet MS"/>
                <a:cs typeface="Trebuchet MS"/>
              </a:rPr>
              <a:t>700;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}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5550" y="6178320"/>
            <a:ext cx="3275329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spc="-20" dirty="0">
                <a:solidFill>
                  <a:srgbClr val="292524"/>
                </a:solidFill>
                <a:latin typeface="Trebuchet MS"/>
                <a:cs typeface="Trebuchet MS"/>
              </a:rPr>
              <a:t>700</a:t>
            </a:r>
            <a:r>
              <a:rPr sz="1250" b="1" spc="-60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dirty="0">
                <a:solidFill>
                  <a:srgbClr val="292524"/>
                </a:solidFill>
                <a:latin typeface="Trebuchet MS"/>
                <a:cs typeface="Trebuchet MS"/>
              </a:rPr>
              <a:t>=</a:t>
            </a:r>
            <a:r>
              <a:rPr sz="1250" b="1" spc="-40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dirty="0">
                <a:solidFill>
                  <a:srgbClr val="292524"/>
                </a:solidFill>
                <a:latin typeface="Trebuchet MS"/>
                <a:cs typeface="Trebuchet MS"/>
              </a:rPr>
              <a:t>Bold</a:t>
            </a:r>
            <a:r>
              <a:rPr sz="1250" b="1" spc="-2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spc="-505" dirty="0">
                <a:solidFill>
                  <a:srgbClr val="292524"/>
                </a:solidFill>
                <a:latin typeface="Trebuchet MS"/>
                <a:cs typeface="Trebuchet MS"/>
              </a:rPr>
              <a:t>|</a:t>
            </a:r>
            <a:r>
              <a:rPr sz="1250" b="1" spc="2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dirty="0">
                <a:solidFill>
                  <a:srgbClr val="292524"/>
                </a:solidFill>
                <a:latin typeface="Trebuchet MS"/>
                <a:cs typeface="Trebuchet MS"/>
              </a:rPr>
              <a:t>400</a:t>
            </a:r>
            <a:r>
              <a:rPr sz="1250" b="1" spc="-5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dirty="0">
                <a:solidFill>
                  <a:srgbClr val="292524"/>
                </a:solidFill>
                <a:latin typeface="Trebuchet MS"/>
                <a:cs typeface="Trebuchet MS"/>
              </a:rPr>
              <a:t>=</a:t>
            </a:r>
            <a:r>
              <a:rPr sz="1250" b="1" spc="-40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dirty="0">
                <a:solidFill>
                  <a:srgbClr val="292524"/>
                </a:solidFill>
                <a:latin typeface="Trebuchet MS"/>
                <a:cs typeface="Trebuchet MS"/>
              </a:rPr>
              <a:t>Normal</a:t>
            </a:r>
            <a:r>
              <a:rPr sz="1250" b="1" spc="40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spc="-505" dirty="0">
                <a:solidFill>
                  <a:srgbClr val="292524"/>
                </a:solidFill>
                <a:latin typeface="Trebuchet MS"/>
                <a:cs typeface="Trebuchet MS"/>
              </a:rPr>
              <a:t>|</a:t>
            </a:r>
            <a:r>
              <a:rPr sz="1250" b="1" spc="2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spc="-10" dirty="0">
                <a:solidFill>
                  <a:srgbClr val="292524"/>
                </a:solidFill>
                <a:latin typeface="Trebuchet MS"/>
                <a:cs typeface="Trebuchet MS"/>
              </a:rPr>
              <a:t>900</a:t>
            </a:r>
            <a:r>
              <a:rPr sz="1250" b="1" spc="-5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dirty="0">
                <a:solidFill>
                  <a:srgbClr val="292524"/>
                </a:solidFill>
                <a:latin typeface="Trebuchet MS"/>
                <a:cs typeface="Trebuchet MS"/>
              </a:rPr>
              <a:t>=</a:t>
            </a:r>
            <a:r>
              <a:rPr sz="1250" b="1" spc="-40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dirty="0">
                <a:solidFill>
                  <a:srgbClr val="292524"/>
                </a:solidFill>
                <a:latin typeface="Trebuchet MS"/>
                <a:cs typeface="Trebuchet MS"/>
              </a:rPr>
              <a:t>Extra</a:t>
            </a:r>
            <a:r>
              <a:rPr sz="1250" b="1" spc="-2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1250" b="1" spc="-20" dirty="0">
                <a:solidFill>
                  <a:srgbClr val="292524"/>
                </a:solidFill>
                <a:latin typeface="Trebuchet MS"/>
                <a:cs typeface="Trebuchet MS"/>
              </a:rPr>
              <a:t>Bold</a:t>
            </a:r>
            <a:endParaRPr sz="12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2610C-7EA3-A4C5-8291-3A18D8152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40FE236-6997-2D8E-AAF5-60663E11E439}"/>
              </a:ext>
            </a:extLst>
          </p:cNvPr>
          <p:cNvSpPr/>
          <p:nvPr/>
        </p:nvSpPr>
        <p:spPr>
          <a:xfrm>
            <a:off x="9524" y="0"/>
            <a:ext cx="12192000" cy="7486650"/>
          </a:xfrm>
          <a:custGeom>
            <a:avLst/>
            <a:gdLst/>
            <a:ahLst/>
            <a:cxnLst/>
            <a:rect l="l" t="t" r="r" b="b"/>
            <a:pathLst>
              <a:path w="12192000" h="7486650">
                <a:moveTo>
                  <a:pt x="12191999" y="7486649"/>
                </a:moveTo>
                <a:lnTo>
                  <a:pt x="0" y="74866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48664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062BD16-2FCB-9964-463C-A083EDBE846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700" y="682624"/>
            <a:ext cx="209550" cy="269875"/>
          </a:xfrm>
          <a:prstGeom prst="rect">
            <a:avLst/>
          </a:prstGeom>
        </p:spPr>
      </p:pic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51E0D5AF-8479-3051-75FB-686BAFCBAD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8825" y="510489"/>
            <a:ext cx="8896985" cy="60144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Uji Coba</a:t>
            </a:r>
            <a:endParaRPr spc="-55" dirty="0"/>
          </a:p>
        </p:txBody>
      </p:sp>
      <p:pic>
        <p:nvPicPr>
          <p:cNvPr id="14" name="Gambar 13">
            <a:extLst>
              <a:ext uri="{FF2B5EF4-FFF2-40B4-BE49-F238E27FC236}">
                <a16:creationId xmlns:a16="http://schemas.microsoft.com/office/drawing/2014/main" id="{FC515058-4DC5-97AC-B9CF-FF1CCE253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" y="1229519"/>
            <a:ext cx="103632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13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24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806449"/>
            <a:ext cx="228600" cy="26987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font-</a:t>
            </a:r>
            <a:r>
              <a:rPr spc="-20" dirty="0"/>
              <a:t>style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2231" y="1228344"/>
            <a:ext cx="11545823" cy="543763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25549" y="1911350"/>
            <a:ext cx="66421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25" dirty="0">
                <a:solidFill>
                  <a:srgbClr val="FFFFFF"/>
                </a:solidFill>
                <a:latin typeface="Trebuchet MS"/>
                <a:cs typeface="Trebuchet MS"/>
              </a:rPr>
              <a:t>CONTOH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1750" y="2485339"/>
            <a:ext cx="1202055" cy="7397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p</a:t>
            </a:r>
            <a:r>
              <a:rPr sz="1200" spc="-40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{</a:t>
            </a:r>
            <a:endParaRPr sz="1200">
              <a:latin typeface="Trebuchet MS"/>
              <a:cs typeface="Trebuchet MS"/>
            </a:endParaRPr>
          </a:p>
          <a:p>
            <a:pPr marL="89535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solidFill>
                  <a:srgbClr val="4ADE80"/>
                </a:solidFill>
                <a:latin typeface="Trebuchet MS"/>
                <a:cs typeface="Trebuchet MS"/>
              </a:rPr>
              <a:t>font-</a:t>
            </a:r>
            <a:r>
              <a:rPr sz="1200" spc="-25" dirty="0">
                <a:solidFill>
                  <a:srgbClr val="4ADE80"/>
                </a:solidFill>
                <a:latin typeface="Trebuchet MS"/>
                <a:cs typeface="Trebuchet MS"/>
              </a:rPr>
              <a:t>style:</a:t>
            </a:r>
            <a:r>
              <a:rPr sz="1200" spc="-15" dirty="0">
                <a:solidFill>
                  <a:srgbClr val="4ADE80"/>
                </a:solidFill>
                <a:latin typeface="Trebuchet MS"/>
                <a:cs typeface="Trebuchet MS"/>
              </a:rPr>
              <a:t> </a:t>
            </a: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italic;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200" spc="-50" dirty="0">
                <a:solidFill>
                  <a:srgbClr val="4ADE80"/>
                </a:solidFill>
                <a:latin typeface="Trebuchet MS"/>
                <a:cs typeface="Trebuchet MS"/>
              </a:rPr>
              <a:t>}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62894" y="4516506"/>
            <a:ext cx="224790" cy="374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50" b="1" spc="10" dirty="0">
                <a:solidFill>
                  <a:srgbClr val="E9580C"/>
                </a:solidFill>
                <a:latin typeface="Trebuchet MS"/>
                <a:cs typeface="Trebuchet MS"/>
              </a:rPr>
              <a:t>N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63452" y="5013018"/>
            <a:ext cx="805180" cy="79057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25"/>
              </a:spcBef>
            </a:pPr>
            <a:r>
              <a:rPr sz="1900" b="1" spc="-10" dirty="0">
                <a:solidFill>
                  <a:srgbClr val="292524"/>
                </a:solidFill>
                <a:latin typeface="Trebuchet MS"/>
                <a:cs typeface="Trebuchet MS"/>
              </a:rPr>
              <a:t>normal</a:t>
            </a:r>
            <a:endParaRPr sz="1900"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  <a:spcBef>
                <a:spcPts val="869"/>
              </a:spcBef>
            </a:pPr>
            <a:r>
              <a:rPr sz="145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Normal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9181" y="4509754"/>
            <a:ext cx="200025" cy="382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b="1" i="1" spc="-50" dirty="0">
                <a:solidFill>
                  <a:srgbClr val="F59D0A"/>
                </a:solidFill>
                <a:latin typeface="Trebuchet MS"/>
                <a:cs typeface="Trebuchet MS"/>
              </a:rPr>
              <a:t>I</a:t>
            </a:r>
            <a:endParaRPr sz="23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29845" y="5013018"/>
            <a:ext cx="556895" cy="79057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900" b="1" spc="-40" dirty="0">
                <a:solidFill>
                  <a:srgbClr val="292524"/>
                </a:solidFill>
                <a:latin typeface="Trebuchet MS"/>
                <a:cs typeface="Trebuchet MS"/>
              </a:rPr>
              <a:t>italic</a:t>
            </a:r>
            <a:endParaRPr sz="1900">
              <a:latin typeface="Trebuchet MS"/>
              <a:cs typeface="Trebuchet MS"/>
            </a:endParaRPr>
          </a:p>
          <a:p>
            <a:pPr marL="20955">
              <a:lnSpc>
                <a:spcPct val="100000"/>
              </a:lnSpc>
              <a:spcBef>
                <a:spcPts val="869"/>
              </a:spcBef>
            </a:pPr>
            <a:r>
              <a:rPr sz="1450" spc="-60" dirty="0">
                <a:solidFill>
                  <a:srgbClr val="4A5462"/>
                </a:solidFill>
                <a:latin typeface="Lucida Sans Unicode"/>
                <a:cs typeface="Lucida Sans Unicode"/>
              </a:rPr>
              <a:t>Miring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21390" y="4516506"/>
            <a:ext cx="247015" cy="374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50" b="1" spc="90" dirty="0">
                <a:solidFill>
                  <a:srgbClr val="DB2525"/>
                </a:solidFill>
                <a:latin typeface="Trebuchet MS"/>
                <a:cs typeface="Trebuchet MS"/>
              </a:rPr>
              <a:t>O</a:t>
            </a:r>
            <a:endParaRPr sz="22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79371" y="5013018"/>
            <a:ext cx="1122045" cy="790575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25"/>
              </a:spcBef>
            </a:pPr>
            <a:r>
              <a:rPr sz="1900" b="1" spc="-10" dirty="0">
                <a:solidFill>
                  <a:srgbClr val="292524"/>
                </a:solidFill>
                <a:latin typeface="Trebuchet MS"/>
                <a:cs typeface="Trebuchet MS"/>
              </a:rPr>
              <a:t>oblique</a:t>
            </a:r>
            <a:endParaRPr sz="19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869"/>
              </a:spcBef>
            </a:pPr>
            <a:r>
              <a:rPr sz="1450" spc="-85" dirty="0">
                <a:solidFill>
                  <a:srgbClr val="4A5462"/>
                </a:solidFill>
                <a:latin typeface="Lucida Sans Unicode"/>
                <a:cs typeface="Lucida Sans Unicode"/>
              </a:rPr>
              <a:t>Sedikit</a:t>
            </a:r>
            <a:r>
              <a:rPr sz="1450" spc="-8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450" spc="-60" dirty="0">
                <a:solidFill>
                  <a:srgbClr val="4A5462"/>
                </a:solidFill>
                <a:latin typeface="Lucida Sans Unicode"/>
                <a:cs typeface="Lucida Sans Unicode"/>
              </a:rPr>
              <a:t>miring</a:t>
            </a:r>
            <a:endParaRPr sz="14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9BB65-D327-5071-F87D-94F8160E6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5E58F46-E1C3-9080-6AD0-08F2CB7B89A8}"/>
              </a:ext>
            </a:extLst>
          </p:cNvPr>
          <p:cNvSpPr/>
          <p:nvPr/>
        </p:nvSpPr>
        <p:spPr>
          <a:xfrm>
            <a:off x="9524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FFF6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31826FF-8F32-2A27-476B-B7794C6DF5D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825" y="806449"/>
            <a:ext cx="228600" cy="269875"/>
          </a:xfrm>
          <a:prstGeom prst="rect">
            <a:avLst/>
          </a:prstGeom>
        </p:spPr>
      </p:pic>
      <p:sp>
        <p:nvSpPr>
          <p:cNvPr id="4" name="object 4" descr="$PPTXTitle">
            <a:extLst>
              <a:ext uri="{FF2B5EF4-FFF2-40B4-BE49-F238E27FC236}">
                <a16:creationId xmlns:a16="http://schemas.microsoft.com/office/drawing/2014/main" id="{AF649657-DB6F-76A4-7864-68D403F3E8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8825" y="510489"/>
            <a:ext cx="8896985" cy="726481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Uji Coba</a:t>
            </a:r>
            <a:endParaRPr spc="-20" dirty="0"/>
          </a:p>
        </p:txBody>
      </p:sp>
      <p:pic>
        <p:nvPicPr>
          <p:cNvPr id="15" name="Gambar 14">
            <a:extLst>
              <a:ext uri="{FF2B5EF4-FFF2-40B4-BE49-F238E27FC236}">
                <a16:creationId xmlns:a16="http://schemas.microsoft.com/office/drawing/2014/main" id="{C87FA01E-ECCA-E0FB-1F59-25377DE43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" y="1277143"/>
            <a:ext cx="102870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501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24" y="1152524"/>
            <a:ext cx="381000" cy="381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1334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30"/>
              </a:spcBef>
            </a:pPr>
            <a:r>
              <a:rPr spc="110" dirty="0"/>
              <a:t>Manfaat</a:t>
            </a:r>
            <a:r>
              <a:rPr spc="-160" dirty="0"/>
              <a:t> </a:t>
            </a:r>
            <a:r>
              <a:rPr spc="-65" dirty="0"/>
              <a:t>Font</a:t>
            </a:r>
            <a:r>
              <a:rPr spc="-155" dirty="0"/>
              <a:t> </a:t>
            </a:r>
            <a:r>
              <a:rPr spc="-10" dirty="0"/>
              <a:t>Styling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32231" y="1725167"/>
            <a:ext cx="11546205" cy="4666615"/>
            <a:chOff x="332231" y="1725167"/>
            <a:chExt cx="11546205" cy="466661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2231" y="1725167"/>
              <a:ext cx="11545823" cy="46664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2212" y="2771774"/>
              <a:ext cx="425450" cy="40005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939924" y="2272577"/>
            <a:ext cx="3606165" cy="120142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200" b="1" spc="-70" dirty="0">
                <a:solidFill>
                  <a:srgbClr val="292524"/>
                </a:solidFill>
                <a:latin typeface="Trebuchet MS"/>
                <a:cs typeface="Trebuchet MS"/>
              </a:rPr>
              <a:t>Teks</a:t>
            </a:r>
            <a:r>
              <a:rPr sz="2200" b="1" spc="-9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2200" b="1" spc="-20" dirty="0">
                <a:solidFill>
                  <a:srgbClr val="292524"/>
                </a:solidFill>
                <a:latin typeface="Trebuchet MS"/>
                <a:cs typeface="Trebuchet MS"/>
              </a:rPr>
              <a:t>Rapi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7200"/>
              </a:lnSpc>
              <a:spcBef>
                <a:spcPts val="705"/>
              </a:spcBef>
            </a:pPr>
            <a:r>
              <a:rPr sz="1600" spc="-110" dirty="0">
                <a:solidFill>
                  <a:srgbClr val="4A5462"/>
                </a:solidFill>
                <a:latin typeface="Lucida Sans Unicode"/>
                <a:cs typeface="Lucida Sans Unicode"/>
              </a:rPr>
              <a:t>Tampilan</a:t>
            </a:r>
            <a:r>
              <a:rPr sz="1600" spc="-3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teks</a:t>
            </a:r>
            <a:r>
              <a:rPr sz="1600" spc="-8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menjadi</a:t>
            </a:r>
            <a:r>
              <a:rPr sz="1600" spc="2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lebih</a:t>
            </a:r>
            <a:r>
              <a:rPr sz="1600" spc="-2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75" dirty="0">
                <a:solidFill>
                  <a:srgbClr val="4A5462"/>
                </a:solidFill>
                <a:latin typeface="Lucida Sans Unicode"/>
                <a:cs typeface="Lucida Sans Unicode"/>
              </a:rPr>
              <a:t>terorganisir </a:t>
            </a:r>
            <a:r>
              <a:rPr sz="160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dan</a:t>
            </a:r>
            <a:r>
              <a:rPr sz="1600" spc="-3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mudah</a:t>
            </a:r>
            <a:r>
              <a:rPr sz="1600" spc="-3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dibaca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37902" y="2800349"/>
            <a:ext cx="5916295" cy="2432050"/>
            <a:chOff x="1237902" y="2800349"/>
            <a:chExt cx="5916295" cy="243205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72721" y="2800349"/>
              <a:ext cx="381000" cy="3429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7902" y="4876799"/>
              <a:ext cx="425450" cy="2857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91708" y="4806949"/>
              <a:ext cx="425450" cy="42545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570241" y="2272577"/>
            <a:ext cx="3157855" cy="120142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200" b="1" spc="-20" dirty="0">
                <a:solidFill>
                  <a:srgbClr val="292524"/>
                </a:solidFill>
                <a:latin typeface="Trebuchet MS"/>
                <a:cs typeface="Trebuchet MS"/>
              </a:rPr>
              <a:t>Website</a:t>
            </a:r>
            <a:r>
              <a:rPr sz="2200" b="1" spc="-130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292524"/>
                </a:solidFill>
                <a:latin typeface="Trebuchet MS"/>
                <a:cs typeface="Trebuchet MS"/>
              </a:rPr>
              <a:t>Profesional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7200"/>
              </a:lnSpc>
              <a:spcBef>
                <a:spcPts val="705"/>
              </a:spcBef>
            </a:pPr>
            <a:r>
              <a:rPr sz="1600" spc="-90" dirty="0">
                <a:solidFill>
                  <a:srgbClr val="4A5462"/>
                </a:solidFill>
                <a:latin typeface="Lucida Sans Unicode"/>
                <a:cs typeface="Lucida Sans Unicode"/>
              </a:rPr>
              <a:t>Memberikan</a:t>
            </a:r>
            <a:r>
              <a:rPr sz="160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05" dirty="0">
                <a:solidFill>
                  <a:srgbClr val="4A5462"/>
                </a:solidFill>
                <a:latin typeface="Lucida Sans Unicode"/>
                <a:cs typeface="Lucida Sans Unicode"/>
              </a:rPr>
              <a:t>kesan</a:t>
            </a:r>
            <a:r>
              <a:rPr sz="1600" spc="-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profesional</a:t>
            </a:r>
            <a:r>
              <a:rPr sz="1600" spc="6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75" dirty="0">
                <a:solidFill>
                  <a:srgbClr val="4A5462"/>
                </a:solidFill>
                <a:latin typeface="Lucida Sans Unicode"/>
                <a:cs typeface="Lucida Sans Unicode"/>
              </a:rPr>
              <a:t>dan </a:t>
            </a:r>
            <a:r>
              <a:rPr sz="160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terpercaya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31305" y="4320452"/>
            <a:ext cx="3116580" cy="120142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200" b="1" dirty="0">
                <a:solidFill>
                  <a:srgbClr val="292524"/>
                </a:solidFill>
                <a:latin typeface="Trebuchet MS"/>
                <a:cs typeface="Trebuchet MS"/>
              </a:rPr>
              <a:t>Mudah</a:t>
            </a:r>
            <a:r>
              <a:rPr sz="2200" b="1" spc="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292524"/>
                </a:solidFill>
                <a:latin typeface="Trebuchet MS"/>
                <a:cs typeface="Trebuchet MS"/>
              </a:rPr>
              <a:t>Dibaca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7200"/>
              </a:lnSpc>
              <a:spcBef>
                <a:spcPts val="705"/>
              </a:spcBef>
            </a:pPr>
            <a:r>
              <a:rPr sz="1600" spc="-85" dirty="0">
                <a:solidFill>
                  <a:srgbClr val="4A5462"/>
                </a:solidFill>
                <a:latin typeface="Lucida Sans Unicode"/>
                <a:cs typeface="Lucida Sans Unicode"/>
              </a:rPr>
              <a:t>Memudahkan</a:t>
            </a:r>
            <a:r>
              <a:rPr sz="1600" spc="-3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14" dirty="0">
                <a:solidFill>
                  <a:srgbClr val="4A5462"/>
                </a:solidFill>
                <a:latin typeface="Lucida Sans Unicode"/>
                <a:cs typeface="Lucida Sans Unicode"/>
              </a:rPr>
              <a:t>pengguna</a:t>
            </a:r>
            <a:r>
              <a:rPr sz="1600" spc="-2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membaca </a:t>
            </a:r>
            <a:r>
              <a:rPr sz="160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konten</a:t>
            </a:r>
            <a:r>
              <a:rPr sz="1600" spc="-3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website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52666" y="4320452"/>
            <a:ext cx="2966085" cy="120142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200" b="1" spc="-25" dirty="0">
                <a:solidFill>
                  <a:srgbClr val="292524"/>
                </a:solidFill>
                <a:latin typeface="Trebuchet MS"/>
                <a:cs typeface="Trebuchet MS"/>
              </a:rPr>
              <a:t>Tampilan</a:t>
            </a:r>
            <a:r>
              <a:rPr sz="2200" b="1" spc="-95" dirty="0">
                <a:solidFill>
                  <a:srgbClr val="292524"/>
                </a:solidFill>
                <a:latin typeface="Trebuchet MS"/>
                <a:cs typeface="Trebuchet MS"/>
              </a:rPr>
              <a:t> </a:t>
            </a:r>
            <a:r>
              <a:rPr sz="2200" b="1" spc="-10" dirty="0">
                <a:solidFill>
                  <a:srgbClr val="292524"/>
                </a:solidFill>
                <a:latin typeface="Trebuchet MS"/>
                <a:cs typeface="Trebuchet MS"/>
              </a:rPr>
              <a:t>Menarik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ct val="117200"/>
              </a:lnSpc>
              <a:spcBef>
                <a:spcPts val="705"/>
              </a:spcBef>
            </a:pPr>
            <a:r>
              <a:rPr sz="160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Meningkatkan</a:t>
            </a:r>
            <a:r>
              <a:rPr sz="1600" spc="-4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95" dirty="0">
                <a:solidFill>
                  <a:srgbClr val="4A5462"/>
                </a:solidFill>
                <a:latin typeface="Lucida Sans Unicode"/>
                <a:cs typeface="Lucida Sans Unicode"/>
              </a:rPr>
              <a:t>estetika</a:t>
            </a:r>
            <a:r>
              <a:rPr sz="1600" spc="-2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visual</a:t>
            </a:r>
            <a:r>
              <a:rPr sz="1600" spc="25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80" dirty="0">
                <a:solidFill>
                  <a:srgbClr val="4A5462"/>
                </a:solidFill>
                <a:latin typeface="Lucida Sans Unicode"/>
                <a:cs typeface="Lucida Sans Unicode"/>
              </a:rPr>
              <a:t>dan </a:t>
            </a:r>
            <a:r>
              <a:rPr sz="1600" spc="-100" dirty="0">
                <a:solidFill>
                  <a:srgbClr val="4A5462"/>
                </a:solidFill>
                <a:latin typeface="Lucida Sans Unicode"/>
                <a:cs typeface="Lucida Sans Unicode"/>
              </a:rPr>
              <a:t>pengalaman</a:t>
            </a:r>
            <a:r>
              <a:rPr sz="1600" spc="30" dirty="0">
                <a:solidFill>
                  <a:srgbClr val="4A5462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4A5462"/>
                </a:solidFill>
                <a:latin typeface="Lucida Sans Unicode"/>
                <a:cs typeface="Lucida Sans Unicode"/>
              </a:rPr>
              <a:t>pengguna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338</Words>
  <Application>Microsoft Office PowerPoint</Application>
  <PresentationFormat>Kustom</PresentationFormat>
  <Paragraphs>115</Paragraphs>
  <Slides>13</Slides>
  <Notes>1</Notes>
  <HiddenSlides>0</HiddenSlides>
  <MMClips>0</MMClips>
  <ScaleCrop>false</ScaleCrop>
  <HeadingPairs>
    <vt:vector size="6" baseType="variant">
      <vt:variant>
        <vt:lpstr>Font Dipakai</vt:lpstr>
      </vt:variant>
      <vt:variant>
        <vt:i4>5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Lucida Sans Unicode</vt:lpstr>
      <vt:lpstr>Trebuchet MS</vt:lpstr>
      <vt:lpstr>Office Theme</vt:lpstr>
      <vt:lpstr>Font Styling</vt:lpstr>
      <vt:lpstr>Apa itu Font Styling?</vt:lpstr>
      <vt:lpstr>Fungsi Font Styling</vt:lpstr>
      <vt:lpstr>font-family</vt:lpstr>
      <vt:lpstr>Jenis Font Umum</vt:lpstr>
      <vt:lpstr>Uji Praktek</vt:lpstr>
      <vt:lpstr>font-size</vt:lpstr>
      <vt:lpstr>Uji Praktek</vt:lpstr>
      <vt:lpstr>font-weight</vt:lpstr>
      <vt:lpstr>Uji Coba</vt:lpstr>
      <vt:lpstr>font-style</vt:lpstr>
      <vt:lpstr>Uji Coba</vt:lpstr>
      <vt:lpstr>Manfaat Font Styling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A. Irgi Irwan. A</cp:lastModifiedBy>
  <cp:revision>4</cp:revision>
  <dcterms:created xsi:type="dcterms:W3CDTF">2026-05-09T05:59:41Z</dcterms:created>
  <dcterms:modified xsi:type="dcterms:W3CDTF">2026-05-09T06:17:13Z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2026-05-09T00:00:00Z</vt:filetime>
  </property>
  <property fmtid="{D5CDD505-2E9C-101B-9397-08002B2CF9AE}" pid="4" name="LastSaved">
    <vt:filetime>2026-05-09T00:00:00Z</vt:filetime>
  </property>
</Properties>
</file>