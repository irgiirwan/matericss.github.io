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8"/>
  </p:notesMasterIdLst>
  <p:sldIdLst>
    <p:sldId id="256" r:id="rId2"/>
    <p:sldId id="257" r:id="rId3"/>
    <p:sldId id="309" r:id="rId4"/>
    <p:sldId id="259" r:id="rId5"/>
    <p:sldId id="310" r:id="rId6"/>
    <p:sldId id="260" r:id="rId7"/>
  </p:sldIdLst>
  <p:sldSz cx="9144000" cy="5143500" type="screen16x9"/>
  <p:notesSz cx="6858000" cy="9144000"/>
  <p:embeddedFontLst>
    <p:embeddedFont>
      <p:font typeface="Autour One" panose="020B0604020202020204" charset="0"/>
      <p:regular r:id="rId9"/>
    </p:embeddedFont>
    <p:embeddedFont>
      <p:font typeface="Nunito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C5C38D-6B90-4995-A66A-18D9B7FB7B5F}">
  <a:tblStyle styleId="{65C5C38D-6B90-4995-A66A-18D9B7FB7B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2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f6e7bc82d1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f6e7bc82d1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f6e05ed7f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f6e05ed7f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>
          <a:extLst>
            <a:ext uri="{FF2B5EF4-FFF2-40B4-BE49-F238E27FC236}">
              <a16:creationId xmlns:a16="http://schemas.microsoft.com/office/drawing/2014/main" id="{3746A76C-6582-CCB7-434D-8C892672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f6e05ed7f3_0_16:notes">
            <a:extLst>
              <a:ext uri="{FF2B5EF4-FFF2-40B4-BE49-F238E27FC236}">
                <a16:creationId xmlns:a16="http://schemas.microsoft.com/office/drawing/2014/main" id="{5D79AB69-1A2D-BCC5-B641-2980CF4DD7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f6e05ed7f3_0_16:notes">
            <a:extLst>
              <a:ext uri="{FF2B5EF4-FFF2-40B4-BE49-F238E27FC236}">
                <a16:creationId xmlns:a16="http://schemas.microsoft.com/office/drawing/2014/main" id="{0C1B4C7D-F85F-C816-A769-961AFB470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394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f171cd8ef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f171cd8ef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>
          <a:extLst>
            <a:ext uri="{FF2B5EF4-FFF2-40B4-BE49-F238E27FC236}">
              <a16:creationId xmlns:a16="http://schemas.microsoft.com/office/drawing/2014/main" id="{A344BCAE-4781-3743-20F6-AF85C4303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f171cd8ef6_0_33:notes">
            <a:extLst>
              <a:ext uri="{FF2B5EF4-FFF2-40B4-BE49-F238E27FC236}">
                <a16:creationId xmlns:a16="http://schemas.microsoft.com/office/drawing/2014/main" id="{566E3326-D90B-BE8B-4860-8B38125A8A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f171cd8ef6_0_33:notes">
            <a:extLst>
              <a:ext uri="{FF2B5EF4-FFF2-40B4-BE49-F238E27FC236}">
                <a16:creationId xmlns:a16="http://schemas.microsoft.com/office/drawing/2014/main" id="{5085B7A7-777E-8082-2376-DFC56658C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8423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f6e05ed7f3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f6e05ed7f3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409750" y="-1994750"/>
            <a:ext cx="11640702" cy="7589390"/>
            <a:chOff x="-1409750" y="-1994750"/>
            <a:chExt cx="11640702" cy="7589390"/>
          </a:xfrm>
        </p:grpSpPr>
        <p:pic>
          <p:nvPicPr>
            <p:cNvPr id="10" name="Google Shape;10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2187378" y="-1994750"/>
              <a:ext cx="5255401" cy="32596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16976" y="331900"/>
              <a:ext cx="1913976" cy="171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 rotWithShape="1">
            <a:blip r:embed="rId5">
              <a:alphaModFix/>
            </a:blip>
            <a:srcRect t="18224" b="28847"/>
            <a:stretch/>
          </p:blipFill>
          <p:spPr>
            <a:xfrm rot="1800023">
              <a:off x="-24186" y="4038893"/>
              <a:ext cx="1976222" cy="1137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"/>
            <p:cNvPicPr preferRelativeResize="0"/>
            <p:nvPr/>
          </p:nvPicPr>
          <p:blipFill>
            <a:blip r:embed="rId6">
              <a:alphaModFix amt="50000"/>
            </a:blip>
            <a:stretch>
              <a:fillRect/>
            </a:stretch>
          </p:blipFill>
          <p:spPr>
            <a:xfrm>
              <a:off x="-1409750" y="-956825"/>
              <a:ext cx="2758700" cy="2474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-333125" y="-424715"/>
              <a:ext cx="1844300" cy="20063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714175" y="1061875"/>
            <a:ext cx="3857700" cy="26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3800" b="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790375" y="3662263"/>
            <a:ext cx="3781500" cy="40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rgbClr val="493D3A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-623153" y="-2161325"/>
            <a:ext cx="10706627" cy="9306723"/>
            <a:chOff x="-623153" y="-2161325"/>
            <a:chExt cx="10706627" cy="9306723"/>
          </a:xfrm>
        </p:grpSpPr>
        <p:pic>
          <p:nvPicPr>
            <p:cNvPr id="28" name="Google Shape;28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2804874" y="4440425"/>
              <a:ext cx="2305990" cy="2068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23153" y="-2161325"/>
              <a:ext cx="4886001" cy="331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15996" y="4255400"/>
              <a:ext cx="4659400" cy="2889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381171">
              <a:off x="7670960" y="785728"/>
              <a:ext cx="1961654" cy="21339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14175" y="1152475"/>
            <a:ext cx="7715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0" y="1275100"/>
            <a:ext cx="3515100" cy="9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 b="0">
                <a:latin typeface="Autour One"/>
                <a:ea typeface="Autour One"/>
                <a:cs typeface="Autour One"/>
                <a:sym typeface="Autour On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4572000" y="2448788"/>
            <a:ext cx="3515100" cy="14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9" name="Google Shape;69;p9"/>
          <p:cNvGrpSpPr/>
          <p:nvPr/>
        </p:nvGrpSpPr>
        <p:grpSpPr>
          <a:xfrm>
            <a:off x="-207700" y="-1376150"/>
            <a:ext cx="10435225" cy="9308799"/>
            <a:chOff x="-207699" y="-1376150"/>
            <a:chExt cx="10435225" cy="9308799"/>
          </a:xfrm>
        </p:grpSpPr>
        <p:grpSp>
          <p:nvGrpSpPr>
            <p:cNvPr id="70" name="Google Shape;70;p9"/>
            <p:cNvGrpSpPr/>
            <p:nvPr/>
          </p:nvGrpSpPr>
          <p:grpSpPr>
            <a:xfrm>
              <a:off x="-207700" y="-1376150"/>
              <a:ext cx="10435225" cy="9308799"/>
              <a:chOff x="-207699" y="-1376150"/>
              <a:chExt cx="10435225" cy="9308799"/>
            </a:xfrm>
          </p:grpSpPr>
          <p:pic>
            <p:nvPicPr>
              <p:cNvPr id="71" name="Google Shape;71;p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400000">
                <a:off x="7384353" y="47800"/>
                <a:ext cx="2872018" cy="19478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Google Shape;72;p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 flipH="1">
                <a:off x="-207699" y="-1376150"/>
                <a:ext cx="4108652" cy="25484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3" name="Google Shape;73;p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364352" y="3570275"/>
                <a:ext cx="4863174" cy="4362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" name="Google Shape;74;p9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10800000" flipH="1">
                <a:off x="6338425" y="-414275"/>
                <a:ext cx="1374649" cy="1233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5" name="Google Shape;75;p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484429">
              <a:off x="5619436" y="3702488"/>
              <a:ext cx="1814703" cy="19741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18"/>
          <p:cNvGrpSpPr/>
          <p:nvPr/>
        </p:nvGrpSpPr>
        <p:grpSpPr>
          <a:xfrm>
            <a:off x="-200222" y="-552413"/>
            <a:ext cx="10178698" cy="8163012"/>
            <a:chOff x="-200222" y="-552413"/>
            <a:chExt cx="10178698" cy="8163012"/>
          </a:xfrm>
        </p:grpSpPr>
        <p:pic>
          <p:nvPicPr>
            <p:cNvPr id="170" name="Google Shape;170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5400000">
              <a:off x="6610926" y="93263"/>
              <a:ext cx="4013225" cy="2721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00222" y="3899125"/>
              <a:ext cx="5983825" cy="3711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7278787" y="3396688"/>
              <a:ext cx="2216575" cy="1513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18"/>
          <p:cNvSpPr txBox="1">
            <a:spLocks noGrp="1"/>
          </p:cNvSpPr>
          <p:nvPr>
            <p:ph type="title"/>
          </p:nvPr>
        </p:nvSpPr>
        <p:spPr>
          <a:xfrm>
            <a:off x="2211000" y="1176600"/>
            <a:ext cx="4722000" cy="15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9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subTitle" idx="1"/>
          </p:nvPr>
        </p:nvSpPr>
        <p:spPr>
          <a:xfrm>
            <a:off x="2488875" y="2598600"/>
            <a:ext cx="4166400" cy="911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9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4133200" y="-1398576"/>
            <a:ext cx="4932177" cy="3059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1562075" y="2345098"/>
            <a:ext cx="4684426" cy="3177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4149" y="3247475"/>
            <a:ext cx="1899851" cy="17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0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50525" y="1771251"/>
            <a:ext cx="3692401" cy="331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540614" y="1677959"/>
            <a:ext cx="4488652" cy="278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3"/>
          <p:cNvPicPr preferRelativeResize="0"/>
          <p:nvPr/>
        </p:nvPicPr>
        <p:blipFill rotWithShape="1">
          <a:blip r:embed="rId4">
            <a:alphaModFix/>
          </a:blip>
          <a:srcRect t="19260" b="31255"/>
          <a:stretch/>
        </p:blipFill>
        <p:spPr>
          <a:xfrm rot="-3690879">
            <a:off x="7755881" y="951285"/>
            <a:ext cx="1694962" cy="91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099" y="-1269237"/>
            <a:ext cx="3080601" cy="276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4175" y="1152475"/>
            <a:ext cx="7715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  <a:defRPr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64" r:id="rId5"/>
    <p:sldLayoutId id="2147483678" r:id="rId6"/>
    <p:sldLayoutId id="214748367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199996">
            <a:off x="7225090" y="4012223"/>
            <a:ext cx="3047245" cy="20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7"/>
          <p:cNvSpPr txBox="1">
            <a:spLocks noGrp="1"/>
          </p:cNvSpPr>
          <p:nvPr>
            <p:ph type="ctrTitle"/>
          </p:nvPr>
        </p:nvSpPr>
        <p:spPr>
          <a:xfrm>
            <a:off x="714175" y="1061875"/>
            <a:ext cx="3857700" cy="26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id-ID" b="1" dirty="0" err="1"/>
              <a:t>Inheritance</a:t>
            </a:r>
            <a:br>
              <a:rPr lang="id-ID" b="1" dirty="0"/>
            </a:br>
            <a:r>
              <a:rPr lang="id-ID" dirty="0">
                <a:solidFill>
                  <a:schemeClr val="accent4"/>
                </a:solidFill>
              </a:rPr>
              <a:t>CSS</a:t>
            </a:r>
            <a:endParaRPr dirty="0">
              <a:solidFill>
                <a:schemeClr val="accent4"/>
              </a:solidFill>
            </a:endParaRPr>
          </a:p>
        </p:txBody>
      </p:sp>
      <p:grpSp>
        <p:nvGrpSpPr>
          <p:cNvPr id="305" name="Google Shape;305;p37"/>
          <p:cNvGrpSpPr/>
          <p:nvPr/>
        </p:nvGrpSpPr>
        <p:grpSpPr>
          <a:xfrm flipH="1">
            <a:off x="4580880" y="383171"/>
            <a:ext cx="3597433" cy="4072357"/>
            <a:chOff x="2381050" y="770150"/>
            <a:chExt cx="3300700" cy="3736450"/>
          </a:xfrm>
        </p:grpSpPr>
        <p:sp>
          <p:nvSpPr>
            <p:cNvPr id="306" name="Google Shape;306;p37"/>
            <p:cNvSpPr/>
            <p:nvPr/>
          </p:nvSpPr>
          <p:spPr>
            <a:xfrm>
              <a:off x="5600825" y="770150"/>
              <a:ext cx="80925" cy="62575"/>
            </a:xfrm>
            <a:custGeom>
              <a:avLst/>
              <a:gdLst/>
              <a:ahLst/>
              <a:cxnLst/>
              <a:rect l="l" t="t" r="r" b="b"/>
              <a:pathLst>
                <a:path w="3237" h="2503" extrusionOk="0">
                  <a:moveTo>
                    <a:pt x="1635" y="1"/>
                  </a:moveTo>
                  <a:cubicBezTo>
                    <a:pt x="1" y="1"/>
                    <a:pt x="1" y="2503"/>
                    <a:pt x="1635" y="2503"/>
                  </a:cubicBezTo>
                  <a:cubicBezTo>
                    <a:pt x="3237" y="2503"/>
                    <a:pt x="3237" y="1"/>
                    <a:pt x="1635" y="1"/>
                  </a:cubicBezTo>
                  <a:close/>
                </a:path>
              </a:pathLst>
            </a:custGeom>
            <a:solidFill>
              <a:srgbClr val="FFF9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7"/>
            <p:cNvSpPr/>
            <p:nvPr/>
          </p:nvSpPr>
          <p:spPr>
            <a:xfrm>
              <a:off x="3537700" y="2976800"/>
              <a:ext cx="587100" cy="1083575"/>
            </a:xfrm>
            <a:custGeom>
              <a:avLst/>
              <a:gdLst/>
              <a:ahLst/>
              <a:cxnLst/>
              <a:rect l="l" t="t" r="r" b="b"/>
              <a:pathLst>
                <a:path w="23484" h="43343" extrusionOk="0">
                  <a:moveTo>
                    <a:pt x="3303" y="0"/>
                  </a:moveTo>
                  <a:cubicBezTo>
                    <a:pt x="2856" y="0"/>
                    <a:pt x="2545" y="283"/>
                    <a:pt x="2335" y="832"/>
                  </a:cubicBezTo>
                  <a:cubicBezTo>
                    <a:pt x="2169" y="1366"/>
                    <a:pt x="2335" y="1899"/>
                    <a:pt x="2169" y="2400"/>
                  </a:cubicBezTo>
                  <a:cubicBezTo>
                    <a:pt x="2135" y="3034"/>
                    <a:pt x="2335" y="3667"/>
                    <a:pt x="2135" y="4301"/>
                  </a:cubicBezTo>
                  <a:cubicBezTo>
                    <a:pt x="1835" y="4802"/>
                    <a:pt x="2202" y="5335"/>
                    <a:pt x="1968" y="5836"/>
                  </a:cubicBezTo>
                  <a:cubicBezTo>
                    <a:pt x="2002" y="5869"/>
                    <a:pt x="2002" y="5969"/>
                    <a:pt x="1968" y="6002"/>
                  </a:cubicBezTo>
                  <a:cubicBezTo>
                    <a:pt x="1668" y="6736"/>
                    <a:pt x="2035" y="7503"/>
                    <a:pt x="1802" y="8204"/>
                  </a:cubicBezTo>
                  <a:cubicBezTo>
                    <a:pt x="1835" y="8237"/>
                    <a:pt x="1835" y="8337"/>
                    <a:pt x="1802" y="8371"/>
                  </a:cubicBezTo>
                  <a:cubicBezTo>
                    <a:pt x="1602" y="8704"/>
                    <a:pt x="1702" y="9138"/>
                    <a:pt x="1702" y="9505"/>
                  </a:cubicBezTo>
                  <a:cubicBezTo>
                    <a:pt x="1702" y="10506"/>
                    <a:pt x="1868" y="11473"/>
                    <a:pt x="1702" y="12474"/>
                  </a:cubicBezTo>
                  <a:cubicBezTo>
                    <a:pt x="1768" y="12707"/>
                    <a:pt x="1768" y="12974"/>
                    <a:pt x="1768" y="13208"/>
                  </a:cubicBezTo>
                  <a:cubicBezTo>
                    <a:pt x="1868" y="13474"/>
                    <a:pt x="1935" y="13675"/>
                    <a:pt x="1768" y="13908"/>
                  </a:cubicBezTo>
                  <a:cubicBezTo>
                    <a:pt x="1435" y="14709"/>
                    <a:pt x="1835" y="15543"/>
                    <a:pt x="1602" y="16343"/>
                  </a:cubicBezTo>
                  <a:cubicBezTo>
                    <a:pt x="1635" y="16376"/>
                    <a:pt x="1635" y="16477"/>
                    <a:pt x="1602" y="16510"/>
                  </a:cubicBezTo>
                  <a:cubicBezTo>
                    <a:pt x="1268" y="17310"/>
                    <a:pt x="1668" y="18144"/>
                    <a:pt x="1435" y="18912"/>
                  </a:cubicBezTo>
                  <a:cubicBezTo>
                    <a:pt x="1468" y="18978"/>
                    <a:pt x="1468" y="19045"/>
                    <a:pt x="1435" y="19078"/>
                  </a:cubicBezTo>
                  <a:cubicBezTo>
                    <a:pt x="1135" y="20012"/>
                    <a:pt x="1535" y="20980"/>
                    <a:pt x="1301" y="21914"/>
                  </a:cubicBezTo>
                  <a:cubicBezTo>
                    <a:pt x="1335" y="21980"/>
                    <a:pt x="1335" y="22014"/>
                    <a:pt x="1301" y="22047"/>
                  </a:cubicBezTo>
                  <a:cubicBezTo>
                    <a:pt x="1001" y="22681"/>
                    <a:pt x="1368" y="23348"/>
                    <a:pt x="834" y="23748"/>
                  </a:cubicBezTo>
                  <a:cubicBezTo>
                    <a:pt x="534" y="24482"/>
                    <a:pt x="934" y="25216"/>
                    <a:pt x="668" y="25917"/>
                  </a:cubicBezTo>
                  <a:cubicBezTo>
                    <a:pt x="334" y="26384"/>
                    <a:pt x="768" y="26984"/>
                    <a:pt x="467" y="27418"/>
                  </a:cubicBezTo>
                  <a:cubicBezTo>
                    <a:pt x="167" y="28018"/>
                    <a:pt x="534" y="28652"/>
                    <a:pt x="301" y="29186"/>
                  </a:cubicBezTo>
                  <a:cubicBezTo>
                    <a:pt x="0" y="29686"/>
                    <a:pt x="367" y="30220"/>
                    <a:pt x="134" y="30720"/>
                  </a:cubicBezTo>
                  <a:cubicBezTo>
                    <a:pt x="167" y="30753"/>
                    <a:pt x="167" y="30820"/>
                    <a:pt x="134" y="30854"/>
                  </a:cubicBezTo>
                  <a:cubicBezTo>
                    <a:pt x="201" y="30987"/>
                    <a:pt x="201" y="31087"/>
                    <a:pt x="201" y="31254"/>
                  </a:cubicBezTo>
                  <a:cubicBezTo>
                    <a:pt x="334" y="31888"/>
                    <a:pt x="301" y="32521"/>
                    <a:pt x="601" y="33088"/>
                  </a:cubicBezTo>
                  <a:cubicBezTo>
                    <a:pt x="1168" y="34223"/>
                    <a:pt x="1301" y="35390"/>
                    <a:pt x="367" y="36424"/>
                  </a:cubicBezTo>
                  <a:cubicBezTo>
                    <a:pt x="367" y="36591"/>
                    <a:pt x="367" y="36724"/>
                    <a:pt x="501" y="36858"/>
                  </a:cubicBezTo>
                  <a:cubicBezTo>
                    <a:pt x="668" y="37025"/>
                    <a:pt x="501" y="37325"/>
                    <a:pt x="701" y="37492"/>
                  </a:cubicBezTo>
                  <a:cubicBezTo>
                    <a:pt x="968" y="37892"/>
                    <a:pt x="1101" y="38359"/>
                    <a:pt x="1435" y="38726"/>
                  </a:cubicBezTo>
                  <a:cubicBezTo>
                    <a:pt x="2102" y="39760"/>
                    <a:pt x="3169" y="40060"/>
                    <a:pt x="4270" y="40360"/>
                  </a:cubicBezTo>
                  <a:cubicBezTo>
                    <a:pt x="4470" y="40560"/>
                    <a:pt x="4770" y="40394"/>
                    <a:pt x="4937" y="40560"/>
                  </a:cubicBezTo>
                  <a:cubicBezTo>
                    <a:pt x="5037" y="40727"/>
                    <a:pt x="5271" y="40694"/>
                    <a:pt x="5371" y="40761"/>
                  </a:cubicBezTo>
                  <a:cubicBezTo>
                    <a:pt x="5538" y="40994"/>
                    <a:pt x="5871" y="40827"/>
                    <a:pt x="6038" y="40994"/>
                  </a:cubicBezTo>
                  <a:cubicBezTo>
                    <a:pt x="6205" y="41194"/>
                    <a:pt x="6538" y="41027"/>
                    <a:pt x="6705" y="41194"/>
                  </a:cubicBezTo>
                  <a:cubicBezTo>
                    <a:pt x="6872" y="41394"/>
                    <a:pt x="7206" y="41228"/>
                    <a:pt x="7372" y="41394"/>
                  </a:cubicBezTo>
                  <a:cubicBezTo>
                    <a:pt x="7479" y="41501"/>
                    <a:pt x="7602" y="41522"/>
                    <a:pt x="7728" y="41522"/>
                  </a:cubicBezTo>
                  <a:cubicBezTo>
                    <a:pt x="7812" y="41522"/>
                    <a:pt x="7897" y="41513"/>
                    <a:pt x="7980" y="41513"/>
                  </a:cubicBezTo>
                  <a:cubicBezTo>
                    <a:pt x="8084" y="41513"/>
                    <a:pt x="8184" y="41528"/>
                    <a:pt x="8273" y="41595"/>
                  </a:cubicBezTo>
                  <a:cubicBezTo>
                    <a:pt x="8372" y="41708"/>
                    <a:pt x="8495" y="41725"/>
                    <a:pt x="8625" y="41725"/>
                  </a:cubicBezTo>
                  <a:cubicBezTo>
                    <a:pt x="8681" y="41725"/>
                    <a:pt x="8737" y="41722"/>
                    <a:pt x="8794" y="41722"/>
                  </a:cubicBezTo>
                  <a:cubicBezTo>
                    <a:pt x="8915" y="41722"/>
                    <a:pt x="9035" y="41736"/>
                    <a:pt x="9140" y="41828"/>
                  </a:cubicBezTo>
                  <a:cubicBezTo>
                    <a:pt x="9238" y="41926"/>
                    <a:pt x="9366" y="41942"/>
                    <a:pt x="9499" y="41942"/>
                  </a:cubicBezTo>
                  <a:cubicBezTo>
                    <a:pt x="9560" y="41942"/>
                    <a:pt x="9623" y="41938"/>
                    <a:pt x="9684" y="41938"/>
                  </a:cubicBezTo>
                  <a:cubicBezTo>
                    <a:pt x="9804" y="41938"/>
                    <a:pt x="9918" y="41951"/>
                    <a:pt x="10008" y="42028"/>
                  </a:cubicBezTo>
                  <a:cubicBezTo>
                    <a:pt x="10120" y="42126"/>
                    <a:pt x="10250" y="42142"/>
                    <a:pt x="10380" y="42142"/>
                  </a:cubicBezTo>
                  <a:cubicBezTo>
                    <a:pt x="10441" y="42142"/>
                    <a:pt x="10501" y="42139"/>
                    <a:pt x="10560" y="42139"/>
                  </a:cubicBezTo>
                  <a:cubicBezTo>
                    <a:pt x="10676" y="42139"/>
                    <a:pt x="10785" y="42152"/>
                    <a:pt x="10875" y="42228"/>
                  </a:cubicBezTo>
                  <a:cubicBezTo>
                    <a:pt x="10982" y="42335"/>
                    <a:pt x="11104" y="42356"/>
                    <a:pt x="11230" y="42356"/>
                  </a:cubicBezTo>
                  <a:cubicBezTo>
                    <a:pt x="11314" y="42356"/>
                    <a:pt x="11400" y="42347"/>
                    <a:pt x="11483" y="42347"/>
                  </a:cubicBezTo>
                  <a:cubicBezTo>
                    <a:pt x="11586" y="42347"/>
                    <a:pt x="11687" y="42362"/>
                    <a:pt x="11775" y="42428"/>
                  </a:cubicBezTo>
                  <a:cubicBezTo>
                    <a:pt x="11870" y="42511"/>
                    <a:pt x="11974" y="42531"/>
                    <a:pt x="12081" y="42531"/>
                  </a:cubicBezTo>
                  <a:cubicBezTo>
                    <a:pt x="12178" y="42531"/>
                    <a:pt x="12279" y="42515"/>
                    <a:pt x="12380" y="42515"/>
                  </a:cubicBezTo>
                  <a:cubicBezTo>
                    <a:pt x="12480" y="42515"/>
                    <a:pt x="12580" y="42531"/>
                    <a:pt x="12676" y="42595"/>
                  </a:cubicBezTo>
                  <a:lnTo>
                    <a:pt x="12776" y="42595"/>
                  </a:lnTo>
                  <a:lnTo>
                    <a:pt x="12843" y="42662"/>
                  </a:lnTo>
                  <a:cubicBezTo>
                    <a:pt x="12951" y="42737"/>
                    <a:pt x="13069" y="42757"/>
                    <a:pt x="13191" y="42757"/>
                  </a:cubicBezTo>
                  <a:cubicBezTo>
                    <a:pt x="13324" y="42757"/>
                    <a:pt x="13462" y="42734"/>
                    <a:pt x="13596" y="42734"/>
                  </a:cubicBezTo>
                  <a:cubicBezTo>
                    <a:pt x="13718" y="42734"/>
                    <a:pt x="13836" y="42753"/>
                    <a:pt x="13944" y="42829"/>
                  </a:cubicBezTo>
                  <a:cubicBezTo>
                    <a:pt x="14074" y="42915"/>
                    <a:pt x="14214" y="42939"/>
                    <a:pt x="14360" y="42939"/>
                  </a:cubicBezTo>
                  <a:cubicBezTo>
                    <a:pt x="14529" y="42939"/>
                    <a:pt x="14706" y="42907"/>
                    <a:pt x="14879" y="42907"/>
                  </a:cubicBezTo>
                  <a:cubicBezTo>
                    <a:pt x="15015" y="42907"/>
                    <a:pt x="15150" y="42926"/>
                    <a:pt x="15278" y="42996"/>
                  </a:cubicBezTo>
                  <a:lnTo>
                    <a:pt x="15345" y="42996"/>
                  </a:lnTo>
                  <a:lnTo>
                    <a:pt x="15445" y="43029"/>
                  </a:lnTo>
                  <a:cubicBezTo>
                    <a:pt x="15564" y="43137"/>
                    <a:pt x="15697" y="43163"/>
                    <a:pt x="15836" y="43163"/>
                  </a:cubicBezTo>
                  <a:cubicBezTo>
                    <a:pt x="15968" y="43163"/>
                    <a:pt x="16105" y="43140"/>
                    <a:pt x="16243" y="43140"/>
                  </a:cubicBezTo>
                  <a:cubicBezTo>
                    <a:pt x="16366" y="43140"/>
                    <a:pt x="16491" y="43158"/>
                    <a:pt x="16612" y="43229"/>
                  </a:cubicBezTo>
                  <a:cubicBezTo>
                    <a:pt x="16798" y="43322"/>
                    <a:pt x="16993" y="43342"/>
                    <a:pt x="17188" y="43342"/>
                  </a:cubicBezTo>
                  <a:cubicBezTo>
                    <a:pt x="17343" y="43342"/>
                    <a:pt x="17498" y="43329"/>
                    <a:pt x="17646" y="43329"/>
                  </a:cubicBezTo>
                  <a:cubicBezTo>
                    <a:pt x="18520" y="42796"/>
                    <a:pt x="19448" y="42604"/>
                    <a:pt x="20395" y="42604"/>
                  </a:cubicBezTo>
                  <a:cubicBezTo>
                    <a:pt x="20931" y="42604"/>
                    <a:pt x="21474" y="42666"/>
                    <a:pt x="22016" y="42762"/>
                  </a:cubicBezTo>
                  <a:lnTo>
                    <a:pt x="22150" y="42762"/>
                  </a:lnTo>
                  <a:cubicBezTo>
                    <a:pt x="22283" y="42780"/>
                    <a:pt x="22420" y="42793"/>
                    <a:pt x="22551" y="42793"/>
                  </a:cubicBezTo>
                  <a:cubicBezTo>
                    <a:pt x="22909" y="42793"/>
                    <a:pt x="23228" y="42695"/>
                    <a:pt x="23350" y="42328"/>
                  </a:cubicBezTo>
                  <a:cubicBezTo>
                    <a:pt x="23484" y="41895"/>
                    <a:pt x="22950" y="41728"/>
                    <a:pt x="22650" y="41494"/>
                  </a:cubicBezTo>
                  <a:cubicBezTo>
                    <a:pt x="22483" y="41328"/>
                    <a:pt x="22216" y="41194"/>
                    <a:pt x="21983" y="41194"/>
                  </a:cubicBezTo>
                  <a:cubicBezTo>
                    <a:pt x="21883" y="41194"/>
                    <a:pt x="21816" y="41228"/>
                    <a:pt x="21716" y="41261"/>
                  </a:cubicBezTo>
                  <a:cubicBezTo>
                    <a:pt x="21668" y="41309"/>
                    <a:pt x="21634" y="41327"/>
                    <a:pt x="21609" y="41327"/>
                  </a:cubicBezTo>
                  <a:cubicBezTo>
                    <a:pt x="21546" y="41327"/>
                    <a:pt x="21540" y="41218"/>
                    <a:pt x="21516" y="41194"/>
                  </a:cubicBezTo>
                  <a:cubicBezTo>
                    <a:pt x="21482" y="41027"/>
                    <a:pt x="21382" y="40861"/>
                    <a:pt x="21316" y="40694"/>
                  </a:cubicBezTo>
                  <a:cubicBezTo>
                    <a:pt x="21182" y="40394"/>
                    <a:pt x="21182" y="39993"/>
                    <a:pt x="20849" y="39760"/>
                  </a:cubicBezTo>
                  <a:cubicBezTo>
                    <a:pt x="19614" y="39093"/>
                    <a:pt x="18547" y="38192"/>
                    <a:pt x="17713" y="37025"/>
                  </a:cubicBezTo>
                  <a:cubicBezTo>
                    <a:pt x="17622" y="36872"/>
                    <a:pt x="17419" y="36720"/>
                    <a:pt x="17232" y="36720"/>
                  </a:cubicBezTo>
                  <a:cubicBezTo>
                    <a:pt x="17214" y="36720"/>
                    <a:pt x="17197" y="36721"/>
                    <a:pt x="17179" y="36724"/>
                  </a:cubicBezTo>
                  <a:cubicBezTo>
                    <a:pt x="16951" y="36752"/>
                    <a:pt x="16727" y="36764"/>
                    <a:pt x="16504" y="36764"/>
                  </a:cubicBezTo>
                  <a:cubicBezTo>
                    <a:pt x="15101" y="36764"/>
                    <a:pt x="13801" y="36269"/>
                    <a:pt x="12476" y="35924"/>
                  </a:cubicBezTo>
                  <a:cubicBezTo>
                    <a:pt x="11675" y="35757"/>
                    <a:pt x="11142" y="35590"/>
                    <a:pt x="10942" y="34823"/>
                  </a:cubicBezTo>
                  <a:cubicBezTo>
                    <a:pt x="10541" y="34656"/>
                    <a:pt x="9807" y="34923"/>
                    <a:pt x="9941" y="34056"/>
                  </a:cubicBezTo>
                  <a:cubicBezTo>
                    <a:pt x="10008" y="32088"/>
                    <a:pt x="10374" y="30086"/>
                    <a:pt x="9674" y="28185"/>
                  </a:cubicBezTo>
                  <a:cubicBezTo>
                    <a:pt x="9641" y="28052"/>
                    <a:pt x="9674" y="27985"/>
                    <a:pt x="9674" y="27851"/>
                  </a:cubicBezTo>
                  <a:cubicBezTo>
                    <a:pt x="9941" y="26017"/>
                    <a:pt x="9541" y="24215"/>
                    <a:pt x="9474" y="22381"/>
                  </a:cubicBezTo>
                  <a:cubicBezTo>
                    <a:pt x="9440" y="21080"/>
                    <a:pt x="8940" y="19846"/>
                    <a:pt x="8873" y="18478"/>
                  </a:cubicBezTo>
                  <a:cubicBezTo>
                    <a:pt x="8840" y="16710"/>
                    <a:pt x="8306" y="15042"/>
                    <a:pt x="8173" y="13308"/>
                  </a:cubicBezTo>
                  <a:cubicBezTo>
                    <a:pt x="8140" y="12741"/>
                    <a:pt x="8273" y="12173"/>
                    <a:pt x="7973" y="11706"/>
                  </a:cubicBezTo>
                  <a:cubicBezTo>
                    <a:pt x="7105" y="10339"/>
                    <a:pt x="7639" y="8838"/>
                    <a:pt x="7506" y="7370"/>
                  </a:cubicBezTo>
                  <a:cubicBezTo>
                    <a:pt x="7372" y="5969"/>
                    <a:pt x="7306" y="4568"/>
                    <a:pt x="6839" y="3200"/>
                  </a:cubicBezTo>
                  <a:cubicBezTo>
                    <a:pt x="6868" y="3142"/>
                    <a:pt x="6832" y="3129"/>
                    <a:pt x="6776" y="3129"/>
                  </a:cubicBezTo>
                  <a:cubicBezTo>
                    <a:pt x="6730" y="3129"/>
                    <a:pt x="6669" y="3138"/>
                    <a:pt x="6619" y="3138"/>
                  </a:cubicBezTo>
                  <a:cubicBezTo>
                    <a:pt x="6522" y="3138"/>
                    <a:pt x="6466" y="3104"/>
                    <a:pt x="6638" y="2900"/>
                  </a:cubicBezTo>
                  <a:cubicBezTo>
                    <a:pt x="6772" y="2166"/>
                    <a:pt x="5938" y="2400"/>
                    <a:pt x="5604" y="2033"/>
                  </a:cubicBezTo>
                  <a:lnTo>
                    <a:pt x="5604" y="2033"/>
                  </a:lnTo>
                  <a:cubicBezTo>
                    <a:pt x="5938" y="2078"/>
                    <a:pt x="6184" y="2108"/>
                    <a:pt x="6362" y="2108"/>
                  </a:cubicBezTo>
                  <a:cubicBezTo>
                    <a:pt x="6842" y="2108"/>
                    <a:pt x="6827" y="1887"/>
                    <a:pt x="6705" y="1132"/>
                  </a:cubicBezTo>
                  <a:cubicBezTo>
                    <a:pt x="6638" y="1032"/>
                    <a:pt x="6538" y="999"/>
                    <a:pt x="6472" y="965"/>
                  </a:cubicBezTo>
                  <a:cubicBezTo>
                    <a:pt x="6205" y="865"/>
                    <a:pt x="5971" y="832"/>
                    <a:pt x="5704" y="699"/>
                  </a:cubicBezTo>
                  <a:cubicBezTo>
                    <a:pt x="5104" y="398"/>
                    <a:pt x="4370" y="298"/>
                    <a:pt x="3703" y="65"/>
                  </a:cubicBezTo>
                  <a:cubicBezTo>
                    <a:pt x="3559" y="22"/>
                    <a:pt x="3426" y="0"/>
                    <a:pt x="3303" y="0"/>
                  </a:cubicBezTo>
                  <a:close/>
                </a:path>
              </a:pathLst>
            </a:custGeom>
            <a:solidFill>
              <a:srgbClr val="64AB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7"/>
            <p:cNvSpPr/>
            <p:nvPr/>
          </p:nvSpPr>
          <p:spPr>
            <a:xfrm>
              <a:off x="2652900" y="3630875"/>
              <a:ext cx="433675" cy="477750"/>
            </a:xfrm>
            <a:custGeom>
              <a:avLst/>
              <a:gdLst/>
              <a:ahLst/>
              <a:cxnLst/>
              <a:rect l="l" t="t" r="r" b="b"/>
              <a:pathLst>
                <a:path w="17347" h="19110" extrusionOk="0">
                  <a:moveTo>
                    <a:pt x="11937" y="1"/>
                  </a:moveTo>
                  <a:cubicBezTo>
                    <a:pt x="11860" y="1"/>
                    <a:pt x="11782" y="8"/>
                    <a:pt x="11709" y="20"/>
                  </a:cubicBezTo>
                  <a:cubicBezTo>
                    <a:pt x="11075" y="254"/>
                    <a:pt x="10575" y="721"/>
                    <a:pt x="10141" y="1188"/>
                  </a:cubicBezTo>
                  <a:cubicBezTo>
                    <a:pt x="9874" y="1488"/>
                    <a:pt x="9641" y="1755"/>
                    <a:pt x="9407" y="2089"/>
                  </a:cubicBezTo>
                  <a:cubicBezTo>
                    <a:pt x="9262" y="2307"/>
                    <a:pt x="9116" y="2455"/>
                    <a:pt x="8906" y="2455"/>
                  </a:cubicBezTo>
                  <a:cubicBezTo>
                    <a:pt x="8827" y="2455"/>
                    <a:pt x="8740" y="2434"/>
                    <a:pt x="8640" y="2389"/>
                  </a:cubicBezTo>
                  <a:cubicBezTo>
                    <a:pt x="8040" y="2189"/>
                    <a:pt x="7673" y="1688"/>
                    <a:pt x="7172" y="1388"/>
                  </a:cubicBezTo>
                  <a:cubicBezTo>
                    <a:pt x="6905" y="1265"/>
                    <a:pt x="6549" y="1078"/>
                    <a:pt x="6268" y="1078"/>
                  </a:cubicBezTo>
                  <a:cubicBezTo>
                    <a:pt x="6093" y="1078"/>
                    <a:pt x="5948" y="1150"/>
                    <a:pt x="5871" y="1355"/>
                  </a:cubicBezTo>
                  <a:cubicBezTo>
                    <a:pt x="5571" y="2089"/>
                    <a:pt x="4871" y="2155"/>
                    <a:pt x="4404" y="2556"/>
                  </a:cubicBezTo>
                  <a:cubicBezTo>
                    <a:pt x="4137" y="2756"/>
                    <a:pt x="3903" y="3156"/>
                    <a:pt x="3503" y="3156"/>
                  </a:cubicBezTo>
                  <a:cubicBezTo>
                    <a:pt x="2702" y="3156"/>
                    <a:pt x="2035" y="2689"/>
                    <a:pt x="1301" y="2589"/>
                  </a:cubicBezTo>
                  <a:cubicBezTo>
                    <a:pt x="768" y="2556"/>
                    <a:pt x="734" y="2189"/>
                    <a:pt x="701" y="1755"/>
                  </a:cubicBezTo>
                  <a:cubicBezTo>
                    <a:pt x="668" y="1355"/>
                    <a:pt x="701" y="921"/>
                    <a:pt x="467" y="554"/>
                  </a:cubicBezTo>
                  <a:cubicBezTo>
                    <a:pt x="426" y="540"/>
                    <a:pt x="390" y="532"/>
                    <a:pt x="356" y="532"/>
                  </a:cubicBezTo>
                  <a:cubicBezTo>
                    <a:pt x="306" y="532"/>
                    <a:pt x="259" y="548"/>
                    <a:pt x="201" y="588"/>
                  </a:cubicBezTo>
                  <a:lnTo>
                    <a:pt x="201" y="988"/>
                  </a:lnTo>
                  <a:cubicBezTo>
                    <a:pt x="134" y="2522"/>
                    <a:pt x="0" y="4090"/>
                    <a:pt x="301" y="5558"/>
                  </a:cubicBezTo>
                  <a:cubicBezTo>
                    <a:pt x="401" y="5691"/>
                    <a:pt x="367" y="5891"/>
                    <a:pt x="534" y="5958"/>
                  </a:cubicBezTo>
                  <a:cubicBezTo>
                    <a:pt x="734" y="6225"/>
                    <a:pt x="834" y="6592"/>
                    <a:pt x="1001" y="6859"/>
                  </a:cubicBezTo>
                  <a:cubicBezTo>
                    <a:pt x="1201" y="7059"/>
                    <a:pt x="1035" y="7359"/>
                    <a:pt x="1235" y="7526"/>
                  </a:cubicBezTo>
                  <a:cubicBezTo>
                    <a:pt x="1368" y="7659"/>
                    <a:pt x="1335" y="7826"/>
                    <a:pt x="1502" y="7926"/>
                  </a:cubicBezTo>
                  <a:cubicBezTo>
                    <a:pt x="1635" y="8060"/>
                    <a:pt x="1568" y="8260"/>
                    <a:pt x="1735" y="8360"/>
                  </a:cubicBezTo>
                  <a:cubicBezTo>
                    <a:pt x="1835" y="8493"/>
                    <a:pt x="1835" y="8660"/>
                    <a:pt x="1969" y="8760"/>
                  </a:cubicBezTo>
                  <a:cubicBezTo>
                    <a:pt x="2069" y="8894"/>
                    <a:pt x="2035" y="9094"/>
                    <a:pt x="2202" y="9194"/>
                  </a:cubicBezTo>
                  <a:cubicBezTo>
                    <a:pt x="2369" y="9561"/>
                    <a:pt x="2402" y="9928"/>
                    <a:pt x="2669" y="10261"/>
                  </a:cubicBezTo>
                  <a:cubicBezTo>
                    <a:pt x="2869" y="10561"/>
                    <a:pt x="2903" y="10895"/>
                    <a:pt x="3136" y="11162"/>
                  </a:cubicBezTo>
                  <a:cubicBezTo>
                    <a:pt x="3636" y="11829"/>
                    <a:pt x="4037" y="12529"/>
                    <a:pt x="4470" y="13263"/>
                  </a:cubicBezTo>
                  <a:cubicBezTo>
                    <a:pt x="4504" y="13363"/>
                    <a:pt x="4570" y="13397"/>
                    <a:pt x="4670" y="13497"/>
                  </a:cubicBezTo>
                  <a:cubicBezTo>
                    <a:pt x="4804" y="13597"/>
                    <a:pt x="4804" y="13764"/>
                    <a:pt x="4904" y="13897"/>
                  </a:cubicBezTo>
                  <a:cubicBezTo>
                    <a:pt x="5171" y="14197"/>
                    <a:pt x="5304" y="14664"/>
                    <a:pt x="5571" y="14931"/>
                  </a:cubicBezTo>
                  <a:cubicBezTo>
                    <a:pt x="5705" y="15065"/>
                    <a:pt x="5705" y="15231"/>
                    <a:pt x="5838" y="15365"/>
                  </a:cubicBezTo>
                  <a:cubicBezTo>
                    <a:pt x="5971" y="15498"/>
                    <a:pt x="5905" y="15665"/>
                    <a:pt x="6071" y="15765"/>
                  </a:cubicBezTo>
                  <a:cubicBezTo>
                    <a:pt x="6205" y="15899"/>
                    <a:pt x="6172" y="16099"/>
                    <a:pt x="6338" y="16199"/>
                  </a:cubicBezTo>
                  <a:cubicBezTo>
                    <a:pt x="6472" y="16399"/>
                    <a:pt x="6572" y="16599"/>
                    <a:pt x="6805" y="16833"/>
                  </a:cubicBezTo>
                  <a:cubicBezTo>
                    <a:pt x="7039" y="17166"/>
                    <a:pt x="7172" y="17566"/>
                    <a:pt x="7472" y="17867"/>
                  </a:cubicBezTo>
                  <a:cubicBezTo>
                    <a:pt x="7539" y="18033"/>
                    <a:pt x="7673" y="18167"/>
                    <a:pt x="7839" y="18267"/>
                  </a:cubicBezTo>
                  <a:cubicBezTo>
                    <a:pt x="8506" y="18812"/>
                    <a:pt x="9310" y="19110"/>
                    <a:pt x="10202" y="19110"/>
                  </a:cubicBezTo>
                  <a:cubicBezTo>
                    <a:pt x="10292" y="19110"/>
                    <a:pt x="10383" y="19107"/>
                    <a:pt x="10475" y="19101"/>
                  </a:cubicBezTo>
                  <a:cubicBezTo>
                    <a:pt x="11008" y="18767"/>
                    <a:pt x="11642" y="18701"/>
                    <a:pt x="12243" y="18567"/>
                  </a:cubicBezTo>
                  <a:cubicBezTo>
                    <a:pt x="12743" y="18434"/>
                    <a:pt x="13343" y="18400"/>
                    <a:pt x="13410" y="17700"/>
                  </a:cubicBezTo>
                  <a:cubicBezTo>
                    <a:pt x="13010" y="15932"/>
                    <a:pt x="12243" y="14264"/>
                    <a:pt x="11642" y="12563"/>
                  </a:cubicBezTo>
                  <a:cubicBezTo>
                    <a:pt x="10842" y="11329"/>
                    <a:pt x="10741" y="9828"/>
                    <a:pt x="10241" y="8493"/>
                  </a:cubicBezTo>
                  <a:lnTo>
                    <a:pt x="10241" y="8493"/>
                  </a:lnTo>
                  <a:cubicBezTo>
                    <a:pt x="10808" y="9894"/>
                    <a:pt x="11709" y="11162"/>
                    <a:pt x="11976" y="12696"/>
                  </a:cubicBezTo>
                  <a:cubicBezTo>
                    <a:pt x="12710" y="14231"/>
                    <a:pt x="13177" y="15865"/>
                    <a:pt x="14044" y="17266"/>
                  </a:cubicBezTo>
                  <a:cubicBezTo>
                    <a:pt x="14211" y="17533"/>
                    <a:pt x="14311" y="17767"/>
                    <a:pt x="14477" y="18000"/>
                  </a:cubicBezTo>
                  <a:cubicBezTo>
                    <a:pt x="14544" y="18067"/>
                    <a:pt x="14644" y="18100"/>
                    <a:pt x="14744" y="18167"/>
                  </a:cubicBezTo>
                  <a:cubicBezTo>
                    <a:pt x="15411" y="17933"/>
                    <a:pt x="15345" y="17333"/>
                    <a:pt x="15411" y="16833"/>
                  </a:cubicBezTo>
                  <a:cubicBezTo>
                    <a:pt x="16012" y="13564"/>
                    <a:pt x="16245" y="10328"/>
                    <a:pt x="16646" y="7059"/>
                  </a:cubicBezTo>
                  <a:cubicBezTo>
                    <a:pt x="16812" y="5491"/>
                    <a:pt x="17346" y="3990"/>
                    <a:pt x="17313" y="2356"/>
                  </a:cubicBezTo>
                  <a:cubicBezTo>
                    <a:pt x="17246" y="1155"/>
                    <a:pt x="16913" y="654"/>
                    <a:pt x="15678" y="387"/>
                  </a:cubicBezTo>
                  <a:cubicBezTo>
                    <a:pt x="14911" y="421"/>
                    <a:pt x="14511" y="988"/>
                    <a:pt x="14077" y="1555"/>
                  </a:cubicBezTo>
                  <a:cubicBezTo>
                    <a:pt x="13952" y="1669"/>
                    <a:pt x="13847" y="1712"/>
                    <a:pt x="13752" y="1712"/>
                  </a:cubicBezTo>
                  <a:cubicBezTo>
                    <a:pt x="13542" y="1712"/>
                    <a:pt x="13383" y="1503"/>
                    <a:pt x="13177" y="1388"/>
                  </a:cubicBezTo>
                  <a:cubicBezTo>
                    <a:pt x="12710" y="1088"/>
                    <a:pt x="12643" y="521"/>
                    <a:pt x="12309" y="87"/>
                  </a:cubicBezTo>
                  <a:cubicBezTo>
                    <a:pt x="12204" y="24"/>
                    <a:pt x="12071" y="1"/>
                    <a:pt x="11937" y="1"/>
                  </a:cubicBezTo>
                  <a:close/>
                </a:path>
              </a:pathLst>
            </a:custGeom>
            <a:solidFill>
              <a:srgbClr val="FFC4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7"/>
            <p:cNvSpPr/>
            <p:nvPr/>
          </p:nvSpPr>
          <p:spPr>
            <a:xfrm>
              <a:off x="4629300" y="3502125"/>
              <a:ext cx="242700" cy="604625"/>
            </a:xfrm>
            <a:custGeom>
              <a:avLst/>
              <a:gdLst/>
              <a:ahLst/>
              <a:cxnLst/>
              <a:rect l="l" t="t" r="r" b="b"/>
              <a:pathLst>
                <a:path w="9708" h="24185" extrusionOk="0">
                  <a:moveTo>
                    <a:pt x="8279" y="12"/>
                  </a:moveTo>
                  <a:cubicBezTo>
                    <a:pt x="8171" y="12"/>
                    <a:pt x="8074" y="40"/>
                    <a:pt x="8007" y="100"/>
                  </a:cubicBezTo>
                  <a:cubicBezTo>
                    <a:pt x="7139" y="867"/>
                    <a:pt x="5305" y="0"/>
                    <a:pt x="5071" y="1835"/>
                  </a:cubicBezTo>
                  <a:cubicBezTo>
                    <a:pt x="5041" y="1894"/>
                    <a:pt x="4932" y="2007"/>
                    <a:pt x="4861" y="2007"/>
                  </a:cubicBezTo>
                  <a:cubicBezTo>
                    <a:pt x="4853" y="2007"/>
                    <a:pt x="4845" y="2005"/>
                    <a:pt x="4838" y="2002"/>
                  </a:cubicBezTo>
                  <a:cubicBezTo>
                    <a:pt x="4739" y="1965"/>
                    <a:pt x="4646" y="1950"/>
                    <a:pt x="4557" y="1950"/>
                  </a:cubicBezTo>
                  <a:cubicBezTo>
                    <a:pt x="4075" y="1950"/>
                    <a:pt x="3710" y="2402"/>
                    <a:pt x="3203" y="2402"/>
                  </a:cubicBezTo>
                  <a:cubicBezTo>
                    <a:pt x="2636" y="3336"/>
                    <a:pt x="2970" y="4403"/>
                    <a:pt x="2703" y="5404"/>
                  </a:cubicBezTo>
                  <a:cubicBezTo>
                    <a:pt x="2369" y="7706"/>
                    <a:pt x="2536" y="10041"/>
                    <a:pt x="2002" y="12309"/>
                  </a:cubicBezTo>
                  <a:cubicBezTo>
                    <a:pt x="1969" y="12576"/>
                    <a:pt x="1969" y="12876"/>
                    <a:pt x="1869" y="13143"/>
                  </a:cubicBezTo>
                  <a:cubicBezTo>
                    <a:pt x="1836" y="13243"/>
                    <a:pt x="1802" y="13343"/>
                    <a:pt x="1802" y="13476"/>
                  </a:cubicBezTo>
                  <a:cubicBezTo>
                    <a:pt x="1569" y="15478"/>
                    <a:pt x="835" y="17379"/>
                    <a:pt x="635" y="19381"/>
                  </a:cubicBezTo>
                  <a:cubicBezTo>
                    <a:pt x="635" y="20481"/>
                    <a:pt x="201" y="21482"/>
                    <a:pt x="201" y="22550"/>
                  </a:cubicBezTo>
                  <a:cubicBezTo>
                    <a:pt x="234" y="22650"/>
                    <a:pt x="234" y="22750"/>
                    <a:pt x="301" y="22850"/>
                  </a:cubicBezTo>
                  <a:cubicBezTo>
                    <a:pt x="334" y="22950"/>
                    <a:pt x="701" y="23150"/>
                    <a:pt x="234" y="23217"/>
                  </a:cubicBezTo>
                  <a:cubicBezTo>
                    <a:pt x="1" y="23384"/>
                    <a:pt x="1" y="23584"/>
                    <a:pt x="68" y="23851"/>
                  </a:cubicBezTo>
                  <a:cubicBezTo>
                    <a:pt x="201" y="24051"/>
                    <a:pt x="401" y="24117"/>
                    <a:pt x="668" y="24184"/>
                  </a:cubicBezTo>
                  <a:cubicBezTo>
                    <a:pt x="801" y="24184"/>
                    <a:pt x="868" y="24151"/>
                    <a:pt x="968" y="24084"/>
                  </a:cubicBezTo>
                  <a:cubicBezTo>
                    <a:pt x="1068" y="24051"/>
                    <a:pt x="1202" y="24017"/>
                    <a:pt x="1335" y="23917"/>
                  </a:cubicBezTo>
                  <a:cubicBezTo>
                    <a:pt x="1402" y="23884"/>
                    <a:pt x="1502" y="23817"/>
                    <a:pt x="1535" y="23717"/>
                  </a:cubicBezTo>
                  <a:cubicBezTo>
                    <a:pt x="2069" y="22683"/>
                    <a:pt x="3704" y="22850"/>
                    <a:pt x="4037" y="21549"/>
                  </a:cubicBezTo>
                  <a:cubicBezTo>
                    <a:pt x="4037" y="21482"/>
                    <a:pt x="4237" y="21415"/>
                    <a:pt x="4337" y="21415"/>
                  </a:cubicBezTo>
                  <a:cubicBezTo>
                    <a:pt x="5471" y="21249"/>
                    <a:pt x="6139" y="20515"/>
                    <a:pt x="6706" y="19648"/>
                  </a:cubicBezTo>
                  <a:cubicBezTo>
                    <a:pt x="6739" y="19547"/>
                    <a:pt x="6839" y="19447"/>
                    <a:pt x="6872" y="19381"/>
                  </a:cubicBezTo>
                  <a:lnTo>
                    <a:pt x="6872" y="19414"/>
                  </a:lnTo>
                  <a:cubicBezTo>
                    <a:pt x="7073" y="19181"/>
                    <a:pt x="7139" y="18847"/>
                    <a:pt x="7306" y="18547"/>
                  </a:cubicBezTo>
                  <a:cubicBezTo>
                    <a:pt x="7440" y="18413"/>
                    <a:pt x="7406" y="18213"/>
                    <a:pt x="7506" y="18080"/>
                  </a:cubicBezTo>
                  <a:cubicBezTo>
                    <a:pt x="8140" y="16912"/>
                    <a:pt x="8140" y="15645"/>
                    <a:pt x="8240" y="14377"/>
                  </a:cubicBezTo>
                  <a:cubicBezTo>
                    <a:pt x="8207" y="14310"/>
                    <a:pt x="8207" y="14244"/>
                    <a:pt x="8240" y="14210"/>
                  </a:cubicBezTo>
                  <a:cubicBezTo>
                    <a:pt x="8407" y="14010"/>
                    <a:pt x="8340" y="13810"/>
                    <a:pt x="8307" y="13677"/>
                  </a:cubicBezTo>
                  <a:cubicBezTo>
                    <a:pt x="8307" y="13009"/>
                    <a:pt x="7706" y="12342"/>
                    <a:pt x="8474" y="11709"/>
                  </a:cubicBezTo>
                  <a:cubicBezTo>
                    <a:pt x="8574" y="11608"/>
                    <a:pt x="8507" y="11342"/>
                    <a:pt x="8340" y="11242"/>
                  </a:cubicBezTo>
                  <a:cubicBezTo>
                    <a:pt x="7573" y="10841"/>
                    <a:pt x="7806" y="10474"/>
                    <a:pt x="8374" y="10141"/>
                  </a:cubicBezTo>
                  <a:cubicBezTo>
                    <a:pt x="8740" y="9907"/>
                    <a:pt x="8874" y="9674"/>
                    <a:pt x="8740" y="9240"/>
                  </a:cubicBezTo>
                  <a:cubicBezTo>
                    <a:pt x="8474" y="8206"/>
                    <a:pt x="8807" y="7172"/>
                    <a:pt x="9074" y="6238"/>
                  </a:cubicBezTo>
                  <a:cubicBezTo>
                    <a:pt x="9708" y="4403"/>
                    <a:pt x="9174" y="2602"/>
                    <a:pt x="9174" y="834"/>
                  </a:cubicBezTo>
                  <a:cubicBezTo>
                    <a:pt x="9174" y="343"/>
                    <a:pt x="8653" y="12"/>
                    <a:pt x="8279" y="12"/>
                  </a:cubicBezTo>
                  <a:close/>
                </a:path>
              </a:pathLst>
            </a:custGeom>
            <a:solidFill>
              <a:srgbClr val="64A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7"/>
            <p:cNvSpPr/>
            <p:nvPr/>
          </p:nvSpPr>
          <p:spPr>
            <a:xfrm>
              <a:off x="3840425" y="2245475"/>
              <a:ext cx="813100" cy="193400"/>
            </a:xfrm>
            <a:custGeom>
              <a:avLst/>
              <a:gdLst/>
              <a:ahLst/>
              <a:cxnLst/>
              <a:rect l="l" t="t" r="r" b="b"/>
              <a:pathLst>
                <a:path w="32524" h="7736" extrusionOk="0">
                  <a:moveTo>
                    <a:pt x="10460" y="0"/>
                  </a:moveTo>
                  <a:cubicBezTo>
                    <a:pt x="10352" y="0"/>
                    <a:pt x="10235" y="30"/>
                    <a:pt x="10107" y="30"/>
                  </a:cubicBezTo>
                  <a:lnTo>
                    <a:pt x="9674" y="30"/>
                  </a:lnTo>
                  <a:cubicBezTo>
                    <a:pt x="9540" y="30"/>
                    <a:pt x="9373" y="30"/>
                    <a:pt x="9240" y="130"/>
                  </a:cubicBezTo>
                  <a:cubicBezTo>
                    <a:pt x="8940" y="197"/>
                    <a:pt x="8673" y="197"/>
                    <a:pt x="8373" y="197"/>
                  </a:cubicBezTo>
                  <a:cubicBezTo>
                    <a:pt x="8239" y="97"/>
                    <a:pt x="8173" y="97"/>
                    <a:pt x="8039" y="97"/>
                  </a:cubicBezTo>
                  <a:cubicBezTo>
                    <a:pt x="7572" y="97"/>
                    <a:pt x="7172" y="97"/>
                    <a:pt x="6705" y="130"/>
                  </a:cubicBezTo>
                  <a:cubicBezTo>
                    <a:pt x="6636" y="635"/>
                    <a:pt x="6867" y="714"/>
                    <a:pt x="7137" y="714"/>
                  </a:cubicBezTo>
                  <a:cubicBezTo>
                    <a:pt x="7260" y="714"/>
                    <a:pt x="7391" y="697"/>
                    <a:pt x="7505" y="697"/>
                  </a:cubicBezTo>
                  <a:cubicBezTo>
                    <a:pt x="7612" y="701"/>
                    <a:pt x="7718" y="703"/>
                    <a:pt x="7826" y="703"/>
                  </a:cubicBezTo>
                  <a:cubicBezTo>
                    <a:pt x="8195" y="703"/>
                    <a:pt x="8571" y="684"/>
                    <a:pt x="8956" y="684"/>
                  </a:cubicBezTo>
                  <a:cubicBezTo>
                    <a:pt x="9373" y="684"/>
                    <a:pt x="9800" y="706"/>
                    <a:pt x="10241" y="797"/>
                  </a:cubicBezTo>
                  <a:cubicBezTo>
                    <a:pt x="9507" y="1031"/>
                    <a:pt x="9740" y="1465"/>
                    <a:pt x="9907" y="1865"/>
                  </a:cubicBezTo>
                  <a:cubicBezTo>
                    <a:pt x="10174" y="2399"/>
                    <a:pt x="10107" y="2866"/>
                    <a:pt x="9607" y="3132"/>
                  </a:cubicBezTo>
                  <a:cubicBezTo>
                    <a:pt x="9272" y="3333"/>
                    <a:pt x="8937" y="3609"/>
                    <a:pt x="8572" y="3609"/>
                  </a:cubicBezTo>
                  <a:cubicBezTo>
                    <a:pt x="8391" y="3609"/>
                    <a:pt x="8204" y="3542"/>
                    <a:pt x="8006" y="3366"/>
                  </a:cubicBezTo>
                  <a:cubicBezTo>
                    <a:pt x="7872" y="3245"/>
                    <a:pt x="7738" y="3184"/>
                    <a:pt x="7608" y="3184"/>
                  </a:cubicBezTo>
                  <a:cubicBezTo>
                    <a:pt x="7415" y="3184"/>
                    <a:pt x="7231" y="3320"/>
                    <a:pt x="7072" y="3599"/>
                  </a:cubicBezTo>
                  <a:cubicBezTo>
                    <a:pt x="6694" y="4296"/>
                    <a:pt x="6529" y="4577"/>
                    <a:pt x="6210" y="4577"/>
                  </a:cubicBezTo>
                  <a:cubicBezTo>
                    <a:pt x="5994" y="4577"/>
                    <a:pt x="5708" y="4448"/>
                    <a:pt x="5237" y="4233"/>
                  </a:cubicBezTo>
                  <a:cubicBezTo>
                    <a:pt x="4881" y="4055"/>
                    <a:pt x="4525" y="3848"/>
                    <a:pt x="4110" y="3848"/>
                  </a:cubicBezTo>
                  <a:cubicBezTo>
                    <a:pt x="3903" y="3848"/>
                    <a:pt x="3680" y="3900"/>
                    <a:pt x="3436" y="4033"/>
                  </a:cubicBezTo>
                  <a:cubicBezTo>
                    <a:pt x="2602" y="4533"/>
                    <a:pt x="1835" y="5100"/>
                    <a:pt x="867" y="5467"/>
                  </a:cubicBezTo>
                  <a:cubicBezTo>
                    <a:pt x="534" y="5601"/>
                    <a:pt x="0" y="5934"/>
                    <a:pt x="600" y="6401"/>
                  </a:cubicBezTo>
                  <a:cubicBezTo>
                    <a:pt x="796" y="6480"/>
                    <a:pt x="980" y="6512"/>
                    <a:pt x="1166" y="6512"/>
                  </a:cubicBezTo>
                  <a:cubicBezTo>
                    <a:pt x="1297" y="6512"/>
                    <a:pt x="1430" y="6496"/>
                    <a:pt x="1568" y="6468"/>
                  </a:cubicBezTo>
                  <a:cubicBezTo>
                    <a:pt x="3903" y="6235"/>
                    <a:pt x="6238" y="6268"/>
                    <a:pt x="8573" y="6235"/>
                  </a:cubicBezTo>
                  <a:cubicBezTo>
                    <a:pt x="8902" y="6227"/>
                    <a:pt x="9231" y="6224"/>
                    <a:pt x="9559" y="6224"/>
                  </a:cubicBezTo>
                  <a:cubicBezTo>
                    <a:pt x="13724" y="6224"/>
                    <a:pt x="17832" y="6798"/>
                    <a:pt x="21882" y="7602"/>
                  </a:cubicBezTo>
                  <a:lnTo>
                    <a:pt x="22716" y="7602"/>
                  </a:lnTo>
                  <a:cubicBezTo>
                    <a:pt x="22916" y="7602"/>
                    <a:pt x="23117" y="7636"/>
                    <a:pt x="23350" y="7702"/>
                  </a:cubicBezTo>
                  <a:cubicBezTo>
                    <a:pt x="23517" y="7736"/>
                    <a:pt x="23617" y="7736"/>
                    <a:pt x="23784" y="7736"/>
                  </a:cubicBezTo>
                  <a:cubicBezTo>
                    <a:pt x="24618" y="7402"/>
                    <a:pt x="24918" y="6602"/>
                    <a:pt x="25085" y="5901"/>
                  </a:cubicBezTo>
                  <a:cubicBezTo>
                    <a:pt x="25218" y="5334"/>
                    <a:pt x="25351" y="5000"/>
                    <a:pt x="25952" y="4934"/>
                  </a:cubicBezTo>
                  <a:cubicBezTo>
                    <a:pt x="26586" y="4834"/>
                    <a:pt x="27053" y="4433"/>
                    <a:pt x="27119" y="3733"/>
                  </a:cubicBezTo>
                  <a:cubicBezTo>
                    <a:pt x="27186" y="3599"/>
                    <a:pt x="26953" y="3633"/>
                    <a:pt x="27053" y="3566"/>
                  </a:cubicBezTo>
                  <a:cubicBezTo>
                    <a:pt x="27086" y="3566"/>
                    <a:pt x="27219" y="3666"/>
                    <a:pt x="27286" y="3666"/>
                  </a:cubicBezTo>
                  <a:cubicBezTo>
                    <a:pt x="27367" y="3679"/>
                    <a:pt x="27448" y="3684"/>
                    <a:pt x="27530" y="3684"/>
                  </a:cubicBezTo>
                  <a:cubicBezTo>
                    <a:pt x="27954" y="3684"/>
                    <a:pt x="28389" y="3539"/>
                    <a:pt x="28806" y="3539"/>
                  </a:cubicBezTo>
                  <a:cubicBezTo>
                    <a:pt x="29139" y="3539"/>
                    <a:pt x="29460" y="3632"/>
                    <a:pt x="29755" y="3966"/>
                  </a:cubicBezTo>
                  <a:cubicBezTo>
                    <a:pt x="29767" y="4003"/>
                    <a:pt x="29806" y="4017"/>
                    <a:pt x="29853" y="4017"/>
                  </a:cubicBezTo>
                  <a:cubicBezTo>
                    <a:pt x="29933" y="4017"/>
                    <a:pt x="30034" y="3975"/>
                    <a:pt x="30055" y="3933"/>
                  </a:cubicBezTo>
                  <a:cubicBezTo>
                    <a:pt x="30198" y="3631"/>
                    <a:pt x="30371" y="3549"/>
                    <a:pt x="30560" y="3549"/>
                  </a:cubicBezTo>
                  <a:cubicBezTo>
                    <a:pt x="30768" y="3549"/>
                    <a:pt x="30995" y="3649"/>
                    <a:pt x="31222" y="3666"/>
                  </a:cubicBezTo>
                  <a:cubicBezTo>
                    <a:pt x="31379" y="3692"/>
                    <a:pt x="31540" y="3713"/>
                    <a:pt x="31700" y="3713"/>
                  </a:cubicBezTo>
                  <a:cubicBezTo>
                    <a:pt x="31951" y="3713"/>
                    <a:pt x="32200" y="3662"/>
                    <a:pt x="32423" y="3499"/>
                  </a:cubicBezTo>
                  <a:cubicBezTo>
                    <a:pt x="32423" y="3499"/>
                    <a:pt x="32457" y="3466"/>
                    <a:pt x="32457" y="3433"/>
                  </a:cubicBezTo>
                  <a:cubicBezTo>
                    <a:pt x="32523" y="3399"/>
                    <a:pt x="32457" y="3299"/>
                    <a:pt x="32423" y="3266"/>
                  </a:cubicBezTo>
                  <a:lnTo>
                    <a:pt x="32223" y="3266"/>
                  </a:lnTo>
                  <a:cubicBezTo>
                    <a:pt x="32124" y="3179"/>
                    <a:pt x="32011" y="3161"/>
                    <a:pt x="31897" y="3161"/>
                  </a:cubicBezTo>
                  <a:cubicBezTo>
                    <a:pt x="31817" y="3161"/>
                    <a:pt x="31736" y="3170"/>
                    <a:pt x="31659" y="3170"/>
                  </a:cubicBezTo>
                  <a:cubicBezTo>
                    <a:pt x="31547" y="3170"/>
                    <a:pt x="31442" y="3152"/>
                    <a:pt x="31356" y="3066"/>
                  </a:cubicBezTo>
                  <a:cubicBezTo>
                    <a:pt x="31256" y="3032"/>
                    <a:pt x="31189" y="2966"/>
                    <a:pt x="31089" y="2966"/>
                  </a:cubicBezTo>
                  <a:cubicBezTo>
                    <a:pt x="30980" y="2966"/>
                    <a:pt x="30871" y="2995"/>
                    <a:pt x="30756" y="2995"/>
                  </a:cubicBezTo>
                  <a:cubicBezTo>
                    <a:pt x="30661" y="2995"/>
                    <a:pt x="30561" y="2975"/>
                    <a:pt x="30455" y="2899"/>
                  </a:cubicBezTo>
                  <a:lnTo>
                    <a:pt x="30255" y="2899"/>
                  </a:lnTo>
                  <a:cubicBezTo>
                    <a:pt x="30155" y="2799"/>
                    <a:pt x="30030" y="2799"/>
                    <a:pt x="29909" y="2799"/>
                  </a:cubicBezTo>
                  <a:cubicBezTo>
                    <a:pt x="29788" y="2799"/>
                    <a:pt x="29671" y="2799"/>
                    <a:pt x="29588" y="2699"/>
                  </a:cubicBezTo>
                  <a:lnTo>
                    <a:pt x="29388" y="2699"/>
                  </a:lnTo>
                  <a:cubicBezTo>
                    <a:pt x="29293" y="2616"/>
                    <a:pt x="29185" y="2596"/>
                    <a:pt x="29076" y="2596"/>
                  </a:cubicBezTo>
                  <a:cubicBezTo>
                    <a:pt x="28976" y="2596"/>
                    <a:pt x="28874" y="2612"/>
                    <a:pt x="28779" y="2612"/>
                  </a:cubicBezTo>
                  <a:cubicBezTo>
                    <a:pt x="28684" y="2612"/>
                    <a:pt x="28595" y="2596"/>
                    <a:pt x="28520" y="2532"/>
                  </a:cubicBezTo>
                  <a:lnTo>
                    <a:pt x="28287" y="2532"/>
                  </a:lnTo>
                  <a:cubicBezTo>
                    <a:pt x="28204" y="2449"/>
                    <a:pt x="28104" y="2429"/>
                    <a:pt x="27998" y="2429"/>
                  </a:cubicBezTo>
                  <a:cubicBezTo>
                    <a:pt x="27901" y="2429"/>
                    <a:pt x="27799" y="2446"/>
                    <a:pt x="27700" y="2446"/>
                  </a:cubicBezTo>
                  <a:cubicBezTo>
                    <a:pt x="27601" y="2446"/>
                    <a:pt x="27505" y="2429"/>
                    <a:pt x="27420" y="2365"/>
                  </a:cubicBezTo>
                  <a:lnTo>
                    <a:pt x="27019" y="2365"/>
                  </a:lnTo>
                  <a:cubicBezTo>
                    <a:pt x="26903" y="2248"/>
                    <a:pt x="26769" y="2248"/>
                    <a:pt x="26644" y="2248"/>
                  </a:cubicBezTo>
                  <a:cubicBezTo>
                    <a:pt x="26519" y="2248"/>
                    <a:pt x="26402" y="2248"/>
                    <a:pt x="26319" y="2132"/>
                  </a:cubicBezTo>
                  <a:lnTo>
                    <a:pt x="26119" y="2132"/>
                  </a:lnTo>
                  <a:cubicBezTo>
                    <a:pt x="26019" y="2032"/>
                    <a:pt x="25885" y="2065"/>
                    <a:pt x="25785" y="1798"/>
                  </a:cubicBezTo>
                  <a:cubicBezTo>
                    <a:pt x="25676" y="1798"/>
                    <a:pt x="25557" y="1828"/>
                    <a:pt x="25433" y="1828"/>
                  </a:cubicBezTo>
                  <a:cubicBezTo>
                    <a:pt x="25330" y="1828"/>
                    <a:pt x="25224" y="1807"/>
                    <a:pt x="25118" y="1731"/>
                  </a:cubicBezTo>
                  <a:lnTo>
                    <a:pt x="24918" y="1731"/>
                  </a:lnTo>
                  <a:cubicBezTo>
                    <a:pt x="24851" y="1698"/>
                    <a:pt x="24751" y="1631"/>
                    <a:pt x="24684" y="1631"/>
                  </a:cubicBezTo>
                  <a:cubicBezTo>
                    <a:pt x="24655" y="1628"/>
                    <a:pt x="24626" y="1627"/>
                    <a:pt x="24597" y="1627"/>
                  </a:cubicBezTo>
                  <a:cubicBezTo>
                    <a:pt x="24444" y="1627"/>
                    <a:pt x="24292" y="1665"/>
                    <a:pt x="24151" y="1665"/>
                  </a:cubicBezTo>
                  <a:cubicBezTo>
                    <a:pt x="24043" y="1665"/>
                    <a:pt x="23942" y="1643"/>
                    <a:pt x="23850" y="1565"/>
                  </a:cubicBezTo>
                  <a:lnTo>
                    <a:pt x="23617" y="1565"/>
                  </a:lnTo>
                  <a:cubicBezTo>
                    <a:pt x="23533" y="1492"/>
                    <a:pt x="23431" y="1477"/>
                    <a:pt x="23323" y="1477"/>
                  </a:cubicBezTo>
                  <a:cubicBezTo>
                    <a:pt x="23240" y="1477"/>
                    <a:pt x="23153" y="1486"/>
                    <a:pt x="23067" y="1486"/>
                  </a:cubicBezTo>
                  <a:cubicBezTo>
                    <a:pt x="22956" y="1486"/>
                    <a:pt x="22846" y="1470"/>
                    <a:pt x="22750" y="1398"/>
                  </a:cubicBezTo>
                  <a:lnTo>
                    <a:pt x="22549" y="1398"/>
                  </a:lnTo>
                  <a:cubicBezTo>
                    <a:pt x="22453" y="1325"/>
                    <a:pt x="22344" y="1310"/>
                    <a:pt x="22232" y="1310"/>
                  </a:cubicBezTo>
                  <a:cubicBezTo>
                    <a:pt x="22146" y="1310"/>
                    <a:pt x="22060" y="1319"/>
                    <a:pt x="21977" y="1319"/>
                  </a:cubicBezTo>
                  <a:cubicBezTo>
                    <a:pt x="21868" y="1319"/>
                    <a:pt x="21767" y="1303"/>
                    <a:pt x="21682" y="1231"/>
                  </a:cubicBezTo>
                  <a:lnTo>
                    <a:pt x="21249" y="1231"/>
                  </a:lnTo>
                  <a:cubicBezTo>
                    <a:pt x="21164" y="1159"/>
                    <a:pt x="21058" y="1143"/>
                    <a:pt x="20946" y="1143"/>
                  </a:cubicBezTo>
                  <a:cubicBezTo>
                    <a:pt x="20860" y="1143"/>
                    <a:pt x="20770" y="1152"/>
                    <a:pt x="20684" y="1152"/>
                  </a:cubicBezTo>
                  <a:cubicBezTo>
                    <a:pt x="20572" y="1152"/>
                    <a:pt x="20466" y="1137"/>
                    <a:pt x="20381" y="1064"/>
                  </a:cubicBezTo>
                  <a:lnTo>
                    <a:pt x="20181" y="1064"/>
                  </a:lnTo>
                  <a:cubicBezTo>
                    <a:pt x="20085" y="992"/>
                    <a:pt x="19975" y="976"/>
                    <a:pt x="19862" y="976"/>
                  </a:cubicBezTo>
                  <a:cubicBezTo>
                    <a:pt x="19775" y="976"/>
                    <a:pt x="19686" y="985"/>
                    <a:pt x="19599" y="985"/>
                  </a:cubicBezTo>
                  <a:cubicBezTo>
                    <a:pt x="19486" y="985"/>
                    <a:pt x="19377" y="970"/>
                    <a:pt x="19280" y="897"/>
                  </a:cubicBezTo>
                  <a:lnTo>
                    <a:pt x="18680" y="897"/>
                  </a:lnTo>
                  <a:cubicBezTo>
                    <a:pt x="18573" y="833"/>
                    <a:pt x="18456" y="817"/>
                    <a:pt x="18334" y="817"/>
                  </a:cubicBezTo>
                  <a:cubicBezTo>
                    <a:pt x="18212" y="817"/>
                    <a:pt x="18087" y="833"/>
                    <a:pt x="17964" y="833"/>
                  </a:cubicBezTo>
                  <a:cubicBezTo>
                    <a:pt x="17829" y="833"/>
                    <a:pt x="17698" y="814"/>
                    <a:pt x="17579" y="731"/>
                  </a:cubicBezTo>
                  <a:lnTo>
                    <a:pt x="17379" y="731"/>
                  </a:lnTo>
                  <a:cubicBezTo>
                    <a:pt x="17279" y="697"/>
                    <a:pt x="17212" y="631"/>
                    <a:pt x="17112" y="631"/>
                  </a:cubicBezTo>
                  <a:cubicBezTo>
                    <a:pt x="17087" y="627"/>
                    <a:pt x="17060" y="626"/>
                    <a:pt x="17034" y="626"/>
                  </a:cubicBezTo>
                  <a:cubicBezTo>
                    <a:pt x="16894" y="626"/>
                    <a:pt x="16747" y="664"/>
                    <a:pt x="16602" y="664"/>
                  </a:cubicBezTo>
                  <a:cubicBezTo>
                    <a:pt x="16492" y="664"/>
                    <a:pt x="16383" y="642"/>
                    <a:pt x="16278" y="564"/>
                  </a:cubicBezTo>
                  <a:lnTo>
                    <a:pt x="16078" y="564"/>
                  </a:lnTo>
                  <a:cubicBezTo>
                    <a:pt x="15994" y="492"/>
                    <a:pt x="15888" y="476"/>
                    <a:pt x="15775" y="476"/>
                  </a:cubicBezTo>
                  <a:cubicBezTo>
                    <a:pt x="15689" y="476"/>
                    <a:pt x="15600" y="485"/>
                    <a:pt x="15514" y="485"/>
                  </a:cubicBezTo>
                  <a:cubicBezTo>
                    <a:pt x="15401" y="485"/>
                    <a:pt x="15295" y="469"/>
                    <a:pt x="15211" y="397"/>
                  </a:cubicBezTo>
                  <a:lnTo>
                    <a:pt x="15011" y="397"/>
                  </a:lnTo>
                  <a:cubicBezTo>
                    <a:pt x="14914" y="325"/>
                    <a:pt x="14805" y="309"/>
                    <a:pt x="14692" y="309"/>
                  </a:cubicBezTo>
                  <a:cubicBezTo>
                    <a:pt x="14605" y="309"/>
                    <a:pt x="14516" y="318"/>
                    <a:pt x="14429" y="318"/>
                  </a:cubicBezTo>
                  <a:cubicBezTo>
                    <a:pt x="14316" y="318"/>
                    <a:pt x="14207" y="303"/>
                    <a:pt x="14110" y="230"/>
                  </a:cubicBezTo>
                  <a:lnTo>
                    <a:pt x="13710" y="230"/>
                  </a:lnTo>
                  <a:cubicBezTo>
                    <a:pt x="13468" y="161"/>
                    <a:pt x="13225" y="139"/>
                    <a:pt x="12983" y="139"/>
                  </a:cubicBezTo>
                  <a:cubicBezTo>
                    <a:pt x="12555" y="139"/>
                    <a:pt x="12127" y="208"/>
                    <a:pt x="11700" y="208"/>
                  </a:cubicBezTo>
                  <a:cubicBezTo>
                    <a:pt x="11436" y="208"/>
                    <a:pt x="11172" y="182"/>
                    <a:pt x="10908" y="97"/>
                  </a:cubicBezTo>
                  <a:lnTo>
                    <a:pt x="10708" y="97"/>
                  </a:lnTo>
                  <a:cubicBezTo>
                    <a:pt x="10632" y="21"/>
                    <a:pt x="10549" y="0"/>
                    <a:pt x="10460" y="0"/>
                  </a:cubicBezTo>
                  <a:close/>
                </a:path>
              </a:pathLst>
            </a:custGeom>
            <a:solidFill>
              <a:srgbClr val="E2E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7"/>
            <p:cNvSpPr/>
            <p:nvPr/>
          </p:nvSpPr>
          <p:spPr>
            <a:xfrm>
              <a:off x="3163275" y="3572800"/>
              <a:ext cx="350275" cy="499750"/>
            </a:xfrm>
            <a:custGeom>
              <a:avLst/>
              <a:gdLst/>
              <a:ahLst/>
              <a:cxnLst/>
              <a:rect l="l" t="t" r="r" b="b"/>
              <a:pathLst>
                <a:path w="14011" h="19990" extrusionOk="0">
                  <a:moveTo>
                    <a:pt x="3036" y="15586"/>
                  </a:moveTo>
                  <a:cubicBezTo>
                    <a:pt x="3036" y="15668"/>
                    <a:pt x="3010" y="15712"/>
                    <a:pt x="2983" y="15757"/>
                  </a:cubicBezTo>
                  <a:lnTo>
                    <a:pt x="2983" y="15757"/>
                  </a:lnTo>
                  <a:cubicBezTo>
                    <a:pt x="2993" y="15705"/>
                    <a:pt x="2999" y="15641"/>
                    <a:pt x="3036" y="15586"/>
                  </a:cubicBezTo>
                  <a:close/>
                  <a:moveTo>
                    <a:pt x="13215" y="0"/>
                  </a:moveTo>
                  <a:cubicBezTo>
                    <a:pt x="13155" y="0"/>
                    <a:pt x="13078" y="40"/>
                    <a:pt x="12976" y="142"/>
                  </a:cubicBezTo>
                  <a:cubicBezTo>
                    <a:pt x="12576" y="1510"/>
                    <a:pt x="13076" y="2977"/>
                    <a:pt x="12576" y="4378"/>
                  </a:cubicBezTo>
                  <a:cubicBezTo>
                    <a:pt x="12442" y="4712"/>
                    <a:pt x="12843" y="5212"/>
                    <a:pt x="12609" y="5679"/>
                  </a:cubicBezTo>
                  <a:cubicBezTo>
                    <a:pt x="12409" y="6046"/>
                    <a:pt x="12676" y="6547"/>
                    <a:pt x="12409" y="6980"/>
                  </a:cubicBezTo>
                  <a:cubicBezTo>
                    <a:pt x="12142" y="6480"/>
                    <a:pt x="12109" y="5879"/>
                    <a:pt x="11575" y="5646"/>
                  </a:cubicBezTo>
                  <a:cubicBezTo>
                    <a:pt x="11420" y="5578"/>
                    <a:pt x="11266" y="5553"/>
                    <a:pt x="11113" y="5553"/>
                  </a:cubicBezTo>
                  <a:cubicBezTo>
                    <a:pt x="10663" y="5553"/>
                    <a:pt x="10219" y="5772"/>
                    <a:pt x="9768" y="5772"/>
                  </a:cubicBezTo>
                  <a:cubicBezTo>
                    <a:pt x="9616" y="5772"/>
                    <a:pt x="9462" y="5747"/>
                    <a:pt x="9307" y="5679"/>
                  </a:cubicBezTo>
                  <a:cubicBezTo>
                    <a:pt x="9240" y="5579"/>
                    <a:pt x="9107" y="5512"/>
                    <a:pt x="8973" y="5412"/>
                  </a:cubicBezTo>
                  <a:cubicBezTo>
                    <a:pt x="8439" y="5146"/>
                    <a:pt x="8306" y="4578"/>
                    <a:pt x="8239" y="4078"/>
                  </a:cubicBezTo>
                  <a:cubicBezTo>
                    <a:pt x="8173" y="4011"/>
                    <a:pt x="8139" y="3911"/>
                    <a:pt x="8072" y="3845"/>
                  </a:cubicBezTo>
                  <a:cubicBezTo>
                    <a:pt x="7605" y="3811"/>
                    <a:pt x="7138" y="3711"/>
                    <a:pt x="6738" y="3544"/>
                  </a:cubicBezTo>
                  <a:cubicBezTo>
                    <a:pt x="6605" y="3544"/>
                    <a:pt x="6505" y="3544"/>
                    <a:pt x="6438" y="3578"/>
                  </a:cubicBezTo>
                  <a:cubicBezTo>
                    <a:pt x="6171" y="3745"/>
                    <a:pt x="5938" y="3845"/>
                    <a:pt x="5637" y="3911"/>
                  </a:cubicBezTo>
                  <a:cubicBezTo>
                    <a:pt x="5504" y="3978"/>
                    <a:pt x="5404" y="4045"/>
                    <a:pt x="5270" y="4078"/>
                  </a:cubicBezTo>
                  <a:cubicBezTo>
                    <a:pt x="4557" y="4414"/>
                    <a:pt x="4143" y="4609"/>
                    <a:pt x="3833" y="4609"/>
                  </a:cubicBezTo>
                  <a:cubicBezTo>
                    <a:pt x="3405" y="4609"/>
                    <a:pt x="3178" y="4235"/>
                    <a:pt x="2635" y="3344"/>
                  </a:cubicBezTo>
                  <a:cubicBezTo>
                    <a:pt x="2297" y="2809"/>
                    <a:pt x="1844" y="2532"/>
                    <a:pt x="1347" y="2532"/>
                  </a:cubicBezTo>
                  <a:cubicBezTo>
                    <a:pt x="915" y="2532"/>
                    <a:pt x="450" y="2743"/>
                    <a:pt x="0" y="3177"/>
                  </a:cubicBezTo>
                  <a:cubicBezTo>
                    <a:pt x="267" y="4378"/>
                    <a:pt x="234" y="5679"/>
                    <a:pt x="1301" y="6547"/>
                  </a:cubicBezTo>
                  <a:cubicBezTo>
                    <a:pt x="1501" y="6713"/>
                    <a:pt x="1368" y="7014"/>
                    <a:pt x="1368" y="7247"/>
                  </a:cubicBezTo>
                  <a:cubicBezTo>
                    <a:pt x="1501" y="9582"/>
                    <a:pt x="1301" y="11984"/>
                    <a:pt x="2268" y="14219"/>
                  </a:cubicBezTo>
                  <a:cubicBezTo>
                    <a:pt x="2435" y="14652"/>
                    <a:pt x="2168" y="14986"/>
                    <a:pt x="2001" y="15319"/>
                  </a:cubicBezTo>
                  <a:cubicBezTo>
                    <a:pt x="1701" y="15920"/>
                    <a:pt x="1368" y="16554"/>
                    <a:pt x="2035" y="17154"/>
                  </a:cubicBezTo>
                  <a:cubicBezTo>
                    <a:pt x="2702" y="16921"/>
                    <a:pt x="2669" y="16320"/>
                    <a:pt x="2935" y="15853"/>
                  </a:cubicBezTo>
                  <a:lnTo>
                    <a:pt x="2935" y="15853"/>
                  </a:lnTo>
                  <a:cubicBezTo>
                    <a:pt x="2702" y="16320"/>
                    <a:pt x="2702" y="16987"/>
                    <a:pt x="2035" y="17154"/>
                  </a:cubicBezTo>
                  <a:cubicBezTo>
                    <a:pt x="1268" y="17855"/>
                    <a:pt x="701" y="18689"/>
                    <a:pt x="534" y="19723"/>
                  </a:cubicBezTo>
                  <a:cubicBezTo>
                    <a:pt x="600" y="19856"/>
                    <a:pt x="634" y="19889"/>
                    <a:pt x="701" y="19989"/>
                  </a:cubicBezTo>
                  <a:cubicBezTo>
                    <a:pt x="1868" y="19389"/>
                    <a:pt x="3002" y="18655"/>
                    <a:pt x="3503" y="17388"/>
                  </a:cubicBezTo>
                  <a:cubicBezTo>
                    <a:pt x="3936" y="16354"/>
                    <a:pt x="4670" y="15486"/>
                    <a:pt x="5004" y="14419"/>
                  </a:cubicBezTo>
                  <a:cubicBezTo>
                    <a:pt x="5122" y="14093"/>
                    <a:pt x="5398" y="13663"/>
                    <a:pt x="5691" y="13663"/>
                  </a:cubicBezTo>
                  <a:cubicBezTo>
                    <a:pt x="5729" y="13663"/>
                    <a:pt x="5766" y="13670"/>
                    <a:pt x="5804" y="13685"/>
                  </a:cubicBezTo>
                  <a:cubicBezTo>
                    <a:pt x="5968" y="13745"/>
                    <a:pt x="6106" y="13772"/>
                    <a:pt x="6224" y="13772"/>
                  </a:cubicBezTo>
                  <a:cubicBezTo>
                    <a:pt x="6759" y="13772"/>
                    <a:pt x="6893" y="13233"/>
                    <a:pt x="7138" y="12851"/>
                  </a:cubicBezTo>
                  <a:cubicBezTo>
                    <a:pt x="7505" y="12251"/>
                    <a:pt x="7839" y="11650"/>
                    <a:pt x="8139" y="11050"/>
                  </a:cubicBezTo>
                  <a:cubicBezTo>
                    <a:pt x="8306" y="10716"/>
                    <a:pt x="8606" y="10516"/>
                    <a:pt x="8873" y="10316"/>
                  </a:cubicBezTo>
                  <a:cubicBezTo>
                    <a:pt x="9081" y="10181"/>
                    <a:pt x="9295" y="10130"/>
                    <a:pt x="9507" y="10130"/>
                  </a:cubicBezTo>
                  <a:cubicBezTo>
                    <a:pt x="9975" y="10130"/>
                    <a:pt x="10430" y="10378"/>
                    <a:pt x="10774" y="10516"/>
                  </a:cubicBezTo>
                  <a:cubicBezTo>
                    <a:pt x="11175" y="10683"/>
                    <a:pt x="10541" y="11183"/>
                    <a:pt x="10307" y="11517"/>
                  </a:cubicBezTo>
                  <a:cubicBezTo>
                    <a:pt x="10174" y="11650"/>
                    <a:pt x="10174" y="11850"/>
                    <a:pt x="10241" y="12017"/>
                  </a:cubicBezTo>
                  <a:cubicBezTo>
                    <a:pt x="10341" y="12884"/>
                    <a:pt x="9840" y="13552"/>
                    <a:pt x="9507" y="14319"/>
                  </a:cubicBezTo>
                  <a:cubicBezTo>
                    <a:pt x="9140" y="15186"/>
                    <a:pt x="8439" y="16053"/>
                    <a:pt x="8940" y="17154"/>
                  </a:cubicBezTo>
                  <a:cubicBezTo>
                    <a:pt x="8976" y="17166"/>
                    <a:pt x="9013" y="17174"/>
                    <a:pt x="9048" y="17174"/>
                  </a:cubicBezTo>
                  <a:cubicBezTo>
                    <a:pt x="9109" y="17174"/>
                    <a:pt x="9164" y="17151"/>
                    <a:pt x="9207" y="17087"/>
                  </a:cubicBezTo>
                  <a:cubicBezTo>
                    <a:pt x="9340" y="16987"/>
                    <a:pt x="9307" y="16754"/>
                    <a:pt x="9440" y="16654"/>
                  </a:cubicBezTo>
                  <a:cubicBezTo>
                    <a:pt x="9674" y="16387"/>
                    <a:pt x="9707" y="16053"/>
                    <a:pt x="9840" y="15753"/>
                  </a:cubicBezTo>
                  <a:cubicBezTo>
                    <a:pt x="10174" y="15386"/>
                    <a:pt x="10307" y="14919"/>
                    <a:pt x="10474" y="14486"/>
                  </a:cubicBezTo>
                  <a:cubicBezTo>
                    <a:pt x="10841" y="13752"/>
                    <a:pt x="11175" y="13051"/>
                    <a:pt x="11475" y="12317"/>
                  </a:cubicBezTo>
                  <a:cubicBezTo>
                    <a:pt x="11642" y="12017"/>
                    <a:pt x="11675" y="11684"/>
                    <a:pt x="11909" y="11417"/>
                  </a:cubicBezTo>
                  <a:cubicBezTo>
                    <a:pt x="12009" y="10916"/>
                    <a:pt x="12342" y="10549"/>
                    <a:pt x="12476" y="10082"/>
                  </a:cubicBezTo>
                  <a:cubicBezTo>
                    <a:pt x="12642" y="9882"/>
                    <a:pt x="12776" y="9682"/>
                    <a:pt x="12843" y="9415"/>
                  </a:cubicBezTo>
                  <a:cubicBezTo>
                    <a:pt x="14010" y="6713"/>
                    <a:pt x="13576" y="3878"/>
                    <a:pt x="13343" y="1076"/>
                  </a:cubicBezTo>
                  <a:cubicBezTo>
                    <a:pt x="13343" y="709"/>
                    <a:pt x="13310" y="375"/>
                    <a:pt x="13310" y="42"/>
                  </a:cubicBezTo>
                  <a:cubicBezTo>
                    <a:pt x="13284" y="16"/>
                    <a:pt x="13253" y="0"/>
                    <a:pt x="13215" y="0"/>
                  </a:cubicBezTo>
                  <a:close/>
                </a:path>
              </a:pathLst>
            </a:custGeom>
            <a:solidFill>
              <a:srgbClr val="FFB0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7"/>
            <p:cNvSpPr/>
            <p:nvPr/>
          </p:nvSpPr>
          <p:spPr>
            <a:xfrm>
              <a:off x="3634425" y="2426775"/>
              <a:ext cx="316925" cy="611575"/>
            </a:xfrm>
            <a:custGeom>
              <a:avLst/>
              <a:gdLst/>
              <a:ahLst/>
              <a:cxnLst/>
              <a:rect l="l" t="t" r="r" b="b"/>
              <a:pathLst>
                <a:path w="12677" h="24463" extrusionOk="0">
                  <a:moveTo>
                    <a:pt x="1936" y="0"/>
                  </a:moveTo>
                  <a:cubicBezTo>
                    <a:pt x="1894" y="0"/>
                    <a:pt x="1852" y="17"/>
                    <a:pt x="1802" y="50"/>
                  </a:cubicBezTo>
                  <a:lnTo>
                    <a:pt x="1602" y="284"/>
                  </a:lnTo>
                  <a:lnTo>
                    <a:pt x="1402" y="484"/>
                  </a:lnTo>
                  <a:cubicBezTo>
                    <a:pt x="1302" y="517"/>
                    <a:pt x="1268" y="617"/>
                    <a:pt x="1168" y="684"/>
                  </a:cubicBezTo>
                  <a:cubicBezTo>
                    <a:pt x="1068" y="784"/>
                    <a:pt x="1102" y="984"/>
                    <a:pt x="968" y="1117"/>
                  </a:cubicBezTo>
                  <a:cubicBezTo>
                    <a:pt x="768" y="1318"/>
                    <a:pt x="968" y="1618"/>
                    <a:pt x="768" y="1785"/>
                  </a:cubicBezTo>
                  <a:cubicBezTo>
                    <a:pt x="568" y="1985"/>
                    <a:pt x="768" y="2285"/>
                    <a:pt x="568" y="2452"/>
                  </a:cubicBezTo>
                  <a:cubicBezTo>
                    <a:pt x="334" y="2652"/>
                    <a:pt x="568" y="2952"/>
                    <a:pt x="334" y="3119"/>
                  </a:cubicBezTo>
                  <a:lnTo>
                    <a:pt x="334" y="3319"/>
                  </a:lnTo>
                  <a:cubicBezTo>
                    <a:pt x="168" y="3486"/>
                    <a:pt x="334" y="3786"/>
                    <a:pt x="201" y="4020"/>
                  </a:cubicBezTo>
                  <a:lnTo>
                    <a:pt x="201" y="4420"/>
                  </a:lnTo>
                  <a:cubicBezTo>
                    <a:pt x="134" y="4553"/>
                    <a:pt x="134" y="4687"/>
                    <a:pt x="168" y="4853"/>
                  </a:cubicBezTo>
                  <a:cubicBezTo>
                    <a:pt x="368" y="5721"/>
                    <a:pt x="568" y="6655"/>
                    <a:pt x="768" y="7522"/>
                  </a:cubicBezTo>
                  <a:cubicBezTo>
                    <a:pt x="868" y="8156"/>
                    <a:pt x="1102" y="8856"/>
                    <a:pt x="801" y="9523"/>
                  </a:cubicBezTo>
                  <a:cubicBezTo>
                    <a:pt x="134" y="10991"/>
                    <a:pt x="134" y="12526"/>
                    <a:pt x="34" y="14027"/>
                  </a:cubicBezTo>
                  <a:cubicBezTo>
                    <a:pt x="1" y="14660"/>
                    <a:pt x="301" y="15061"/>
                    <a:pt x="1035" y="15061"/>
                  </a:cubicBezTo>
                  <a:cubicBezTo>
                    <a:pt x="2503" y="15061"/>
                    <a:pt x="2536" y="15194"/>
                    <a:pt x="2036" y="16595"/>
                  </a:cubicBezTo>
                  <a:cubicBezTo>
                    <a:pt x="1769" y="17496"/>
                    <a:pt x="1202" y="18397"/>
                    <a:pt x="1435" y="19230"/>
                  </a:cubicBezTo>
                  <a:cubicBezTo>
                    <a:pt x="1669" y="20198"/>
                    <a:pt x="1635" y="20998"/>
                    <a:pt x="1102" y="21766"/>
                  </a:cubicBezTo>
                  <a:cubicBezTo>
                    <a:pt x="1308" y="21934"/>
                    <a:pt x="1514" y="22019"/>
                    <a:pt x="1733" y="22019"/>
                  </a:cubicBezTo>
                  <a:cubicBezTo>
                    <a:pt x="1902" y="22019"/>
                    <a:pt x="2079" y="21968"/>
                    <a:pt x="2269" y="21866"/>
                  </a:cubicBezTo>
                  <a:cubicBezTo>
                    <a:pt x="3003" y="21532"/>
                    <a:pt x="3203" y="20531"/>
                    <a:pt x="4170" y="20431"/>
                  </a:cubicBezTo>
                  <a:cubicBezTo>
                    <a:pt x="5438" y="20331"/>
                    <a:pt x="6639" y="19998"/>
                    <a:pt x="7806" y="19397"/>
                  </a:cubicBezTo>
                  <a:cubicBezTo>
                    <a:pt x="8006" y="19297"/>
                    <a:pt x="8182" y="19249"/>
                    <a:pt x="8329" y="19249"/>
                  </a:cubicBezTo>
                  <a:cubicBezTo>
                    <a:pt x="8724" y="19249"/>
                    <a:pt x="8922" y="19591"/>
                    <a:pt x="8874" y="20198"/>
                  </a:cubicBezTo>
                  <a:cubicBezTo>
                    <a:pt x="8840" y="21165"/>
                    <a:pt x="9074" y="21999"/>
                    <a:pt x="9841" y="22533"/>
                  </a:cubicBezTo>
                  <a:cubicBezTo>
                    <a:pt x="10442" y="22900"/>
                    <a:pt x="10508" y="23367"/>
                    <a:pt x="10308" y="23934"/>
                  </a:cubicBezTo>
                  <a:cubicBezTo>
                    <a:pt x="10342" y="24067"/>
                    <a:pt x="10442" y="24167"/>
                    <a:pt x="10508" y="24201"/>
                  </a:cubicBezTo>
                  <a:cubicBezTo>
                    <a:pt x="10923" y="24332"/>
                    <a:pt x="11338" y="24463"/>
                    <a:pt x="11762" y="24463"/>
                  </a:cubicBezTo>
                  <a:cubicBezTo>
                    <a:pt x="11986" y="24463"/>
                    <a:pt x="12213" y="24426"/>
                    <a:pt x="12443" y="24334"/>
                  </a:cubicBezTo>
                  <a:cubicBezTo>
                    <a:pt x="12677" y="24167"/>
                    <a:pt x="12576" y="23900"/>
                    <a:pt x="12443" y="23767"/>
                  </a:cubicBezTo>
                  <a:cubicBezTo>
                    <a:pt x="11509" y="22933"/>
                    <a:pt x="11642" y="21732"/>
                    <a:pt x="11342" y="20698"/>
                  </a:cubicBezTo>
                  <a:cubicBezTo>
                    <a:pt x="11109" y="19898"/>
                    <a:pt x="10809" y="19664"/>
                    <a:pt x="10108" y="19664"/>
                  </a:cubicBezTo>
                  <a:cubicBezTo>
                    <a:pt x="10093" y="19660"/>
                    <a:pt x="10078" y="19659"/>
                    <a:pt x="10062" y="19659"/>
                  </a:cubicBezTo>
                  <a:cubicBezTo>
                    <a:pt x="9973" y="19659"/>
                    <a:pt x="9888" y="19716"/>
                    <a:pt x="9840" y="19716"/>
                  </a:cubicBezTo>
                  <a:cubicBezTo>
                    <a:pt x="9826" y="19716"/>
                    <a:pt x="9815" y="19711"/>
                    <a:pt x="9808" y="19697"/>
                  </a:cubicBezTo>
                  <a:cubicBezTo>
                    <a:pt x="9741" y="19631"/>
                    <a:pt x="9941" y="19631"/>
                    <a:pt x="9941" y="19531"/>
                  </a:cubicBezTo>
                  <a:cubicBezTo>
                    <a:pt x="10275" y="18864"/>
                    <a:pt x="10308" y="18230"/>
                    <a:pt x="9408" y="18130"/>
                  </a:cubicBezTo>
                  <a:cubicBezTo>
                    <a:pt x="8740" y="18030"/>
                    <a:pt x="8574" y="17529"/>
                    <a:pt x="8140" y="17162"/>
                  </a:cubicBezTo>
                  <a:cubicBezTo>
                    <a:pt x="7606" y="16662"/>
                    <a:pt x="7673" y="16328"/>
                    <a:pt x="8140" y="15895"/>
                  </a:cubicBezTo>
                  <a:cubicBezTo>
                    <a:pt x="8173" y="15861"/>
                    <a:pt x="8140" y="15795"/>
                    <a:pt x="8140" y="15695"/>
                  </a:cubicBezTo>
                  <a:cubicBezTo>
                    <a:pt x="7740" y="14327"/>
                    <a:pt x="7173" y="13059"/>
                    <a:pt x="5938" y="12292"/>
                  </a:cubicBezTo>
                  <a:cubicBezTo>
                    <a:pt x="5838" y="12325"/>
                    <a:pt x="5772" y="12325"/>
                    <a:pt x="5672" y="12392"/>
                  </a:cubicBezTo>
                  <a:cubicBezTo>
                    <a:pt x="5458" y="12606"/>
                    <a:pt x="5496" y="13210"/>
                    <a:pt x="5172" y="13210"/>
                  </a:cubicBezTo>
                  <a:cubicBezTo>
                    <a:pt x="5142" y="13210"/>
                    <a:pt x="5108" y="13204"/>
                    <a:pt x="5071" y="13193"/>
                  </a:cubicBezTo>
                  <a:cubicBezTo>
                    <a:pt x="4504" y="13059"/>
                    <a:pt x="4838" y="12492"/>
                    <a:pt x="4838" y="12125"/>
                  </a:cubicBezTo>
                  <a:lnTo>
                    <a:pt x="4838" y="12025"/>
                  </a:lnTo>
                  <a:cubicBezTo>
                    <a:pt x="4838" y="11959"/>
                    <a:pt x="4838" y="11825"/>
                    <a:pt x="4804" y="11725"/>
                  </a:cubicBezTo>
                  <a:cubicBezTo>
                    <a:pt x="4671" y="10891"/>
                    <a:pt x="4471" y="10157"/>
                    <a:pt x="4004" y="9457"/>
                  </a:cubicBezTo>
                  <a:cubicBezTo>
                    <a:pt x="3070" y="7822"/>
                    <a:pt x="3670" y="6121"/>
                    <a:pt x="3837" y="4453"/>
                  </a:cubicBezTo>
                  <a:cubicBezTo>
                    <a:pt x="3837" y="4220"/>
                    <a:pt x="4004" y="4053"/>
                    <a:pt x="4137" y="3886"/>
                  </a:cubicBezTo>
                  <a:cubicBezTo>
                    <a:pt x="4437" y="3486"/>
                    <a:pt x="5071" y="3319"/>
                    <a:pt x="4771" y="2485"/>
                  </a:cubicBezTo>
                  <a:cubicBezTo>
                    <a:pt x="4571" y="1951"/>
                    <a:pt x="5738" y="1951"/>
                    <a:pt x="5805" y="1284"/>
                  </a:cubicBezTo>
                  <a:cubicBezTo>
                    <a:pt x="5838" y="1051"/>
                    <a:pt x="5972" y="851"/>
                    <a:pt x="5938" y="650"/>
                  </a:cubicBezTo>
                  <a:cubicBezTo>
                    <a:pt x="5905" y="550"/>
                    <a:pt x="5805" y="484"/>
                    <a:pt x="5738" y="450"/>
                  </a:cubicBezTo>
                  <a:cubicBezTo>
                    <a:pt x="5596" y="428"/>
                    <a:pt x="5457" y="417"/>
                    <a:pt x="5320" y="417"/>
                  </a:cubicBezTo>
                  <a:cubicBezTo>
                    <a:pt x="4654" y="417"/>
                    <a:pt x="4045" y="657"/>
                    <a:pt x="3437" y="851"/>
                  </a:cubicBezTo>
                  <a:cubicBezTo>
                    <a:pt x="3204" y="928"/>
                    <a:pt x="2996" y="972"/>
                    <a:pt x="2817" y="972"/>
                  </a:cubicBezTo>
                  <a:cubicBezTo>
                    <a:pt x="2382" y="972"/>
                    <a:pt x="2116" y="712"/>
                    <a:pt x="2069" y="50"/>
                  </a:cubicBezTo>
                  <a:cubicBezTo>
                    <a:pt x="2019" y="17"/>
                    <a:pt x="1977" y="0"/>
                    <a:pt x="1936" y="0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7"/>
            <p:cNvSpPr/>
            <p:nvPr/>
          </p:nvSpPr>
          <p:spPr>
            <a:xfrm>
              <a:off x="4820275" y="2477550"/>
              <a:ext cx="192675" cy="501925"/>
            </a:xfrm>
            <a:custGeom>
              <a:avLst/>
              <a:gdLst/>
              <a:ahLst/>
              <a:cxnLst/>
              <a:rect l="l" t="t" r="r" b="b"/>
              <a:pathLst>
                <a:path w="7707" h="20077" extrusionOk="0">
                  <a:moveTo>
                    <a:pt x="6122" y="1"/>
                  </a:moveTo>
                  <a:cubicBezTo>
                    <a:pt x="6092" y="1"/>
                    <a:pt x="6063" y="8"/>
                    <a:pt x="6038" y="20"/>
                  </a:cubicBezTo>
                  <a:cubicBezTo>
                    <a:pt x="5505" y="654"/>
                    <a:pt x="4837" y="954"/>
                    <a:pt x="4037" y="1021"/>
                  </a:cubicBezTo>
                  <a:cubicBezTo>
                    <a:pt x="3937" y="1088"/>
                    <a:pt x="3870" y="1121"/>
                    <a:pt x="3770" y="1188"/>
                  </a:cubicBezTo>
                  <a:cubicBezTo>
                    <a:pt x="3570" y="1488"/>
                    <a:pt x="3036" y="1688"/>
                    <a:pt x="3436" y="2189"/>
                  </a:cubicBezTo>
                  <a:cubicBezTo>
                    <a:pt x="3710" y="2289"/>
                    <a:pt x="3989" y="2316"/>
                    <a:pt x="4269" y="2316"/>
                  </a:cubicBezTo>
                  <a:cubicBezTo>
                    <a:pt x="4576" y="2316"/>
                    <a:pt x="4883" y="2284"/>
                    <a:pt x="5185" y="2284"/>
                  </a:cubicBezTo>
                  <a:cubicBezTo>
                    <a:pt x="5247" y="2284"/>
                    <a:pt x="5309" y="2286"/>
                    <a:pt x="5371" y="2289"/>
                  </a:cubicBezTo>
                  <a:cubicBezTo>
                    <a:pt x="5771" y="2322"/>
                    <a:pt x="6072" y="2489"/>
                    <a:pt x="6105" y="2923"/>
                  </a:cubicBezTo>
                  <a:cubicBezTo>
                    <a:pt x="6105" y="3280"/>
                    <a:pt x="5884" y="3331"/>
                    <a:pt x="5660" y="3331"/>
                  </a:cubicBezTo>
                  <a:cubicBezTo>
                    <a:pt x="5571" y="3331"/>
                    <a:pt x="5481" y="3323"/>
                    <a:pt x="5405" y="3323"/>
                  </a:cubicBezTo>
                  <a:cubicBezTo>
                    <a:pt x="5366" y="3322"/>
                    <a:pt x="5328" y="3322"/>
                    <a:pt x="5290" y="3322"/>
                  </a:cubicBezTo>
                  <a:cubicBezTo>
                    <a:pt x="3836" y="3322"/>
                    <a:pt x="2534" y="3933"/>
                    <a:pt x="1168" y="4324"/>
                  </a:cubicBezTo>
                  <a:cubicBezTo>
                    <a:pt x="1035" y="4424"/>
                    <a:pt x="901" y="4490"/>
                    <a:pt x="835" y="4624"/>
                  </a:cubicBezTo>
                  <a:cubicBezTo>
                    <a:pt x="334" y="5191"/>
                    <a:pt x="1" y="5791"/>
                    <a:pt x="368" y="6592"/>
                  </a:cubicBezTo>
                  <a:cubicBezTo>
                    <a:pt x="668" y="6925"/>
                    <a:pt x="901" y="7259"/>
                    <a:pt x="1268" y="7459"/>
                  </a:cubicBezTo>
                  <a:cubicBezTo>
                    <a:pt x="1935" y="7826"/>
                    <a:pt x="2035" y="8293"/>
                    <a:pt x="2035" y="9027"/>
                  </a:cubicBezTo>
                  <a:cubicBezTo>
                    <a:pt x="2002" y="10628"/>
                    <a:pt x="1335" y="12029"/>
                    <a:pt x="1235" y="13630"/>
                  </a:cubicBezTo>
                  <a:cubicBezTo>
                    <a:pt x="1168" y="14965"/>
                    <a:pt x="1101" y="16332"/>
                    <a:pt x="768" y="17633"/>
                  </a:cubicBezTo>
                  <a:cubicBezTo>
                    <a:pt x="1502" y="18767"/>
                    <a:pt x="2569" y="19001"/>
                    <a:pt x="3770" y="19001"/>
                  </a:cubicBezTo>
                  <a:cubicBezTo>
                    <a:pt x="4604" y="19001"/>
                    <a:pt x="5204" y="19268"/>
                    <a:pt x="5571" y="20001"/>
                  </a:cubicBezTo>
                  <a:cubicBezTo>
                    <a:pt x="5638" y="20051"/>
                    <a:pt x="5688" y="20076"/>
                    <a:pt x="5734" y="20076"/>
                  </a:cubicBezTo>
                  <a:cubicBezTo>
                    <a:pt x="5780" y="20076"/>
                    <a:pt x="5822" y="20051"/>
                    <a:pt x="5872" y="20001"/>
                  </a:cubicBezTo>
                  <a:lnTo>
                    <a:pt x="5872" y="19601"/>
                  </a:lnTo>
                  <a:cubicBezTo>
                    <a:pt x="6072" y="19334"/>
                    <a:pt x="5838" y="18967"/>
                    <a:pt x="6038" y="18701"/>
                  </a:cubicBezTo>
                  <a:lnTo>
                    <a:pt x="6038" y="18500"/>
                  </a:lnTo>
                  <a:cubicBezTo>
                    <a:pt x="6238" y="18167"/>
                    <a:pt x="5938" y="17733"/>
                    <a:pt x="6205" y="17400"/>
                  </a:cubicBezTo>
                  <a:cubicBezTo>
                    <a:pt x="6405" y="17199"/>
                    <a:pt x="6205" y="16899"/>
                    <a:pt x="6405" y="16732"/>
                  </a:cubicBezTo>
                  <a:lnTo>
                    <a:pt x="6405" y="16532"/>
                  </a:lnTo>
                  <a:cubicBezTo>
                    <a:pt x="6605" y="16299"/>
                    <a:pt x="6372" y="15899"/>
                    <a:pt x="6572" y="15665"/>
                  </a:cubicBezTo>
                  <a:lnTo>
                    <a:pt x="6572" y="15231"/>
                  </a:lnTo>
                  <a:cubicBezTo>
                    <a:pt x="6772" y="15031"/>
                    <a:pt x="6572" y="14764"/>
                    <a:pt x="6772" y="14598"/>
                  </a:cubicBezTo>
                  <a:lnTo>
                    <a:pt x="6772" y="14364"/>
                  </a:lnTo>
                  <a:cubicBezTo>
                    <a:pt x="7006" y="14164"/>
                    <a:pt x="6772" y="13864"/>
                    <a:pt x="7006" y="13697"/>
                  </a:cubicBezTo>
                  <a:lnTo>
                    <a:pt x="7006" y="13297"/>
                  </a:lnTo>
                  <a:cubicBezTo>
                    <a:pt x="7206" y="13030"/>
                    <a:pt x="6939" y="12663"/>
                    <a:pt x="7172" y="12429"/>
                  </a:cubicBezTo>
                  <a:lnTo>
                    <a:pt x="7172" y="11796"/>
                  </a:lnTo>
                  <a:cubicBezTo>
                    <a:pt x="7373" y="11462"/>
                    <a:pt x="7072" y="11028"/>
                    <a:pt x="7206" y="10695"/>
                  </a:cubicBezTo>
                  <a:lnTo>
                    <a:pt x="7206" y="10495"/>
                  </a:lnTo>
                  <a:cubicBezTo>
                    <a:pt x="7439" y="10094"/>
                    <a:pt x="7106" y="9627"/>
                    <a:pt x="7373" y="9194"/>
                  </a:cubicBezTo>
                  <a:lnTo>
                    <a:pt x="7373" y="8793"/>
                  </a:lnTo>
                  <a:cubicBezTo>
                    <a:pt x="7573" y="8527"/>
                    <a:pt x="7339" y="8160"/>
                    <a:pt x="7539" y="7926"/>
                  </a:cubicBezTo>
                  <a:lnTo>
                    <a:pt x="7539" y="7292"/>
                  </a:lnTo>
                  <a:cubicBezTo>
                    <a:pt x="7706" y="6258"/>
                    <a:pt x="7506" y="5258"/>
                    <a:pt x="7539" y="4190"/>
                  </a:cubicBezTo>
                  <a:cubicBezTo>
                    <a:pt x="7539" y="4023"/>
                    <a:pt x="7539" y="3823"/>
                    <a:pt x="7406" y="3656"/>
                  </a:cubicBezTo>
                  <a:lnTo>
                    <a:pt x="7406" y="3256"/>
                  </a:lnTo>
                  <a:cubicBezTo>
                    <a:pt x="7106" y="2923"/>
                    <a:pt x="7406" y="2489"/>
                    <a:pt x="7172" y="2155"/>
                  </a:cubicBezTo>
                  <a:lnTo>
                    <a:pt x="7172" y="1955"/>
                  </a:lnTo>
                  <a:cubicBezTo>
                    <a:pt x="6939" y="1788"/>
                    <a:pt x="7106" y="1488"/>
                    <a:pt x="6906" y="1321"/>
                  </a:cubicBezTo>
                  <a:cubicBezTo>
                    <a:pt x="6772" y="1188"/>
                    <a:pt x="6839" y="1021"/>
                    <a:pt x="6705" y="921"/>
                  </a:cubicBezTo>
                  <a:lnTo>
                    <a:pt x="6705" y="688"/>
                  </a:lnTo>
                  <a:cubicBezTo>
                    <a:pt x="6605" y="654"/>
                    <a:pt x="6572" y="588"/>
                    <a:pt x="6505" y="487"/>
                  </a:cubicBezTo>
                  <a:lnTo>
                    <a:pt x="6505" y="287"/>
                  </a:lnTo>
                  <a:lnTo>
                    <a:pt x="6272" y="87"/>
                  </a:lnTo>
                  <a:cubicBezTo>
                    <a:pt x="6230" y="24"/>
                    <a:pt x="6174" y="1"/>
                    <a:pt x="6122" y="1"/>
                  </a:cubicBezTo>
                  <a:close/>
                </a:path>
              </a:pathLst>
            </a:custGeom>
            <a:solidFill>
              <a:srgbClr val="E7D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7"/>
            <p:cNvSpPr/>
            <p:nvPr/>
          </p:nvSpPr>
          <p:spPr>
            <a:xfrm>
              <a:off x="4433325" y="2322850"/>
              <a:ext cx="441175" cy="266975"/>
            </a:xfrm>
            <a:custGeom>
              <a:avLst/>
              <a:gdLst/>
              <a:ahLst/>
              <a:cxnLst/>
              <a:rect l="l" t="t" r="r" b="b"/>
              <a:pathLst>
                <a:path w="17647" h="10679" extrusionOk="0">
                  <a:moveTo>
                    <a:pt x="5464" y="0"/>
                  </a:moveTo>
                  <a:cubicBezTo>
                    <a:pt x="5409" y="0"/>
                    <a:pt x="5354" y="13"/>
                    <a:pt x="5305" y="37"/>
                  </a:cubicBezTo>
                  <a:cubicBezTo>
                    <a:pt x="4671" y="471"/>
                    <a:pt x="3904" y="171"/>
                    <a:pt x="3303" y="504"/>
                  </a:cubicBezTo>
                  <a:cubicBezTo>
                    <a:pt x="3036" y="1205"/>
                    <a:pt x="2670" y="1705"/>
                    <a:pt x="1869" y="1705"/>
                  </a:cubicBezTo>
                  <a:cubicBezTo>
                    <a:pt x="1302" y="1705"/>
                    <a:pt x="1135" y="1972"/>
                    <a:pt x="1135" y="2506"/>
                  </a:cubicBezTo>
                  <a:cubicBezTo>
                    <a:pt x="1135" y="3206"/>
                    <a:pt x="635" y="4040"/>
                    <a:pt x="1" y="4474"/>
                  </a:cubicBezTo>
                  <a:cubicBezTo>
                    <a:pt x="68" y="5041"/>
                    <a:pt x="568" y="5008"/>
                    <a:pt x="968" y="5208"/>
                  </a:cubicBezTo>
                  <a:cubicBezTo>
                    <a:pt x="2836" y="5808"/>
                    <a:pt x="4704" y="6375"/>
                    <a:pt x="6506" y="7142"/>
                  </a:cubicBezTo>
                  <a:cubicBezTo>
                    <a:pt x="7373" y="7476"/>
                    <a:pt x="8240" y="7810"/>
                    <a:pt x="9007" y="8343"/>
                  </a:cubicBezTo>
                  <a:cubicBezTo>
                    <a:pt x="9508" y="8677"/>
                    <a:pt x="9541" y="9010"/>
                    <a:pt x="8974" y="9344"/>
                  </a:cubicBezTo>
                  <a:cubicBezTo>
                    <a:pt x="8874" y="10045"/>
                    <a:pt x="9508" y="9978"/>
                    <a:pt x="9875" y="10145"/>
                  </a:cubicBezTo>
                  <a:cubicBezTo>
                    <a:pt x="9982" y="10183"/>
                    <a:pt x="10089" y="10197"/>
                    <a:pt x="10195" y="10197"/>
                  </a:cubicBezTo>
                  <a:cubicBezTo>
                    <a:pt x="10465" y="10197"/>
                    <a:pt x="10731" y="10109"/>
                    <a:pt x="10989" y="10109"/>
                  </a:cubicBezTo>
                  <a:cubicBezTo>
                    <a:pt x="11074" y="10109"/>
                    <a:pt x="11159" y="10119"/>
                    <a:pt x="11242" y="10145"/>
                  </a:cubicBezTo>
                  <a:cubicBezTo>
                    <a:pt x="11265" y="10143"/>
                    <a:pt x="11287" y="10143"/>
                    <a:pt x="11309" y="10143"/>
                  </a:cubicBezTo>
                  <a:cubicBezTo>
                    <a:pt x="11836" y="10143"/>
                    <a:pt x="12159" y="10518"/>
                    <a:pt x="12543" y="10678"/>
                  </a:cubicBezTo>
                  <a:cubicBezTo>
                    <a:pt x="13310" y="10278"/>
                    <a:pt x="12877" y="9477"/>
                    <a:pt x="12877" y="8977"/>
                  </a:cubicBezTo>
                  <a:cubicBezTo>
                    <a:pt x="12910" y="7710"/>
                    <a:pt x="12843" y="6542"/>
                    <a:pt x="13310" y="5375"/>
                  </a:cubicBezTo>
                  <a:lnTo>
                    <a:pt x="13177" y="5141"/>
                  </a:lnTo>
                  <a:cubicBezTo>
                    <a:pt x="13207" y="4304"/>
                    <a:pt x="13585" y="3681"/>
                    <a:pt x="14072" y="3681"/>
                  </a:cubicBezTo>
                  <a:cubicBezTo>
                    <a:pt x="14128" y="3681"/>
                    <a:pt x="14186" y="3689"/>
                    <a:pt x="14244" y="3707"/>
                  </a:cubicBezTo>
                  <a:cubicBezTo>
                    <a:pt x="14525" y="3792"/>
                    <a:pt x="14801" y="3820"/>
                    <a:pt x="15074" y="3820"/>
                  </a:cubicBezTo>
                  <a:cubicBezTo>
                    <a:pt x="15642" y="3820"/>
                    <a:pt x="16196" y="3696"/>
                    <a:pt x="16747" y="3696"/>
                  </a:cubicBezTo>
                  <a:cubicBezTo>
                    <a:pt x="16969" y="3696"/>
                    <a:pt x="17191" y="3716"/>
                    <a:pt x="17413" y="3773"/>
                  </a:cubicBezTo>
                  <a:cubicBezTo>
                    <a:pt x="17547" y="3707"/>
                    <a:pt x="17580" y="3640"/>
                    <a:pt x="17647" y="3540"/>
                  </a:cubicBezTo>
                  <a:cubicBezTo>
                    <a:pt x="17580" y="3507"/>
                    <a:pt x="17580" y="3473"/>
                    <a:pt x="17547" y="3440"/>
                  </a:cubicBezTo>
                  <a:cubicBezTo>
                    <a:pt x="17480" y="3306"/>
                    <a:pt x="17247" y="3340"/>
                    <a:pt x="17147" y="3206"/>
                  </a:cubicBezTo>
                  <a:cubicBezTo>
                    <a:pt x="17046" y="3106"/>
                    <a:pt x="16846" y="3140"/>
                    <a:pt x="16713" y="3006"/>
                  </a:cubicBezTo>
                  <a:cubicBezTo>
                    <a:pt x="16546" y="2839"/>
                    <a:pt x="16313" y="2973"/>
                    <a:pt x="16146" y="2806"/>
                  </a:cubicBezTo>
                  <a:cubicBezTo>
                    <a:pt x="16012" y="2706"/>
                    <a:pt x="15812" y="2773"/>
                    <a:pt x="15679" y="2639"/>
                  </a:cubicBezTo>
                  <a:cubicBezTo>
                    <a:pt x="15579" y="2506"/>
                    <a:pt x="15379" y="2539"/>
                    <a:pt x="15245" y="2439"/>
                  </a:cubicBezTo>
                  <a:cubicBezTo>
                    <a:pt x="15078" y="2272"/>
                    <a:pt x="14845" y="2372"/>
                    <a:pt x="14678" y="2206"/>
                  </a:cubicBezTo>
                  <a:cubicBezTo>
                    <a:pt x="14511" y="2139"/>
                    <a:pt x="14311" y="2172"/>
                    <a:pt x="14178" y="2039"/>
                  </a:cubicBezTo>
                  <a:cubicBezTo>
                    <a:pt x="14078" y="1939"/>
                    <a:pt x="13953" y="1939"/>
                    <a:pt x="13832" y="1939"/>
                  </a:cubicBezTo>
                  <a:cubicBezTo>
                    <a:pt x="13711" y="1939"/>
                    <a:pt x="13594" y="1939"/>
                    <a:pt x="13511" y="1839"/>
                  </a:cubicBezTo>
                  <a:cubicBezTo>
                    <a:pt x="13411" y="1705"/>
                    <a:pt x="13210" y="1772"/>
                    <a:pt x="13077" y="1639"/>
                  </a:cubicBezTo>
                  <a:cubicBezTo>
                    <a:pt x="12977" y="1538"/>
                    <a:pt x="12852" y="1538"/>
                    <a:pt x="12731" y="1538"/>
                  </a:cubicBezTo>
                  <a:cubicBezTo>
                    <a:pt x="12610" y="1538"/>
                    <a:pt x="12493" y="1538"/>
                    <a:pt x="12410" y="1438"/>
                  </a:cubicBezTo>
                  <a:cubicBezTo>
                    <a:pt x="12310" y="1305"/>
                    <a:pt x="12076" y="1338"/>
                    <a:pt x="11976" y="1205"/>
                  </a:cubicBezTo>
                  <a:lnTo>
                    <a:pt x="11743" y="1205"/>
                  </a:lnTo>
                  <a:cubicBezTo>
                    <a:pt x="11643" y="1105"/>
                    <a:pt x="11409" y="1138"/>
                    <a:pt x="11309" y="1005"/>
                  </a:cubicBezTo>
                  <a:lnTo>
                    <a:pt x="11076" y="1005"/>
                  </a:lnTo>
                  <a:cubicBezTo>
                    <a:pt x="10975" y="871"/>
                    <a:pt x="10742" y="938"/>
                    <a:pt x="10642" y="805"/>
                  </a:cubicBezTo>
                  <a:lnTo>
                    <a:pt x="10408" y="805"/>
                  </a:lnTo>
                  <a:cubicBezTo>
                    <a:pt x="10308" y="671"/>
                    <a:pt x="10075" y="705"/>
                    <a:pt x="9975" y="604"/>
                  </a:cubicBezTo>
                  <a:lnTo>
                    <a:pt x="9741" y="604"/>
                  </a:lnTo>
                  <a:cubicBezTo>
                    <a:pt x="9641" y="488"/>
                    <a:pt x="9516" y="488"/>
                    <a:pt x="9395" y="488"/>
                  </a:cubicBezTo>
                  <a:cubicBezTo>
                    <a:pt x="9274" y="488"/>
                    <a:pt x="9158" y="488"/>
                    <a:pt x="9074" y="371"/>
                  </a:cubicBezTo>
                  <a:cubicBezTo>
                    <a:pt x="9024" y="321"/>
                    <a:pt x="8957" y="296"/>
                    <a:pt x="8886" y="296"/>
                  </a:cubicBezTo>
                  <a:cubicBezTo>
                    <a:pt x="8816" y="296"/>
                    <a:pt x="8741" y="321"/>
                    <a:pt x="8674" y="371"/>
                  </a:cubicBezTo>
                  <a:cubicBezTo>
                    <a:pt x="8489" y="393"/>
                    <a:pt x="8308" y="404"/>
                    <a:pt x="8130" y="404"/>
                  </a:cubicBezTo>
                  <a:cubicBezTo>
                    <a:pt x="7502" y="404"/>
                    <a:pt x="6910" y="271"/>
                    <a:pt x="6339" y="37"/>
                  </a:cubicBezTo>
                  <a:lnTo>
                    <a:pt x="6339" y="37"/>
                  </a:lnTo>
                  <a:cubicBezTo>
                    <a:pt x="6139" y="304"/>
                    <a:pt x="6472" y="604"/>
                    <a:pt x="6139" y="771"/>
                  </a:cubicBezTo>
                  <a:cubicBezTo>
                    <a:pt x="5872" y="771"/>
                    <a:pt x="5872" y="538"/>
                    <a:pt x="5838" y="371"/>
                  </a:cubicBezTo>
                  <a:cubicBezTo>
                    <a:pt x="5813" y="119"/>
                    <a:pt x="5636" y="0"/>
                    <a:pt x="5464" y="0"/>
                  </a:cubicBez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7"/>
            <p:cNvSpPr/>
            <p:nvPr/>
          </p:nvSpPr>
          <p:spPr>
            <a:xfrm>
              <a:off x="4109775" y="3522975"/>
              <a:ext cx="568750" cy="582950"/>
            </a:xfrm>
            <a:custGeom>
              <a:avLst/>
              <a:gdLst/>
              <a:ahLst/>
              <a:cxnLst/>
              <a:rect l="l" t="t" r="r" b="b"/>
              <a:pathLst>
                <a:path w="22750" h="23318" extrusionOk="0">
                  <a:moveTo>
                    <a:pt x="22483" y="0"/>
                  </a:moveTo>
                  <a:cubicBezTo>
                    <a:pt x="22016" y="33"/>
                    <a:pt x="21949" y="434"/>
                    <a:pt x="21749" y="767"/>
                  </a:cubicBezTo>
                  <a:cubicBezTo>
                    <a:pt x="21683" y="1434"/>
                    <a:pt x="21115" y="1901"/>
                    <a:pt x="21082" y="2569"/>
                  </a:cubicBezTo>
                  <a:cubicBezTo>
                    <a:pt x="20949" y="4403"/>
                    <a:pt x="20915" y="6238"/>
                    <a:pt x="20749" y="8073"/>
                  </a:cubicBezTo>
                  <a:cubicBezTo>
                    <a:pt x="20482" y="11041"/>
                    <a:pt x="19681" y="13910"/>
                    <a:pt x="19247" y="16879"/>
                  </a:cubicBezTo>
                  <a:cubicBezTo>
                    <a:pt x="19138" y="17481"/>
                    <a:pt x="18804" y="17791"/>
                    <a:pt x="18301" y="17791"/>
                  </a:cubicBezTo>
                  <a:cubicBezTo>
                    <a:pt x="18191" y="17791"/>
                    <a:pt x="18072" y="17776"/>
                    <a:pt x="17947" y="17746"/>
                  </a:cubicBezTo>
                  <a:cubicBezTo>
                    <a:pt x="16579" y="17379"/>
                    <a:pt x="15178" y="17513"/>
                    <a:pt x="13810" y="17446"/>
                  </a:cubicBezTo>
                  <a:cubicBezTo>
                    <a:pt x="13296" y="17446"/>
                    <a:pt x="12759" y="17489"/>
                    <a:pt x="12232" y="17489"/>
                  </a:cubicBezTo>
                  <a:cubicBezTo>
                    <a:pt x="11837" y="17489"/>
                    <a:pt x="11447" y="17465"/>
                    <a:pt x="11075" y="17379"/>
                  </a:cubicBezTo>
                  <a:cubicBezTo>
                    <a:pt x="7973" y="16545"/>
                    <a:pt x="4770" y="16545"/>
                    <a:pt x="1668" y="15911"/>
                  </a:cubicBezTo>
                  <a:cubicBezTo>
                    <a:pt x="1532" y="15889"/>
                    <a:pt x="1397" y="15875"/>
                    <a:pt x="1268" y="15875"/>
                  </a:cubicBezTo>
                  <a:cubicBezTo>
                    <a:pt x="829" y="15875"/>
                    <a:pt x="455" y="16037"/>
                    <a:pt x="301" y="16579"/>
                  </a:cubicBezTo>
                  <a:cubicBezTo>
                    <a:pt x="134" y="16979"/>
                    <a:pt x="0" y="17346"/>
                    <a:pt x="0" y="17746"/>
                  </a:cubicBezTo>
                  <a:cubicBezTo>
                    <a:pt x="0" y="18080"/>
                    <a:pt x="0" y="18413"/>
                    <a:pt x="167" y="18713"/>
                  </a:cubicBezTo>
                  <a:cubicBezTo>
                    <a:pt x="1301" y="18847"/>
                    <a:pt x="2435" y="18847"/>
                    <a:pt x="3503" y="19180"/>
                  </a:cubicBezTo>
                  <a:cubicBezTo>
                    <a:pt x="3705" y="19244"/>
                    <a:pt x="3912" y="19265"/>
                    <a:pt x="4121" y="19265"/>
                  </a:cubicBezTo>
                  <a:cubicBezTo>
                    <a:pt x="4551" y="19265"/>
                    <a:pt x="4989" y="19175"/>
                    <a:pt x="5409" y="19175"/>
                  </a:cubicBezTo>
                  <a:cubicBezTo>
                    <a:pt x="5862" y="19175"/>
                    <a:pt x="6293" y="19280"/>
                    <a:pt x="6672" y="19714"/>
                  </a:cubicBezTo>
                  <a:cubicBezTo>
                    <a:pt x="6687" y="19730"/>
                    <a:pt x="6704" y="19736"/>
                    <a:pt x="6723" y="19736"/>
                  </a:cubicBezTo>
                  <a:cubicBezTo>
                    <a:pt x="6824" y="19736"/>
                    <a:pt x="6965" y="19537"/>
                    <a:pt x="7105" y="19481"/>
                  </a:cubicBezTo>
                  <a:cubicBezTo>
                    <a:pt x="7252" y="19415"/>
                    <a:pt x="7421" y="19386"/>
                    <a:pt x="7602" y="19386"/>
                  </a:cubicBezTo>
                  <a:cubicBezTo>
                    <a:pt x="8531" y="19386"/>
                    <a:pt x="9773" y="20172"/>
                    <a:pt x="9941" y="20982"/>
                  </a:cubicBezTo>
                  <a:cubicBezTo>
                    <a:pt x="10146" y="21513"/>
                    <a:pt x="10449" y="21674"/>
                    <a:pt x="10789" y="21674"/>
                  </a:cubicBezTo>
                  <a:cubicBezTo>
                    <a:pt x="11111" y="21674"/>
                    <a:pt x="11468" y="21529"/>
                    <a:pt x="11809" y="21415"/>
                  </a:cubicBezTo>
                  <a:cubicBezTo>
                    <a:pt x="12078" y="21341"/>
                    <a:pt x="12298" y="21301"/>
                    <a:pt x="12479" y="21301"/>
                  </a:cubicBezTo>
                  <a:cubicBezTo>
                    <a:pt x="12951" y="21301"/>
                    <a:pt x="13165" y="21575"/>
                    <a:pt x="13310" y="22249"/>
                  </a:cubicBezTo>
                  <a:cubicBezTo>
                    <a:pt x="13343" y="22583"/>
                    <a:pt x="13577" y="22750"/>
                    <a:pt x="13844" y="22850"/>
                  </a:cubicBezTo>
                  <a:cubicBezTo>
                    <a:pt x="14077" y="22916"/>
                    <a:pt x="14344" y="22816"/>
                    <a:pt x="14577" y="22983"/>
                  </a:cubicBezTo>
                  <a:cubicBezTo>
                    <a:pt x="14738" y="23064"/>
                    <a:pt x="14908" y="23086"/>
                    <a:pt x="15083" y="23086"/>
                  </a:cubicBezTo>
                  <a:cubicBezTo>
                    <a:pt x="15313" y="23086"/>
                    <a:pt x="15551" y="23047"/>
                    <a:pt x="15786" y="23047"/>
                  </a:cubicBezTo>
                  <a:cubicBezTo>
                    <a:pt x="15964" y="23047"/>
                    <a:pt x="16141" y="23070"/>
                    <a:pt x="16312" y="23150"/>
                  </a:cubicBezTo>
                  <a:lnTo>
                    <a:pt x="16679" y="23150"/>
                  </a:lnTo>
                  <a:cubicBezTo>
                    <a:pt x="16819" y="23215"/>
                    <a:pt x="16964" y="23236"/>
                    <a:pt x="17112" y="23236"/>
                  </a:cubicBezTo>
                  <a:cubicBezTo>
                    <a:pt x="17379" y="23236"/>
                    <a:pt x="17655" y="23168"/>
                    <a:pt x="17929" y="23168"/>
                  </a:cubicBezTo>
                  <a:cubicBezTo>
                    <a:pt x="18047" y="23168"/>
                    <a:pt x="18164" y="23181"/>
                    <a:pt x="18280" y="23217"/>
                  </a:cubicBezTo>
                  <a:lnTo>
                    <a:pt x="18347" y="23183"/>
                  </a:lnTo>
                  <a:lnTo>
                    <a:pt x="18447" y="23217"/>
                  </a:lnTo>
                  <a:cubicBezTo>
                    <a:pt x="18538" y="23295"/>
                    <a:pt x="18634" y="23317"/>
                    <a:pt x="18736" y="23317"/>
                  </a:cubicBezTo>
                  <a:cubicBezTo>
                    <a:pt x="18869" y="23317"/>
                    <a:pt x="19011" y="23279"/>
                    <a:pt x="19161" y="23279"/>
                  </a:cubicBezTo>
                  <a:cubicBezTo>
                    <a:pt x="19190" y="23279"/>
                    <a:pt x="19219" y="23280"/>
                    <a:pt x="19247" y="23283"/>
                  </a:cubicBezTo>
                  <a:cubicBezTo>
                    <a:pt x="19314" y="23283"/>
                    <a:pt x="19448" y="23250"/>
                    <a:pt x="19514" y="23183"/>
                  </a:cubicBezTo>
                  <a:cubicBezTo>
                    <a:pt x="19681" y="22416"/>
                    <a:pt x="19614" y="21682"/>
                    <a:pt x="19848" y="20915"/>
                  </a:cubicBezTo>
                  <a:cubicBezTo>
                    <a:pt x="20148" y="20081"/>
                    <a:pt x="20015" y="19214"/>
                    <a:pt x="20248" y="18380"/>
                  </a:cubicBezTo>
                  <a:cubicBezTo>
                    <a:pt x="20615" y="16045"/>
                    <a:pt x="20982" y="13710"/>
                    <a:pt x="21316" y="11342"/>
                  </a:cubicBezTo>
                  <a:cubicBezTo>
                    <a:pt x="21749" y="9674"/>
                    <a:pt x="21749" y="8006"/>
                    <a:pt x="21916" y="6271"/>
                  </a:cubicBezTo>
                  <a:cubicBezTo>
                    <a:pt x="21983" y="4703"/>
                    <a:pt x="22316" y="3102"/>
                    <a:pt x="22516" y="1534"/>
                  </a:cubicBezTo>
                  <a:cubicBezTo>
                    <a:pt x="22583" y="1334"/>
                    <a:pt x="22650" y="1101"/>
                    <a:pt x="22683" y="901"/>
                  </a:cubicBezTo>
                  <a:cubicBezTo>
                    <a:pt x="22750" y="767"/>
                    <a:pt x="22750" y="701"/>
                    <a:pt x="22750" y="567"/>
                  </a:cubicBezTo>
                  <a:cubicBezTo>
                    <a:pt x="22750" y="367"/>
                    <a:pt x="22683" y="167"/>
                    <a:pt x="22483" y="0"/>
                  </a:cubicBezTo>
                  <a:close/>
                </a:path>
              </a:pathLst>
            </a:custGeom>
            <a:solidFill>
              <a:srgbClr val="64B4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7"/>
            <p:cNvSpPr/>
            <p:nvPr/>
          </p:nvSpPr>
          <p:spPr>
            <a:xfrm>
              <a:off x="3315875" y="2201175"/>
              <a:ext cx="131775" cy="795975"/>
            </a:xfrm>
            <a:custGeom>
              <a:avLst/>
              <a:gdLst/>
              <a:ahLst/>
              <a:cxnLst/>
              <a:rect l="l" t="t" r="r" b="b"/>
              <a:pathLst>
                <a:path w="5271" h="31839" extrusionOk="0">
                  <a:moveTo>
                    <a:pt x="1540" y="1874"/>
                  </a:moveTo>
                  <a:cubicBezTo>
                    <a:pt x="1554" y="1878"/>
                    <a:pt x="1559" y="1884"/>
                    <a:pt x="1556" y="1884"/>
                  </a:cubicBezTo>
                  <a:cubicBezTo>
                    <a:pt x="1554" y="1884"/>
                    <a:pt x="1548" y="1881"/>
                    <a:pt x="1540" y="1874"/>
                  </a:cubicBezTo>
                  <a:close/>
                  <a:moveTo>
                    <a:pt x="2235" y="1"/>
                  </a:moveTo>
                  <a:cubicBezTo>
                    <a:pt x="1968" y="68"/>
                    <a:pt x="1735" y="201"/>
                    <a:pt x="1702" y="501"/>
                  </a:cubicBezTo>
                  <a:cubicBezTo>
                    <a:pt x="1702" y="597"/>
                    <a:pt x="1679" y="626"/>
                    <a:pt x="1650" y="626"/>
                  </a:cubicBezTo>
                  <a:cubicBezTo>
                    <a:pt x="1609" y="626"/>
                    <a:pt x="1554" y="568"/>
                    <a:pt x="1535" y="568"/>
                  </a:cubicBezTo>
                  <a:cubicBezTo>
                    <a:pt x="1432" y="547"/>
                    <a:pt x="1329" y="533"/>
                    <a:pt x="1231" y="533"/>
                  </a:cubicBezTo>
                  <a:cubicBezTo>
                    <a:pt x="1011" y="533"/>
                    <a:pt x="816" y="604"/>
                    <a:pt x="701" y="835"/>
                  </a:cubicBezTo>
                  <a:cubicBezTo>
                    <a:pt x="534" y="1202"/>
                    <a:pt x="801" y="1469"/>
                    <a:pt x="1068" y="1635"/>
                  </a:cubicBezTo>
                  <a:cubicBezTo>
                    <a:pt x="1082" y="1672"/>
                    <a:pt x="1105" y="1685"/>
                    <a:pt x="1132" y="1685"/>
                  </a:cubicBezTo>
                  <a:cubicBezTo>
                    <a:pt x="1188" y="1685"/>
                    <a:pt x="1262" y="1628"/>
                    <a:pt x="1312" y="1628"/>
                  </a:cubicBezTo>
                  <a:cubicBezTo>
                    <a:pt x="1343" y="1628"/>
                    <a:pt x="1365" y="1649"/>
                    <a:pt x="1368" y="1720"/>
                  </a:cubicBezTo>
                  <a:lnTo>
                    <a:pt x="1368" y="1720"/>
                  </a:lnTo>
                  <a:cubicBezTo>
                    <a:pt x="1356" y="1713"/>
                    <a:pt x="1345" y="1707"/>
                    <a:pt x="1335" y="1702"/>
                  </a:cubicBezTo>
                  <a:cubicBezTo>
                    <a:pt x="868" y="1735"/>
                    <a:pt x="567" y="2002"/>
                    <a:pt x="301" y="2336"/>
                  </a:cubicBezTo>
                  <a:cubicBezTo>
                    <a:pt x="0" y="3237"/>
                    <a:pt x="401" y="4137"/>
                    <a:pt x="401" y="5004"/>
                  </a:cubicBezTo>
                  <a:cubicBezTo>
                    <a:pt x="401" y="5805"/>
                    <a:pt x="567" y="6639"/>
                    <a:pt x="401" y="7406"/>
                  </a:cubicBezTo>
                  <a:cubicBezTo>
                    <a:pt x="401" y="8374"/>
                    <a:pt x="834" y="9241"/>
                    <a:pt x="801" y="10175"/>
                  </a:cubicBezTo>
                  <a:cubicBezTo>
                    <a:pt x="801" y="11176"/>
                    <a:pt x="1201" y="12143"/>
                    <a:pt x="1034" y="13144"/>
                  </a:cubicBezTo>
                  <a:cubicBezTo>
                    <a:pt x="868" y="14144"/>
                    <a:pt x="1568" y="15045"/>
                    <a:pt x="1468" y="16046"/>
                  </a:cubicBezTo>
                  <a:cubicBezTo>
                    <a:pt x="1468" y="16413"/>
                    <a:pt x="1468" y="16846"/>
                    <a:pt x="1501" y="17213"/>
                  </a:cubicBezTo>
                  <a:cubicBezTo>
                    <a:pt x="1501" y="17347"/>
                    <a:pt x="1501" y="17413"/>
                    <a:pt x="1535" y="17513"/>
                  </a:cubicBezTo>
                  <a:cubicBezTo>
                    <a:pt x="1568" y="17680"/>
                    <a:pt x="1635" y="17847"/>
                    <a:pt x="1635" y="18014"/>
                  </a:cubicBezTo>
                  <a:cubicBezTo>
                    <a:pt x="1635" y="18080"/>
                    <a:pt x="1568" y="18181"/>
                    <a:pt x="1568" y="18247"/>
                  </a:cubicBezTo>
                  <a:cubicBezTo>
                    <a:pt x="1535" y="18381"/>
                    <a:pt x="1535" y="18514"/>
                    <a:pt x="1568" y="18648"/>
                  </a:cubicBezTo>
                  <a:cubicBezTo>
                    <a:pt x="1635" y="18714"/>
                    <a:pt x="1635" y="18814"/>
                    <a:pt x="1668" y="18881"/>
                  </a:cubicBezTo>
                  <a:cubicBezTo>
                    <a:pt x="1702" y="18981"/>
                    <a:pt x="1702" y="19048"/>
                    <a:pt x="1735" y="19148"/>
                  </a:cubicBezTo>
                  <a:cubicBezTo>
                    <a:pt x="1768" y="19215"/>
                    <a:pt x="1768" y="19315"/>
                    <a:pt x="1768" y="19381"/>
                  </a:cubicBezTo>
                  <a:cubicBezTo>
                    <a:pt x="1768" y="19548"/>
                    <a:pt x="1735" y="19715"/>
                    <a:pt x="1735" y="19882"/>
                  </a:cubicBezTo>
                  <a:cubicBezTo>
                    <a:pt x="1668" y="20149"/>
                    <a:pt x="1735" y="20415"/>
                    <a:pt x="1868" y="20682"/>
                  </a:cubicBezTo>
                  <a:cubicBezTo>
                    <a:pt x="2035" y="21316"/>
                    <a:pt x="2102" y="22017"/>
                    <a:pt x="1868" y="22517"/>
                  </a:cubicBezTo>
                  <a:cubicBezTo>
                    <a:pt x="1535" y="23151"/>
                    <a:pt x="1835" y="23484"/>
                    <a:pt x="2002" y="23918"/>
                  </a:cubicBezTo>
                  <a:cubicBezTo>
                    <a:pt x="2002" y="24819"/>
                    <a:pt x="2302" y="25653"/>
                    <a:pt x="2335" y="26520"/>
                  </a:cubicBezTo>
                  <a:cubicBezTo>
                    <a:pt x="2335" y="26687"/>
                    <a:pt x="2369" y="26820"/>
                    <a:pt x="2402" y="26987"/>
                  </a:cubicBezTo>
                  <a:cubicBezTo>
                    <a:pt x="2502" y="27220"/>
                    <a:pt x="2536" y="27521"/>
                    <a:pt x="2502" y="27821"/>
                  </a:cubicBezTo>
                  <a:cubicBezTo>
                    <a:pt x="2469" y="27888"/>
                    <a:pt x="2502" y="28021"/>
                    <a:pt x="2502" y="28088"/>
                  </a:cubicBezTo>
                  <a:cubicBezTo>
                    <a:pt x="2702" y="28855"/>
                    <a:pt x="2335" y="29655"/>
                    <a:pt x="2769" y="30323"/>
                  </a:cubicBezTo>
                  <a:cubicBezTo>
                    <a:pt x="2902" y="30389"/>
                    <a:pt x="3036" y="30389"/>
                    <a:pt x="3169" y="30389"/>
                  </a:cubicBezTo>
                  <a:cubicBezTo>
                    <a:pt x="3036" y="30423"/>
                    <a:pt x="2902" y="30423"/>
                    <a:pt x="2836" y="30556"/>
                  </a:cubicBezTo>
                  <a:cubicBezTo>
                    <a:pt x="2769" y="30723"/>
                    <a:pt x="2769" y="30890"/>
                    <a:pt x="2869" y="31023"/>
                  </a:cubicBezTo>
                  <a:cubicBezTo>
                    <a:pt x="3501" y="31444"/>
                    <a:pt x="4105" y="31838"/>
                    <a:pt x="4854" y="31838"/>
                  </a:cubicBezTo>
                  <a:cubicBezTo>
                    <a:pt x="4936" y="31838"/>
                    <a:pt x="5019" y="31833"/>
                    <a:pt x="5104" y="31824"/>
                  </a:cubicBezTo>
                  <a:cubicBezTo>
                    <a:pt x="5204" y="31724"/>
                    <a:pt x="5204" y="31657"/>
                    <a:pt x="5204" y="31523"/>
                  </a:cubicBezTo>
                  <a:cubicBezTo>
                    <a:pt x="5104" y="30756"/>
                    <a:pt x="5271" y="29989"/>
                    <a:pt x="5037" y="29222"/>
                  </a:cubicBezTo>
                  <a:lnTo>
                    <a:pt x="5037" y="28888"/>
                  </a:lnTo>
                  <a:cubicBezTo>
                    <a:pt x="4871" y="28254"/>
                    <a:pt x="4871" y="27654"/>
                    <a:pt x="4937" y="27020"/>
                  </a:cubicBezTo>
                  <a:cubicBezTo>
                    <a:pt x="4937" y="26553"/>
                    <a:pt x="4904" y="26086"/>
                    <a:pt x="4937" y="25653"/>
                  </a:cubicBezTo>
                  <a:cubicBezTo>
                    <a:pt x="4604" y="24252"/>
                    <a:pt x="5004" y="22784"/>
                    <a:pt x="4504" y="21483"/>
                  </a:cubicBezTo>
                  <a:cubicBezTo>
                    <a:pt x="3903" y="20949"/>
                    <a:pt x="3236" y="20516"/>
                    <a:pt x="4103" y="19682"/>
                  </a:cubicBezTo>
                  <a:cubicBezTo>
                    <a:pt x="4203" y="19582"/>
                    <a:pt x="4170" y="19381"/>
                    <a:pt x="4103" y="19248"/>
                  </a:cubicBezTo>
                  <a:cubicBezTo>
                    <a:pt x="4003" y="18881"/>
                    <a:pt x="4003" y="18514"/>
                    <a:pt x="4170" y="18181"/>
                  </a:cubicBezTo>
                  <a:cubicBezTo>
                    <a:pt x="4203" y="18080"/>
                    <a:pt x="4170" y="18014"/>
                    <a:pt x="4070" y="17914"/>
                  </a:cubicBezTo>
                  <a:cubicBezTo>
                    <a:pt x="3903" y="17714"/>
                    <a:pt x="4037" y="17413"/>
                    <a:pt x="3903" y="17213"/>
                  </a:cubicBezTo>
                  <a:cubicBezTo>
                    <a:pt x="3670" y="16413"/>
                    <a:pt x="3870" y="15545"/>
                    <a:pt x="3670" y="14745"/>
                  </a:cubicBezTo>
                  <a:cubicBezTo>
                    <a:pt x="3670" y="14645"/>
                    <a:pt x="3670" y="14545"/>
                    <a:pt x="3603" y="14478"/>
                  </a:cubicBezTo>
                  <a:cubicBezTo>
                    <a:pt x="3003" y="13244"/>
                    <a:pt x="3503" y="11976"/>
                    <a:pt x="3336" y="10709"/>
                  </a:cubicBezTo>
                  <a:cubicBezTo>
                    <a:pt x="3236" y="9741"/>
                    <a:pt x="3403" y="8774"/>
                    <a:pt x="3103" y="7873"/>
                  </a:cubicBezTo>
                  <a:cubicBezTo>
                    <a:pt x="2836" y="6739"/>
                    <a:pt x="3169" y="5572"/>
                    <a:pt x="2836" y="4471"/>
                  </a:cubicBezTo>
                  <a:cubicBezTo>
                    <a:pt x="2802" y="4371"/>
                    <a:pt x="2802" y="4237"/>
                    <a:pt x="2802" y="4137"/>
                  </a:cubicBezTo>
                  <a:cubicBezTo>
                    <a:pt x="2502" y="3003"/>
                    <a:pt x="2836" y="1802"/>
                    <a:pt x="2402" y="501"/>
                  </a:cubicBezTo>
                  <a:lnTo>
                    <a:pt x="2402" y="168"/>
                  </a:lnTo>
                  <a:cubicBezTo>
                    <a:pt x="2402" y="34"/>
                    <a:pt x="2369" y="1"/>
                    <a:pt x="2235" y="1"/>
                  </a:cubicBezTo>
                  <a:close/>
                </a:path>
              </a:pathLst>
            </a:custGeom>
            <a:solidFill>
              <a:srgbClr val="FFB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7"/>
            <p:cNvSpPr/>
            <p:nvPr/>
          </p:nvSpPr>
          <p:spPr>
            <a:xfrm>
              <a:off x="3179950" y="1427700"/>
              <a:ext cx="216000" cy="280150"/>
            </a:xfrm>
            <a:custGeom>
              <a:avLst/>
              <a:gdLst/>
              <a:ahLst/>
              <a:cxnLst/>
              <a:rect l="l" t="t" r="r" b="b"/>
              <a:pathLst>
                <a:path w="8640" h="11206" extrusionOk="0">
                  <a:moveTo>
                    <a:pt x="1071" y="0"/>
                  </a:moveTo>
                  <a:cubicBezTo>
                    <a:pt x="823" y="0"/>
                    <a:pt x="569" y="58"/>
                    <a:pt x="334" y="185"/>
                  </a:cubicBezTo>
                  <a:cubicBezTo>
                    <a:pt x="0" y="685"/>
                    <a:pt x="601" y="1018"/>
                    <a:pt x="534" y="1485"/>
                  </a:cubicBezTo>
                  <a:cubicBezTo>
                    <a:pt x="434" y="3187"/>
                    <a:pt x="801" y="4855"/>
                    <a:pt x="867" y="6589"/>
                  </a:cubicBezTo>
                  <a:cubicBezTo>
                    <a:pt x="934" y="7156"/>
                    <a:pt x="834" y="7657"/>
                    <a:pt x="400" y="8090"/>
                  </a:cubicBezTo>
                  <a:cubicBezTo>
                    <a:pt x="767" y="8757"/>
                    <a:pt x="1501" y="8591"/>
                    <a:pt x="2068" y="8824"/>
                  </a:cubicBezTo>
                  <a:cubicBezTo>
                    <a:pt x="3303" y="9324"/>
                    <a:pt x="4637" y="9658"/>
                    <a:pt x="5571" y="10692"/>
                  </a:cubicBezTo>
                  <a:cubicBezTo>
                    <a:pt x="5638" y="10792"/>
                    <a:pt x="5671" y="10859"/>
                    <a:pt x="5771" y="10959"/>
                  </a:cubicBezTo>
                  <a:cubicBezTo>
                    <a:pt x="5838" y="11092"/>
                    <a:pt x="5971" y="11159"/>
                    <a:pt x="6138" y="11192"/>
                  </a:cubicBezTo>
                  <a:cubicBezTo>
                    <a:pt x="6227" y="11192"/>
                    <a:pt x="6322" y="11206"/>
                    <a:pt x="6416" y="11206"/>
                  </a:cubicBezTo>
                  <a:cubicBezTo>
                    <a:pt x="6532" y="11206"/>
                    <a:pt x="6646" y="11185"/>
                    <a:pt x="6738" y="11092"/>
                  </a:cubicBezTo>
                  <a:cubicBezTo>
                    <a:pt x="6838" y="10959"/>
                    <a:pt x="7005" y="10959"/>
                    <a:pt x="7139" y="10825"/>
                  </a:cubicBezTo>
                  <a:cubicBezTo>
                    <a:pt x="7239" y="10792"/>
                    <a:pt x="7305" y="10692"/>
                    <a:pt x="7339" y="10625"/>
                  </a:cubicBezTo>
                  <a:cubicBezTo>
                    <a:pt x="7472" y="10492"/>
                    <a:pt x="7572" y="10292"/>
                    <a:pt x="7639" y="10125"/>
                  </a:cubicBezTo>
                  <a:cubicBezTo>
                    <a:pt x="7672" y="9992"/>
                    <a:pt x="7772" y="9825"/>
                    <a:pt x="7806" y="9691"/>
                  </a:cubicBezTo>
                  <a:cubicBezTo>
                    <a:pt x="7806" y="9625"/>
                    <a:pt x="7839" y="9591"/>
                    <a:pt x="7906" y="9491"/>
                  </a:cubicBezTo>
                  <a:cubicBezTo>
                    <a:pt x="7939" y="9424"/>
                    <a:pt x="7973" y="9291"/>
                    <a:pt x="8006" y="9191"/>
                  </a:cubicBezTo>
                  <a:cubicBezTo>
                    <a:pt x="8073" y="9091"/>
                    <a:pt x="8106" y="8991"/>
                    <a:pt x="8173" y="8924"/>
                  </a:cubicBezTo>
                  <a:cubicBezTo>
                    <a:pt x="8339" y="8724"/>
                    <a:pt x="8173" y="8424"/>
                    <a:pt x="8339" y="8257"/>
                  </a:cubicBezTo>
                  <a:cubicBezTo>
                    <a:pt x="8640" y="7757"/>
                    <a:pt x="8273" y="7223"/>
                    <a:pt x="8506" y="6723"/>
                  </a:cubicBezTo>
                  <a:lnTo>
                    <a:pt x="8506" y="6556"/>
                  </a:lnTo>
                  <a:cubicBezTo>
                    <a:pt x="8440" y="5755"/>
                    <a:pt x="8473" y="4955"/>
                    <a:pt x="8273" y="4154"/>
                  </a:cubicBezTo>
                  <a:cubicBezTo>
                    <a:pt x="8039" y="3987"/>
                    <a:pt x="8206" y="3687"/>
                    <a:pt x="8006" y="3520"/>
                  </a:cubicBezTo>
                  <a:cubicBezTo>
                    <a:pt x="7806" y="3353"/>
                    <a:pt x="7973" y="3087"/>
                    <a:pt x="7772" y="2920"/>
                  </a:cubicBezTo>
                  <a:cubicBezTo>
                    <a:pt x="7639" y="2786"/>
                    <a:pt x="7672" y="2586"/>
                    <a:pt x="7506" y="2486"/>
                  </a:cubicBezTo>
                  <a:cubicBezTo>
                    <a:pt x="7439" y="2353"/>
                    <a:pt x="7439" y="2186"/>
                    <a:pt x="7305" y="2086"/>
                  </a:cubicBezTo>
                  <a:lnTo>
                    <a:pt x="7105" y="1852"/>
                  </a:lnTo>
                  <a:lnTo>
                    <a:pt x="7105" y="1419"/>
                  </a:lnTo>
                  <a:cubicBezTo>
                    <a:pt x="7239" y="1252"/>
                    <a:pt x="7239" y="1119"/>
                    <a:pt x="7105" y="952"/>
                  </a:cubicBezTo>
                  <a:cubicBezTo>
                    <a:pt x="7066" y="942"/>
                    <a:pt x="7027" y="938"/>
                    <a:pt x="6990" y="938"/>
                  </a:cubicBezTo>
                  <a:cubicBezTo>
                    <a:pt x="6899" y="938"/>
                    <a:pt x="6819" y="962"/>
                    <a:pt x="6772" y="985"/>
                  </a:cubicBezTo>
                  <a:cubicBezTo>
                    <a:pt x="6628" y="1164"/>
                    <a:pt x="6456" y="1228"/>
                    <a:pt x="6276" y="1228"/>
                  </a:cubicBezTo>
                  <a:cubicBezTo>
                    <a:pt x="6121" y="1228"/>
                    <a:pt x="5959" y="1180"/>
                    <a:pt x="5804" y="1119"/>
                  </a:cubicBezTo>
                  <a:cubicBezTo>
                    <a:pt x="4470" y="652"/>
                    <a:pt x="3002" y="685"/>
                    <a:pt x="1668" y="118"/>
                  </a:cubicBezTo>
                  <a:cubicBezTo>
                    <a:pt x="1485" y="41"/>
                    <a:pt x="1280" y="0"/>
                    <a:pt x="1071" y="0"/>
                  </a:cubicBezTo>
                  <a:close/>
                </a:path>
              </a:pathLst>
            </a:custGeom>
            <a:solidFill>
              <a:srgbClr val="EBC6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7"/>
            <p:cNvSpPr/>
            <p:nvPr/>
          </p:nvSpPr>
          <p:spPr>
            <a:xfrm>
              <a:off x="3690300" y="2251225"/>
              <a:ext cx="418675" cy="174775"/>
            </a:xfrm>
            <a:custGeom>
              <a:avLst/>
              <a:gdLst/>
              <a:ahLst/>
              <a:cxnLst/>
              <a:rect l="l" t="t" r="r" b="b"/>
              <a:pathLst>
                <a:path w="16747" h="6991" extrusionOk="0">
                  <a:moveTo>
                    <a:pt x="12368" y="0"/>
                  </a:moveTo>
                  <a:cubicBezTo>
                    <a:pt x="12251" y="0"/>
                    <a:pt x="12093" y="17"/>
                    <a:pt x="11876" y="34"/>
                  </a:cubicBezTo>
                  <a:cubicBezTo>
                    <a:pt x="11542" y="100"/>
                    <a:pt x="11209" y="234"/>
                    <a:pt x="10842" y="234"/>
                  </a:cubicBezTo>
                  <a:cubicBezTo>
                    <a:pt x="10708" y="234"/>
                    <a:pt x="10542" y="234"/>
                    <a:pt x="10408" y="367"/>
                  </a:cubicBezTo>
                  <a:cubicBezTo>
                    <a:pt x="10308" y="484"/>
                    <a:pt x="10166" y="484"/>
                    <a:pt x="10016" y="484"/>
                  </a:cubicBezTo>
                  <a:cubicBezTo>
                    <a:pt x="9866" y="484"/>
                    <a:pt x="9708" y="484"/>
                    <a:pt x="9574" y="601"/>
                  </a:cubicBezTo>
                  <a:cubicBezTo>
                    <a:pt x="9407" y="834"/>
                    <a:pt x="9107" y="667"/>
                    <a:pt x="8940" y="868"/>
                  </a:cubicBezTo>
                  <a:cubicBezTo>
                    <a:pt x="8874" y="1001"/>
                    <a:pt x="8707" y="1001"/>
                    <a:pt x="8540" y="1001"/>
                  </a:cubicBezTo>
                  <a:cubicBezTo>
                    <a:pt x="8440" y="1034"/>
                    <a:pt x="8373" y="1068"/>
                    <a:pt x="8340" y="1101"/>
                  </a:cubicBezTo>
                  <a:cubicBezTo>
                    <a:pt x="8207" y="1235"/>
                    <a:pt x="8040" y="1201"/>
                    <a:pt x="7906" y="1335"/>
                  </a:cubicBezTo>
                  <a:cubicBezTo>
                    <a:pt x="7773" y="1435"/>
                    <a:pt x="7606" y="1401"/>
                    <a:pt x="7506" y="1535"/>
                  </a:cubicBezTo>
                  <a:cubicBezTo>
                    <a:pt x="7373" y="1668"/>
                    <a:pt x="7206" y="1601"/>
                    <a:pt x="7072" y="1735"/>
                  </a:cubicBezTo>
                  <a:cubicBezTo>
                    <a:pt x="6939" y="1868"/>
                    <a:pt x="6772" y="1835"/>
                    <a:pt x="6672" y="1935"/>
                  </a:cubicBezTo>
                  <a:cubicBezTo>
                    <a:pt x="6539" y="2068"/>
                    <a:pt x="6372" y="2035"/>
                    <a:pt x="6239" y="2169"/>
                  </a:cubicBezTo>
                  <a:cubicBezTo>
                    <a:pt x="6105" y="2269"/>
                    <a:pt x="5938" y="2235"/>
                    <a:pt x="5838" y="2369"/>
                  </a:cubicBezTo>
                  <a:cubicBezTo>
                    <a:pt x="5738" y="2502"/>
                    <a:pt x="5538" y="2435"/>
                    <a:pt x="5405" y="2569"/>
                  </a:cubicBezTo>
                  <a:lnTo>
                    <a:pt x="5204" y="2569"/>
                  </a:lnTo>
                  <a:cubicBezTo>
                    <a:pt x="5171" y="2669"/>
                    <a:pt x="5071" y="2702"/>
                    <a:pt x="5004" y="2769"/>
                  </a:cubicBezTo>
                  <a:lnTo>
                    <a:pt x="4771" y="2769"/>
                  </a:lnTo>
                  <a:lnTo>
                    <a:pt x="4571" y="3002"/>
                  </a:lnTo>
                  <a:cubicBezTo>
                    <a:pt x="4437" y="3103"/>
                    <a:pt x="4270" y="3069"/>
                    <a:pt x="4170" y="3203"/>
                  </a:cubicBezTo>
                  <a:cubicBezTo>
                    <a:pt x="4037" y="3336"/>
                    <a:pt x="3870" y="3269"/>
                    <a:pt x="3737" y="3403"/>
                  </a:cubicBezTo>
                  <a:cubicBezTo>
                    <a:pt x="3603" y="3570"/>
                    <a:pt x="3437" y="3536"/>
                    <a:pt x="3336" y="3670"/>
                  </a:cubicBezTo>
                  <a:cubicBezTo>
                    <a:pt x="3236" y="3703"/>
                    <a:pt x="3203" y="3770"/>
                    <a:pt x="3103" y="3870"/>
                  </a:cubicBezTo>
                  <a:cubicBezTo>
                    <a:pt x="3003" y="4037"/>
                    <a:pt x="2836" y="4003"/>
                    <a:pt x="2703" y="4103"/>
                  </a:cubicBezTo>
                  <a:cubicBezTo>
                    <a:pt x="2603" y="4203"/>
                    <a:pt x="2503" y="4270"/>
                    <a:pt x="2402" y="4370"/>
                  </a:cubicBezTo>
                  <a:cubicBezTo>
                    <a:pt x="2269" y="4437"/>
                    <a:pt x="2169" y="4504"/>
                    <a:pt x="2069" y="4570"/>
                  </a:cubicBezTo>
                  <a:cubicBezTo>
                    <a:pt x="2002" y="4604"/>
                    <a:pt x="1935" y="4704"/>
                    <a:pt x="1869" y="4770"/>
                  </a:cubicBezTo>
                  <a:lnTo>
                    <a:pt x="1669" y="5004"/>
                  </a:lnTo>
                  <a:cubicBezTo>
                    <a:pt x="1602" y="5071"/>
                    <a:pt x="1569" y="5071"/>
                    <a:pt x="1502" y="5104"/>
                  </a:cubicBezTo>
                  <a:lnTo>
                    <a:pt x="1402" y="5204"/>
                  </a:lnTo>
                  <a:lnTo>
                    <a:pt x="1235" y="5371"/>
                  </a:lnTo>
                  <a:lnTo>
                    <a:pt x="1168" y="5438"/>
                  </a:lnTo>
                  <a:cubicBezTo>
                    <a:pt x="1102" y="5538"/>
                    <a:pt x="1068" y="5571"/>
                    <a:pt x="1035" y="5604"/>
                  </a:cubicBezTo>
                  <a:lnTo>
                    <a:pt x="935" y="5704"/>
                  </a:lnTo>
                  <a:cubicBezTo>
                    <a:pt x="901" y="5771"/>
                    <a:pt x="868" y="5838"/>
                    <a:pt x="835" y="5871"/>
                  </a:cubicBezTo>
                  <a:cubicBezTo>
                    <a:pt x="768" y="5938"/>
                    <a:pt x="735" y="6005"/>
                    <a:pt x="701" y="6038"/>
                  </a:cubicBezTo>
                  <a:cubicBezTo>
                    <a:pt x="601" y="6071"/>
                    <a:pt x="534" y="6105"/>
                    <a:pt x="434" y="6205"/>
                  </a:cubicBezTo>
                  <a:cubicBezTo>
                    <a:pt x="368" y="6438"/>
                    <a:pt x="1" y="6672"/>
                    <a:pt x="368" y="6939"/>
                  </a:cubicBezTo>
                  <a:cubicBezTo>
                    <a:pt x="560" y="6975"/>
                    <a:pt x="751" y="6990"/>
                    <a:pt x="939" y="6990"/>
                  </a:cubicBezTo>
                  <a:cubicBezTo>
                    <a:pt x="1927" y="6990"/>
                    <a:pt x="2865" y="6570"/>
                    <a:pt x="3844" y="6570"/>
                  </a:cubicBezTo>
                  <a:cubicBezTo>
                    <a:pt x="3875" y="6570"/>
                    <a:pt x="3906" y="6571"/>
                    <a:pt x="3937" y="6572"/>
                  </a:cubicBezTo>
                  <a:cubicBezTo>
                    <a:pt x="4704" y="6338"/>
                    <a:pt x="5571" y="6572"/>
                    <a:pt x="6239" y="6038"/>
                  </a:cubicBezTo>
                  <a:cubicBezTo>
                    <a:pt x="6405" y="5704"/>
                    <a:pt x="6672" y="5404"/>
                    <a:pt x="7039" y="5371"/>
                  </a:cubicBezTo>
                  <a:cubicBezTo>
                    <a:pt x="7573" y="5271"/>
                    <a:pt x="7940" y="5004"/>
                    <a:pt x="8373" y="4704"/>
                  </a:cubicBezTo>
                  <a:cubicBezTo>
                    <a:pt x="8933" y="4289"/>
                    <a:pt x="9505" y="3927"/>
                    <a:pt x="10113" y="3927"/>
                  </a:cubicBezTo>
                  <a:cubicBezTo>
                    <a:pt x="10485" y="3927"/>
                    <a:pt x="10871" y="4062"/>
                    <a:pt x="11275" y="4403"/>
                  </a:cubicBezTo>
                  <a:cubicBezTo>
                    <a:pt x="11376" y="4504"/>
                    <a:pt x="11542" y="4537"/>
                    <a:pt x="11676" y="4570"/>
                  </a:cubicBezTo>
                  <a:cubicBezTo>
                    <a:pt x="11959" y="4679"/>
                    <a:pt x="12175" y="4738"/>
                    <a:pt x="12348" y="4738"/>
                  </a:cubicBezTo>
                  <a:cubicBezTo>
                    <a:pt x="12706" y="4738"/>
                    <a:pt x="12886" y="4487"/>
                    <a:pt x="13110" y="3903"/>
                  </a:cubicBezTo>
                  <a:cubicBezTo>
                    <a:pt x="13210" y="3670"/>
                    <a:pt x="13210" y="3369"/>
                    <a:pt x="13410" y="3203"/>
                  </a:cubicBezTo>
                  <a:cubicBezTo>
                    <a:pt x="13944" y="3203"/>
                    <a:pt x="13944" y="3870"/>
                    <a:pt x="14511" y="3970"/>
                  </a:cubicBezTo>
                  <a:cubicBezTo>
                    <a:pt x="14667" y="3659"/>
                    <a:pt x="14842" y="3448"/>
                    <a:pt x="15132" y="3448"/>
                  </a:cubicBezTo>
                  <a:cubicBezTo>
                    <a:pt x="15215" y="3448"/>
                    <a:pt x="15308" y="3466"/>
                    <a:pt x="15412" y="3503"/>
                  </a:cubicBezTo>
                  <a:cubicBezTo>
                    <a:pt x="15467" y="3512"/>
                    <a:pt x="15524" y="3519"/>
                    <a:pt x="15578" y="3519"/>
                  </a:cubicBezTo>
                  <a:cubicBezTo>
                    <a:pt x="15722" y="3519"/>
                    <a:pt x="15845" y="3472"/>
                    <a:pt x="15845" y="3303"/>
                  </a:cubicBezTo>
                  <a:cubicBezTo>
                    <a:pt x="15845" y="2736"/>
                    <a:pt x="16346" y="2736"/>
                    <a:pt x="16713" y="2502"/>
                  </a:cubicBezTo>
                  <a:cubicBezTo>
                    <a:pt x="16079" y="2135"/>
                    <a:pt x="16112" y="1501"/>
                    <a:pt x="15912" y="968"/>
                  </a:cubicBezTo>
                  <a:cubicBezTo>
                    <a:pt x="15976" y="904"/>
                    <a:pt x="16039" y="881"/>
                    <a:pt x="16102" y="881"/>
                  </a:cubicBezTo>
                  <a:cubicBezTo>
                    <a:pt x="16139" y="881"/>
                    <a:pt x="16176" y="889"/>
                    <a:pt x="16212" y="901"/>
                  </a:cubicBezTo>
                  <a:cubicBezTo>
                    <a:pt x="16312" y="937"/>
                    <a:pt x="16393" y="952"/>
                    <a:pt x="16460" y="952"/>
                  </a:cubicBezTo>
                  <a:cubicBezTo>
                    <a:pt x="16705" y="952"/>
                    <a:pt x="16746" y="737"/>
                    <a:pt x="16746" y="501"/>
                  </a:cubicBezTo>
                  <a:cubicBezTo>
                    <a:pt x="16746" y="323"/>
                    <a:pt x="16642" y="293"/>
                    <a:pt x="16494" y="293"/>
                  </a:cubicBezTo>
                  <a:cubicBezTo>
                    <a:pt x="16420" y="293"/>
                    <a:pt x="16335" y="301"/>
                    <a:pt x="16246" y="301"/>
                  </a:cubicBezTo>
                  <a:cubicBezTo>
                    <a:pt x="15901" y="267"/>
                    <a:pt x="15549" y="256"/>
                    <a:pt x="15194" y="256"/>
                  </a:cubicBezTo>
                  <a:cubicBezTo>
                    <a:pt x="14485" y="256"/>
                    <a:pt x="13766" y="301"/>
                    <a:pt x="13077" y="301"/>
                  </a:cubicBezTo>
                  <a:cubicBezTo>
                    <a:pt x="12910" y="301"/>
                    <a:pt x="12743" y="200"/>
                    <a:pt x="12610" y="67"/>
                  </a:cubicBezTo>
                  <a:cubicBezTo>
                    <a:pt x="12560" y="17"/>
                    <a:pt x="12485" y="0"/>
                    <a:pt x="12368" y="0"/>
                  </a:cubicBezTo>
                  <a:close/>
                </a:path>
              </a:pathLst>
            </a:custGeom>
            <a:solidFill>
              <a:srgbClr val="D6D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7"/>
            <p:cNvSpPr/>
            <p:nvPr/>
          </p:nvSpPr>
          <p:spPr>
            <a:xfrm>
              <a:off x="4760225" y="2863325"/>
              <a:ext cx="216850" cy="264225"/>
            </a:xfrm>
            <a:custGeom>
              <a:avLst/>
              <a:gdLst/>
              <a:ahLst/>
              <a:cxnLst/>
              <a:rect l="l" t="t" r="r" b="b"/>
              <a:pathLst>
                <a:path w="8674" h="10569" extrusionOk="0">
                  <a:moveTo>
                    <a:pt x="1635" y="1"/>
                  </a:moveTo>
                  <a:cubicBezTo>
                    <a:pt x="1502" y="34"/>
                    <a:pt x="1435" y="67"/>
                    <a:pt x="1402" y="201"/>
                  </a:cubicBezTo>
                  <a:cubicBezTo>
                    <a:pt x="902" y="2069"/>
                    <a:pt x="1002" y="4070"/>
                    <a:pt x="768" y="6005"/>
                  </a:cubicBezTo>
                  <a:cubicBezTo>
                    <a:pt x="768" y="6839"/>
                    <a:pt x="401" y="7673"/>
                    <a:pt x="435" y="8540"/>
                  </a:cubicBezTo>
                  <a:cubicBezTo>
                    <a:pt x="435" y="8707"/>
                    <a:pt x="435" y="8840"/>
                    <a:pt x="401" y="9007"/>
                  </a:cubicBezTo>
                  <a:cubicBezTo>
                    <a:pt x="335" y="9074"/>
                    <a:pt x="301" y="9207"/>
                    <a:pt x="301" y="9274"/>
                  </a:cubicBezTo>
                  <a:cubicBezTo>
                    <a:pt x="268" y="9707"/>
                    <a:pt x="1" y="10074"/>
                    <a:pt x="401" y="10441"/>
                  </a:cubicBezTo>
                  <a:cubicBezTo>
                    <a:pt x="539" y="10540"/>
                    <a:pt x="689" y="10569"/>
                    <a:pt x="837" y="10569"/>
                  </a:cubicBezTo>
                  <a:cubicBezTo>
                    <a:pt x="939" y="10569"/>
                    <a:pt x="1040" y="10555"/>
                    <a:pt x="1135" y="10541"/>
                  </a:cubicBezTo>
                  <a:cubicBezTo>
                    <a:pt x="1302" y="10508"/>
                    <a:pt x="1502" y="10441"/>
                    <a:pt x="1736" y="10408"/>
                  </a:cubicBezTo>
                  <a:cubicBezTo>
                    <a:pt x="2236" y="10375"/>
                    <a:pt x="2736" y="10208"/>
                    <a:pt x="3237" y="10108"/>
                  </a:cubicBezTo>
                  <a:cubicBezTo>
                    <a:pt x="4604" y="9707"/>
                    <a:pt x="5972" y="9240"/>
                    <a:pt x="7106" y="8373"/>
                  </a:cubicBezTo>
                  <a:cubicBezTo>
                    <a:pt x="7356" y="8176"/>
                    <a:pt x="7559" y="8082"/>
                    <a:pt x="7728" y="8082"/>
                  </a:cubicBezTo>
                  <a:cubicBezTo>
                    <a:pt x="7987" y="8082"/>
                    <a:pt x="8166" y="8303"/>
                    <a:pt x="8307" y="8707"/>
                  </a:cubicBezTo>
                  <a:cubicBezTo>
                    <a:pt x="8357" y="8740"/>
                    <a:pt x="8399" y="8757"/>
                    <a:pt x="8440" y="8757"/>
                  </a:cubicBezTo>
                  <a:cubicBezTo>
                    <a:pt x="8482" y="8757"/>
                    <a:pt x="8524" y="8740"/>
                    <a:pt x="8574" y="8707"/>
                  </a:cubicBezTo>
                  <a:lnTo>
                    <a:pt x="8574" y="8507"/>
                  </a:lnTo>
                  <a:cubicBezTo>
                    <a:pt x="8674" y="8206"/>
                    <a:pt x="8674" y="7940"/>
                    <a:pt x="8507" y="7673"/>
                  </a:cubicBezTo>
                  <a:cubicBezTo>
                    <a:pt x="8407" y="7539"/>
                    <a:pt x="8440" y="7372"/>
                    <a:pt x="8307" y="7239"/>
                  </a:cubicBezTo>
                  <a:cubicBezTo>
                    <a:pt x="7807" y="6905"/>
                    <a:pt x="7940" y="6405"/>
                    <a:pt x="8073" y="5938"/>
                  </a:cubicBezTo>
                  <a:lnTo>
                    <a:pt x="8073" y="5338"/>
                  </a:lnTo>
                  <a:cubicBezTo>
                    <a:pt x="8173" y="5071"/>
                    <a:pt x="8173" y="4771"/>
                    <a:pt x="8007" y="4504"/>
                  </a:cubicBezTo>
                  <a:cubicBezTo>
                    <a:pt x="7946" y="3748"/>
                    <a:pt x="7502" y="3184"/>
                    <a:pt x="6750" y="3184"/>
                  </a:cubicBezTo>
                  <a:cubicBezTo>
                    <a:pt x="6672" y="3184"/>
                    <a:pt x="6590" y="3190"/>
                    <a:pt x="6506" y="3203"/>
                  </a:cubicBezTo>
                  <a:cubicBezTo>
                    <a:pt x="6334" y="3225"/>
                    <a:pt x="6166" y="3236"/>
                    <a:pt x="6002" y="3236"/>
                  </a:cubicBezTo>
                  <a:cubicBezTo>
                    <a:pt x="4952" y="3236"/>
                    <a:pt x="4049" y="2790"/>
                    <a:pt x="3270" y="2069"/>
                  </a:cubicBezTo>
                  <a:cubicBezTo>
                    <a:pt x="2603" y="1568"/>
                    <a:pt x="2169" y="768"/>
                    <a:pt x="1635" y="1"/>
                  </a:cubicBezTo>
                  <a:close/>
                </a:path>
              </a:pathLst>
            </a:custGeom>
            <a:solidFill>
              <a:srgbClr val="D7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7"/>
            <p:cNvSpPr/>
            <p:nvPr/>
          </p:nvSpPr>
          <p:spPr>
            <a:xfrm>
              <a:off x="3177450" y="2048175"/>
              <a:ext cx="201000" cy="275200"/>
            </a:xfrm>
            <a:custGeom>
              <a:avLst/>
              <a:gdLst/>
              <a:ahLst/>
              <a:cxnLst/>
              <a:rect l="l" t="t" r="r" b="b"/>
              <a:pathLst>
                <a:path w="8040" h="11008" extrusionOk="0">
                  <a:moveTo>
                    <a:pt x="985" y="1"/>
                  </a:moveTo>
                  <a:cubicBezTo>
                    <a:pt x="857" y="1"/>
                    <a:pt x="696" y="56"/>
                    <a:pt x="500" y="183"/>
                  </a:cubicBezTo>
                  <a:cubicBezTo>
                    <a:pt x="0" y="1651"/>
                    <a:pt x="367" y="3152"/>
                    <a:pt x="200" y="4620"/>
                  </a:cubicBezTo>
                  <a:cubicBezTo>
                    <a:pt x="167" y="4753"/>
                    <a:pt x="100" y="4820"/>
                    <a:pt x="100" y="4953"/>
                  </a:cubicBezTo>
                  <a:cubicBezTo>
                    <a:pt x="67" y="5087"/>
                    <a:pt x="67" y="5154"/>
                    <a:pt x="67" y="5287"/>
                  </a:cubicBezTo>
                  <a:cubicBezTo>
                    <a:pt x="33" y="5787"/>
                    <a:pt x="67" y="6254"/>
                    <a:pt x="67" y="6755"/>
                  </a:cubicBezTo>
                  <a:cubicBezTo>
                    <a:pt x="100" y="7589"/>
                    <a:pt x="100" y="8356"/>
                    <a:pt x="167" y="9190"/>
                  </a:cubicBezTo>
                  <a:cubicBezTo>
                    <a:pt x="200" y="10457"/>
                    <a:pt x="400" y="10657"/>
                    <a:pt x="1701" y="10958"/>
                  </a:cubicBezTo>
                  <a:cubicBezTo>
                    <a:pt x="1852" y="10991"/>
                    <a:pt x="1999" y="11008"/>
                    <a:pt x="2142" y="11008"/>
                  </a:cubicBezTo>
                  <a:cubicBezTo>
                    <a:pt x="2851" y="11008"/>
                    <a:pt x="3453" y="10596"/>
                    <a:pt x="3870" y="9790"/>
                  </a:cubicBezTo>
                  <a:cubicBezTo>
                    <a:pt x="4061" y="10139"/>
                    <a:pt x="4271" y="10342"/>
                    <a:pt x="4485" y="10342"/>
                  </a:cubicBezTo>
                  <a:cubicBezTo>
                    <a:pt x="4681" y="10342"/>
                    <a:pt x="4879" y="10172"/>
                    <a:pt x="5070" y="9790"/>
                  </a:cubicBezTo>
                  <a:cubicBezTo>
                    <a:pt x="5170" y="9590"/>
                    <a:pt x="5404" y="9523"/>
                    <a:pt x="5571" y="9423"/>
                  </a:cubicBezTo>
                  <a:cubicBezTo>
                    <a:pt x="5771" y="9156"/>
                    <a:pt x="5738" y="8923"/>
                    <a:pt x="5704" y="8623"/>
                  </a:cubicBezTo>
                  <a:cubicBezTo>
                    <a:pt x="5504" y="7455"/>
                    <a:pt x="5337" y="6254"/>
                    <a:pt x="6071" y="5087"/>
                  </a:cubicBezTo>
                  <a:lnTo>
                    <a:pt x="6071" y="5087"/>
                  </a:lnTo>
                  <a:cubicBezTo>
                    <a:pt x="6038" y="5320"/>
                    <a:pt x="6872" y="5587"/>
                    <a:pt x="6004" y="5687"/>
                  </a:cubicBezTo>
                  <a:cubicBezTo>
                    <a:pt x="5738" y="5754"/>
                    <a:pt x="5671" y="5987"/>
                    <a:pt x="5671" y="6188"/>
                  </a:cubicBezTo>
                  <a:cubicBezTo>
                    <a:pt x="5671" y="6988"/>
                    <a:pt x="5504" y="7789"/>
                    <a:pt x="5938" y="8523"/>
                  </a:cubicBezTo>
                  <a:cubicBezTo>
                    <a:pt x="5989" y="8537"/>
                    <a:pt x="6037" y="8544"/>
                    <a:pt x="6083" y="8544"/>
                  </a:cubicBezTo>
                  <a:cubicBezTo>
                    <a:pt x="6445" y="8544"/>
                    <a:pt x="6619" y="8119"/>
                    <a:pt x="7005" y="8089"/>
                  </a:cubicBezTo>
                  <a:cubicBezTo>
                    <a:pt x="7005" y="7989"/>
                    <a:pt x="7005" y="7922"/>
                    <a:pt x="7072" y="7922"/>
                  </a:cubicBezTo>
                  <a:cubicBezTo>
                    <a:pt x="6772" y="7755"/>
                    <a:pt x="6438" y="7589"/>
                    <a:pt x="6538" y="7255"/>
                  </a:cubicBezTo>
                  <a:cubicBezTo>
                    <a:pt x="6577" y="7061"/>
                    <a:pt x="6739" y="7036"/>
                    <a:pt x="6914" y="7036"/>
                  </a:cubicBezTo>
                  <a:cubicBezTo>
                    <a:pt x="6975" y="7036"/>
                    <a:pt x="7038" y="7039"/>
                    <a:pt x="7098" y="7039"/>
                  </a:cubicBezTo>
                  <a:cubicBezTo>
                    <a:pt x="7161" y="7039"/>
                    <a:pt x="7221" y="7036"/>
                    <a:pt x="7272" y="7022"/>
                  </a:cubicBezTo>
                  <a:lnTo>
                    <a:pt x="7472" y="7022"/>
                  </a:lnTo>
                  <a:cubicBezTo>
                    <a:pt x="7439" y="6688"/>
                    <a:pt x="7772" y="6621"/>
                    <a:pt x="7906" y="6354"/>
                  </a:cubicBezTo>
                  <a:cubicBezTo>
                    <a:pt x="8039" y="5454"/>
                    <a:pt x="8006" y="4520"/>
                    <a:pt x="7806" y="3619"/>
                  </a:cubicBezTo>
                  <a:cubicBezTo>
                    <a:pt x="7772" y="3586"/>
                    <a:pt x="7739" y="3519"/>
                    <a:pt x="7772" y="3452"/>
                  </a:cubicBezTo>
                  <a:cubicBezTo>
                    <a:pt x="7739" y="3352"/>
                    <a:pt x="7639" y="3319"/>
                    <a:pt x="7572" y="3286"/>
                  </a:cubicBezTo>
                  <a:cubicBezTo>
                    <a:pt x="7499" y="3279"/>
                    <a:pt x="7427" y="3274"/>
                    <a:pt x="7359" y="3274"/>
                  </a:cubicBezTo>
                  <a:cubicBezTo>
                    <a:pt x="7089" y="3274"/>
                    <a:pt x="6892" y="3359"/>
                    <a:pt x="6972" y="3786"/>
                  </a:cubicBezTo>
                  <a:cubicBezTo>
                    <a:pt x="7038" y="3853"/>
                    <a:pt x="6972" y="3919"/>
                    <a:pt x="6905" y="3919"/>
                  </a:cubicBezTo>
                  <a:cubicBezTo>
                    <a:pt x="6405" y="3819"/>
                    <a:pt x="6238" y="3486"/>
                    <a:pt x="6205" y="3019"/>
                  </a:cubicBezTo>
                  <a:cubicBezTo>
                    <a:pt x="6171" y="2685"/>
                    <a:pt x="6271" y="2251"/>
                    <a:pt x="5738" y="2118"/>
                  </a:cubicBezTo>
                  <a:cubicBezTo>
                    <a:pt x="5170" y="2652"/>
                    <a:pt x="4770" y="3419"/>
                    <a:pt x="4236" y="3986"/>
                  </a:cubicBezTo>
                  <a:cubicBezTo>
                    <a:pt x="4112" y="4111"/>
                    <a:pt x="4045" y="4323"/>
                    <a:pt x="3819" y="4323"/>
                  </a:cubicBezTo>
                  <a:cubicBezTo>
                    <a:pt x="3804" y="4323"/>
                    <a:pt x="3787" y="4322"/>
                    <a:pt x="3769" y="4320"/>
                  </a:cubicBezTo>
                  <a:cubicBezTo>
                    <a:pt x="3536" y="4286"/>
                    <a:pt x="3336" y="4019"/>
                    <a:pt x="3369" y="3786"/>
                  </a:cubicBezTo>
                  <a:cubicBezTo>
                    <a:pt x="3536" y="3019"/>
                    <a:pt x="2936" y="2485"/>
                    <a:pt x="2902" y="1784"/>
                  </a:cubicBezTo>
                  <a:cubicBezTo>
                    <a:pt x="2882" y="1522"/>
                    <a:pt x="2752" y="1357"/>
                    <a:pt x="2570" y="1357"/>
                  </a:cubicBezTo>
                  <a:cubicBezTo>
                    <a:pt x="2452" y="1357"/>
                    <a:pt x="2313" y="1427"/>
                    <a:pt x="2168" y="1584"/>
                  </a:cubicBezTo>
                  <a:cubicBezTo>
                    <a:pt x="1738" y="2014"/>
                    <a:pt x="1481" y="2494"/>
                    <a:pt x="1544" y="3064"/>
                  </a:cubicBezTo>
                  <a:lnTo>
                    <a:pt x="1544" y="3064"/>
                  </a:lnTo>
                  <a:cubicBezTo>
                    <a:pt x="1388" y="2299"/>
                    <a:pt x="1219" y="1551"/>
                    <a:pt x="1368" y="750"/>
                  </a:cubicBezTo>
                  <a:cubicBezTo>
                    <a:pt x="1415" y="326"/>
                    <a:pt x="1295" y="1"/>
                    <a:pt x="985" y="1"/>
                  </a:cubicBezTo>
                  <a:close/>
                </a:path>
              </a:pathLst>
            </a:custGeom>
            <a:solidFill>
              <a:srgbClr val="FFB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7"/>
            <p:cNvSpPr/>
            <p:nvPr/>
          </p:nvSpPr>
          <p:spPr>
            <a:xfrm>
              <a:off x="3109050" y="1100225"/>
              <a:ext cx="231025" cy="312075"/>
            </a:xfrm>
            <a:custGeom>
              <a:avLst/>
              <a:gdLst/>
              <a:ahLst/>
              <a:cxnLst/>
              <a:rect l="l" t="t" r="r" b="b"/>
              <a:pathLst>
                <a:path w="9241" h="12483" extrusionOk="0">
                  <a:moveTo>
                    <a:pt x="3045" y="0"/>
                  </a:moveTo>
                  <a:cubicBezTo>
                    <a:pt x="2102" y="0"/>
                    <a:pt x="1780" y="1239"/>
                    <a:pt x="935" y="1408"/>
                  </a:cubicBezTo>
                  <a:cubicBezTo>
                    <a:pt x="768" y="1475"/>
                    <a:pt x="635" y="1575"/>
                    <a:pt x="535" y="1742"/>
                  </a:cubicBezTo>
                  <a:cubicBezTo>
                    <a:pt x="501" y="1842"/>
                    <a:pt x="468" y="1975"/>
                    <a:pt x="501" y="2042"/>
                  </a:cubicBezTo>
                  <a:cubicBezTo>
                    <a:pt x="768" y="2676"/>
                    <a:pt x="334" y="3043"/>
                    <a:pt x="1" y="3410"/>
                  </a:cubicBezTo>
                  <a:cubicBezTo>
                    <a:pt x="735" y="4077"/>
                    <a:pt x="968" y="4844"/>
                    <a:pt x="468" y="5745"/>
                  </a:cubicBezTo>
                  <a:cubicBezTo>
                    <a:pt x="535" y="6078"/>
                    <a:pt x="801" y="6212"/>
                    <a:pt x="1102" y="6245"/>
                  </a:cubicBezTo>
                  <a:cubicBezTo>
                    <a:pt x="1669" y="6379"/>
                    <a:pt x="1936" y="6545"/>
                    <a:pt x="1302" y="7012"/>
                  </a:cubicBezTo>
                  <a:cubicBezTo>
                    <a:pt x="735" y="7413"/>
                    <a:pt x="801" y="7980"/>
                    <a:pt x="1102" y="8513"/>
                  </a:cubicBezTo>
                  <a:cubicBezTo>
                    <a:pt x="1202" y="8747"/>
                    <a:pt x="1569" y="8914"/>
                    <a:pt x="1335" y="9247"/>
                  </a:cubicBezTo>
                  <a:cubicBezTo>
                    <a:pt x="801" y="10048"/>
                    <a:pt x="1202" y="11215"/>
                    <a:pt x="301" y="11883"/>
                  </a:cubicBezTo>
                  <a:cubicBezTo>
                    <a:pt x="1402" y="12316"/>
                    <a:pt x="2603" y="12249"/>
                    <a:pt x="3770" y="12483"/>
                  </a:cubicBezTo>
                  <a:cubicBezTo>
                    <a:pt x="5104" y="12249"/>
                    <a:pt x="5138" y="12149"/>
                    <a:pt x="4471" y="11082"/>
                  </a:cubicBezTo>
                  <a:cubicBezTo>
                    <a:pt x="4337" y="10915"/>
                    <a:pt x="4237" y="10715"/>
                    <a:pt x="4271" y="10515"/>
                  </a:cubicBezTo>
                  <a:cubicBezTo>
                    <a:pt x="4471" y="9648"/>
                    <a:pt x="4170" y="8647"/>
                    <a:pt x="4604" y="7813"/>
                  </a:cubicBezTo>
                  <a:cubicBezTo>
                    <a:pt x="5138" y="6712"/>
                    <a:pt x="4971" y="5678"/>
                    <a:pt x="4904" y="4577"/>
                  </a:cubicBezTo>
                  <a:cubicBezTo>
                    <a:pt x="4838" y="4210"/>
                    <a:pt x="4904" y="3877"/>
                    <a:pt x="5238" y="3677"/>
                  </a:cubicBezTo>
                  <a:cubicBezTo>
                    <a:pt x="5805" y="3343"/>
                    <a:pt x="6172" y="2843"/>
                    <a:pt x="6405" y="2209"/>
                  </a:cubicBezTo>
                  <a:cubicBezTo>
                    <a:pt x="6503" y="1974"/>
                    <a:pt x="6624" y="1877"/>
                    <a:pt x="6774" y="1877"/>
                  </a:cubicBezTo>
                  <a:cubicBezTo>
                    <a:pt x="6880" y="1877"/>
                    <a:pt x="7001" y="1926"/>
                    <a:pt x="7139" y="2009"/>
                  </a:cubicBezTo>
                  <a:cubicBezTo>
                    <a:pt x="7673" y="2342"/>
                    <a:pt x="8007" y="2909"/>
                    <a:pt x="8474" y="3343"/>
                  </a:cubicBezTo>
                  <a:cubicBezTo>
                    <a:pt x="9107" y="3343"/>
                    <a:pt x="9241" y="3043"/>
                    <a:pt x="8974" y="2509"/>
                  </a:cubicBezTo>
                  <a:cubicBezTo>
                    <a:pt x="8941" y="2409"/>
                    <a:pt x="8874" y="2376"/>
                    <a:pt x="8807" y="2309"/>
                  </a:cubicBezTo>
                  <a:cubicBezTo>
                    <a:pt x="8740" y="2209"/>
                    <a:pt x="8674" y="2142"/>
                    <a:pt x="8607" y="2076"/>
                  </a:cubicBezTo>
                  <a:cubicBezTo>
                    <a:pt x="8407" y="1875"/>
                    <a:pt x="8173" y="1709"/>
                    <a:pt x="7940" y="1575"/>
                  </a:cubicBezTo>
                  <a:cubicBezTo>
                    <a:pt x="7740" y="1408"/>
                    <a:pt x="7506" y="1308"/>
                    <a:pt x="7273" y="1175"/>
                  </a:cubicBezTo>
                  <a:cubicBezTo>
                    <a:pt x="7139" y="1008"/>
                    <a:pt x="6939" y="1041"/>
                    <a:pt x="6772" y="975"/>
                  </a:cubicBezTo>
                  <a:cubicBezTo>
                    <a:pt x="6672" y="975"/>
                    <a:pt x="6639" y="975"/>
                    <a:pt x="6606" y="908"/>
                  </a:cubicBezTo>
                  <a:cubicBezTo>
                    <a:pt x="6525" y="848"/>
                    <a:pt x="6421" y="836"/>
                    <a:pt x="6337" y="836"/>
                  </a:cubicBezTo>
                  <a:cubicBezTo>
                    <a:pt x="6280" y="836"/>
                    <a:pt x="6232" y="841"/>
                    <a:pt x="6205" y="841"/>
                  </a:cubicBezTo>
                  <a:cubicBezTo>
                    <a:pt x="6105" y="741"/>
                    <a:pt x="5905" y="741"/>
                    <a:pt x="5772" y="675"/>
                  </a:cubicBezTo>
                  <a:cubicBezTo>
                    <a:pt x="5738" y="574"/>
                    <a:pt x="5638" y="541"/>
                    <a:pt x="5538" y="541"/>
                  </a:cubicBezTo>
                  <a:cubicBezTo>
                    <a:pt x="5371" y="541"/>
                    <a:pt x="5238" y="541"/>
                    <a:pt x="5104" y="474"/>
                  </a:cubicBezTo>
                  <a:cubicBezTo>
                    <a:pt x="4938" y="241"/>
                    <a:pt x="4604" y="408"/>
                    <a:pt x="4437" y="241"/>
                  </a:cubicBezTo>
                  <a:cubicBezTo>
                    <a:pt x="4328" y="159"/>
                    <a:pt x="4212" y="138"/>
                    <a:pt x="4098" y="138"/>
                  </a:cubicBezTo>
                  <a:cubicBezTo>
                    <a:pt x="3987" y="138"/>
                    <a:pt x="3877" y="158"/>
                    <a:pt x="3775" y="158"/>
                  </a:cubicBezTo>
                  <a:cubicBezTo>
                    <a:pt x="3727" y="158"/>
                    <a:pt x="3681" y="153"/>
                    <a:pt x="3637" y="141"/>
                  </a:cubicBezTo>
                  <a:cubicBezTo>
                    <a:pt x="3414" y="42"/>
                    <a:pt x="3219" y="0"/>
                    <a:pt x="3045" y="0"/>
                  </a:cubicBezTo>
                  <a:close/>
                </a:path>
              </a:pathLst>
            </a:custGeom>
            <a:solidFill>
              <a:srgbClr val="FF8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7"/>
            <p:cNvSpPr/>
            <p:nvPr/>
          </p:nvSpPr>
          <p:spPr>
            <a:xfrm>
              <a:off x="2706275" y="1440300"/>
              <a:ext cx="189125" cy="273050"/>
            </a:xfrm>
            <a:custGeom>
              <a:avLst/>
              <a:gdLst/>
              <a:ahLst/>
              <a:cxnLst/>
              <a:rect l="l" t="t" r="r" b="b"/>
              <a:pathLst>
                <a:path w="7565" h="10922" extrusionOk="0">
                  <a:moveTo>
                    <a:pt x="1998" y="1"/>
                  </a:moveTo>
                  <a:cubicBezTo>
                    <a:pt x="1952" y="1"/>
                    <a:pt x="1905" y="26"/>
                    <a:pt x="1868" y="81"/>
                  </a:cubicBezTo>
                  <a:lnTo>
                    <a:pt x="1868" y="281"/>
                  </a:lnTo>
                  <a:cubicBezTo>
                    <a:pt x="1601" y="715"/>
                    <a:pt x="1935" y="1215"/>
                    <a:pt x="1668" y="1448"/>
                  </a:cubicBezTo>
                  <a:cubicBezTo>
                    <a:pt x="734" y="1982"/>
                    <a:pt x="734" y="3050"/>
                    <a:pt x="334" y="3884"/>
                  </a:cubicBezTo>
                  <a:cubicBezTo>
                    <a:pt x="0" y="5385"/>
                    <a:pt x="34" y="6886"/>
                    <a:pt x="567" y="8320"/>
                  </a:cubicBezTo>
                  <a:cubicBezTo>
                    <a:pt x="734" y="8554"/>
                    <a:pt x="868" y="8754"/>
                    <a:pt x="1034" y="8954"/>
                  </a:cubicBezTo>
                  <a:cubicBezTo>
                    <a:pt x="1134" y="9087"/>
                    <a:pt x="1134" y="9287"/>
                    <a:pt x="1268" y="9387"/>
                  </a:cubicBezTo>
                  <a:cubicBezTo>
                    <a:pt x="1835" y="9821"/>
                    <a:pt x="2502" y="10121"/>
                    <a:pt x="2669" y="10922"/>
                  </a:cubicBezTo>
                  <a:cubicBezTo>
                    <a:pt x="3036" y="10788"/>
                    <a:pt x="3036" y="10455"/>
                    <a:pt x="3069" y="10155"/>
                  </a:cubicBezTo>
                  <a:cubicBezTo>
                    <a:pt x="3269" y="9554"/>
                    <a:pt x="3770" y="9254"/>
                    <a:pt x="4403" y="9154"/>
                  </a:cubicBezTo>
                  <a:cubicBezTo>
                    <a:pt x="4570" y="9154"/>
                    <a:pt x="4670" y="9087"/>
                    <a:pt x="4770" y="8987"/>
                  </a:cubicBezTo>
                  <a:cubicBezTo>
                    <a:pt x="4937" y="8820"/>
                    <a:pt x="5171" y="8687"/>
                    <a:pt x="5371" y="8654"/>
                  </a:cubicBezTo>
                  <a:cubicBezTo>
                    <a:pt x="5438" y="8620"/>
                    <a:pt x="5538" y="8620"/>
                    <a:pt x="5604" y="8587"/>
                  </a:cubicBezTo>
                  <a:cubicBezTo>
                    <a:pt x="5738" y="8520"/>
                    <a:pt x="5905" y="8487"/>
                    <a:pt x="6038" y="8453"/>
                  </a:cubicBezTo>
                  <a:cubicBezTo>
                    <a:pt x="6538" y="8220"/>
                    <a:pt x="7272" y="8320"/>
                    <a:pt x="7506" y="7586"/>
                  </a:cubicBezTo>
                  <a:cubicBezTo>
                    <a:pt x="6605" y="6886"/>
                    <a:pt x="7072" y="6052"/>
                    <a:pt x="7339" y="5285"/>
                  </a:cubicBezTo>
                  <a:cubicBezTo>
                    <a:pt x="7529" y="4740"/>
                    <a:pt x="7564" y="4396"/>
                    <a:pt x="7101" y="4396"/>
                  </a:cubicBezTo>
                  <a:cubicBezTo>
                    <a:pt x="6996" y="4396"/>
                    <a:pt x="6865" y="4414"/>
                    <a:pt x="6705" y="4451"/>
                  </a:cubicBezTo>
                  <a:cubicBezTo>
                    <a:pt x="6532" y="4586"/>
                    <a:pt x="6309" y="4594"/>
                    <a:pt x="6085" y="4594"/>
                  </a:cubicBezTo>
                  <a:cubicBezTo>
                    <a:pt x="6056" y="4594"/>
                    <a:pt x="6026" y="4594"/>
                    <a:pt x="5996" y="4594"/>
                  </a:cubicBezTo>
                  <a:cubicBezTo>
                    <a:pt x="5645" y="4594"/>
                    <a:pt x="5306" y="4614"/>
                    <a:pt x="5171" y="5118"/>
                  </a:cubicBezTo>
                  <a:cubicBezTo>
                    <a:pt x="5171" y="5451"/>
                    <a:pt x="5738" y="5351"/>
                    <a:pt x="5671" y="5785"/>
                  </a:cubicBezTo>
                  <a:cubicBezTo>
                    <a:pt x="5201" y="5964"/>
                    <a:pt x="4828" y="6057"/>
                    <a:pt x="4537" y="6057"/>
                  </a:cubicBezTo>
                  <a:cubicBezTo>
                    <a:pt x="3961" y="6057"/>
                    <a:pt x="3703" y="5693"/>
                    <a:pt x="3636" y="4918"/>
                  </a:cubicBezTo>
                  <a:cubicBezTo>
                    <a:pt x="3612" y="3887"/>
                    <a:pt x="3916" y="3390"/>
                    <a:pt x="4571" y="3390"/>
                  </a:cubicBezTo>
                  <a:cubicBezTo>
                    <a:pt x="4827" y="3390"/>
                    <a:pt x="5138" y="3466"/>
                    <a:pt x="5504" y="3617"/>
                  </a:cubicBezTo>
                  <a:cubicBezTo>
                    <a:pt x="5749" y="3752"/>
                    <a:pt x="6015" y="3910"/>
                    <a:pt x="6340" y="3910"/>
                  </a:cubicBezTo>
                  <a:cubicBezTo>
                    <a:pt x="6414" y="3910"/>
                    <a:pt x="6491" y="3902"/>
                    <a:pt x="6572" y="3884"/>
                  </a:cubicBezTo>
                  <a:cubicBezTo>
                    <a:pt x="6805" y="3717"/>
                    <a:pt x="6772" y="3450"/>
                    <a:pt x="6772" y="3216"/>
                  </a:cubicBezTo>
                  <a:cubicBezTo>
                    <a:pt x="6805" y="2249"/>
                    <a:pt x="6672" y="1315"/>
                    <a:pt x="6538" y="414"/>
                  </a:cubicBezTo>
                  <a:cubicBezTo>
                    <a:pt x="6366" y="162"/>
                    <a:pt x="6166" y="95"/>
                    <a:pt x="5957" y="95"/>
                  </a:cubicBezTo>
                  <a:cubicBezTo>
                    <a:pt x="5720" y="95"/>
                    <a:pt x="5470" y="182"/>
                    <a:pt x="5232" y="182"/>
                  </a:cubicBezTo>
                  <a:cubicBezTo>
                    <a:pt x="5155" y="182"/>
                    <a:pt x="5078" y="172"/>
                    <a:pt x="5004" y="148"/>
                  </a:cubicBezTo>
                  <a:cubicBezTo>
                    <a:pt x="4403" y="214"/>
                    <a:pt x="3903" y="414"/>
                    <a:pt x="3403" y="648"/>
                  </a:cubicBezTo>
                  <a:cubicBezTo>
                    <a:pt x="3203" y="781"/>
                    <a:pt x="3002" y="881"/>
                    <a:pt x="2736" y="915"/>
                  </a:cubicBezTo>
                  <a:cubicBezTo>
                    <a:pt x="2721" y="916"/>
                    <a:pt x="2707" y="916"/>
                    <a:pt x="2693" y="916"/>
                  </a:cubicBezTo>
                  <a:cubicBezTo>
                    <a:pt x="2117" y="916"/>
                    <a:pt x="2428" y="243"/>
                    <a:pt x="2102" y="47"/>
                  </a:cubicBezTo>
                  <a:cubicBezTo>
                    <a:pt x="2072" y="17"/>
                    <a:pt x="2035" y="1"/>
                    <a:pt x="1998" y="1"/>
                  </a:cubicBezTo>
                  <a:close/>
                </a:path>
              </a:pathLst>
            </a:custGeom>
            <a:solidFill>
              <a:srgbClr val="E4D0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7"/>
            <p:cNvSpPr/>
            <p:nvPr/>
          </p:nvSpPr>
          <p:spPr>
            <a:xfrm>
              <a:off x="4885325" y="3400600"/>
              <a:ext cx="341100" cy="472225"/>
            </a:xfrm>
            <a:custGeom>
              <a:avLst/>
              <a:gdLst/>
              <a:ahLst/>
              <a:cxnLst/>
              <a:rect l="l" t="t" r="r" b="b"/>
              <a:pathLst>
                <a:path w="13644" h="18889" extrusionOk="0">
                  <a:moveTo>
                    <a:pt x="875" y="0"/>
                  </a:moveTo>
                  <a:cubicBezTo>
                    <a:pt x="390" y="0"/>
                    <a:pt x="405" y="694"/>
                    <a:pt x="134" y="992"/>
                  </a:cubicBezTo>
                  <a:cubicBezTo>
                    <a:pt x="1" y="1659"/>
                    <a:pt x="367" y="2293"/>
                    <a:pt x="468" y="2927"/>
                  </a:cubicBezTo>
                  <a:cubicBezTo>
                    <a:pt x="501" y="3127"/>
                    <a:pt x="601" y="3327"/>
                    <a:pt x="801" y="3461"/>
                  </a:cubicBezTo>
                  <a:cubicBezTo>
                    <a:pt x="1001" y="3728"/>
                    <a:pt x="768" y="4128"/>
                    <a:pt x="1035" y="4328"/>
                  </a:cubicBezTo>
                  <a:lnTo>
                    <a:pt x="1035" y="4295"/>
                  </a:lnTo>
                  <a:cubicBezTo>
                    <a:pt x="1168" y="4495"/>
                    <a:pt x="1035" y="4795"/>
                    <a:pt x="1268" y="4962"/>
                  </a:cubicBezTo>
                  <a:cubicBezTo>
                    <a:pt x="1502" y="5162"/>
                    <a:pt x="1201" y="5596"/>
                    <a:pt x="1535" y="5796"/>
                  </a:cubicBezTo>
                  <a:lnTo>
                    <a:pt x="1535" y="5762"/>
                  </a:lnTo>
                  <a:lnTo>
                    <a:pt x="1535" y="5762"/>
                  </a:lnTo>
                  <a:cubicBezTo>
                    <a:pt x="1668" y="5962"/>
                    <a:pt x="1502" y="6263"/>
                    <a:pt x="1768" y="6429"/>
                  </a:cubicBezTo>
                  <a:cubicBezTo>
                    <a:pt x="1935" y="6630"/>
                    <a:pt x="1768" y="6930"/>
                    <a:pt x="2002" y="7097"/>
                  </a:cubicBezTo>
                  <a:cubicBezTo>
                    <a:pt x="2169" y="7297"/>
                    <a:pt x="2002" y="7597"/>
                    <a:pt x="2269" y="7764"/>
                  </a:cubicBezTo>
                  <a:cubicBezTo>
                    <a:pt x="2369" y="7931"/>
                    <a:pt x="2202" y="8264"/>
                    <a:pt x="2502" y="8398"/>
                  </a:cubicBezTo>
                  <a:lnTo>
                    <a:pt x="2502" y="8331"/>
                  </a:lnTo>
                  <a:cubicBezTo>
                    <a:pt x="2602" y="8498"/>
                    <a:pt x="2536" y="8664"/>
                    <a:pt x="2702" y="8798"/>
                  </a:cubicBezTo>
                  <a:cubicBezTo>
                    <a:pt x="2869" y="8965"/>
                    <a:pt x="2702" y="9298"/>
                    <a:pt x="2969" y="9432"/>
                  </a:cubicBezTo>
                  <a:cubicBezTo>
                    <a:pt x="3036" y="9598"/>
                    <a:pt x="3036" y="9765"/>
                    <a:pt x="3169" y="9899"/>
                  </a:cubicBezTo>
                  <a:cubicBezTo>
                    <a:pt x="3370" y="10065"/>
                    <a:pt x="3169" y="10399"/>
                    <a:pt x="3436" y="10499"/>
                  </a:cubicBezTo>
                  <a:cubicBezTo>
                    <a:pt x="3503" y="10666"/>
                    <a:pt x="3503" y="10833"/>
                    <a:pt x="3636" y="10966"/>
                  </a:cubicBezTo>
                  <a:cubicBezTo>
                    <a:pt x="3837" y="11133"/>
                    <a:pt x="3636" y="11433"/>
                    <a:pt x="3870" y="11600"/>
                  </a:cubicBezTo>
                  <a:cubicBezTo>
                    <a:pt x="4103" y="11767"/>
                    <a:pt x="3870" y="12100"/>
                    <a:pt x="4170" y="12234"/>
                  </a:cubicBezTo>
                  <a:lnTo>
                    <a:pt x="4170" y="12167"/>
                  </a:lnTo>
                  <a:cubicBezTo>
                    <a:pt x="4237" y="12334"/>
                    <a:pt x="4237" y="12501"/>
                    <a:pt x="4370" y="12634"/>
                  </a:cubicBezTo>
                  <a:cubicBezTo>
                    <a:pt x="4470" y="12801"/>
                    <a:pt x="4470" y="12968"/>
                    <a:pt x="4604" y="13101"/>
                  </a:cubicBezTo>
                  <a:cubicBezTo>
                    <a:pt x="4671" y="13234"/>
                    <a:pt x="4671" y="13401"/>
                    <a:pt x="4804" y="13501"/>
                  </a:cubicBezTo>
                  <a:cubicBezTo>
                    <a:pt x="4937" y="13635"/>
                    <a:pt x="4904" y="13868"/>
                    <a:pt x="5071" y="13935"/>
                  </a:cubicBezTo>
                  <a:cubicBezTo>
                    <a:pt x="5138" y="14068"/>
                    <a:pt x="5104" y="14268"/>
                    <a:pt x="5304" y="14335"/>
                  </a:cubicBezTo>
                  <a:cubicBezTo>
                    <a:pt x="5404" y="14602"/>
                    <a:pt x="5504" y="14802"/>
                    <a:pt x="5771" y="14969"/>
                  </a:cubicBezTo>
                  <a:cubicBezTo>
                    <a:pt x="5805" y="15102"/>
                    <a:pt x="5905" y="15136"/>
                    <a:pt x="5971" y="15236"/>
                  </a:cubicBezTo>
                  <a:cubicBezTo>
                    <a:pt x="6172" y="15436"/>
                    <a:pt x="6238" y="15736"/>
                    <a:pt x="6472" y="15870"/>
                  </a:cubicBezTo>
                  <a:cubicBezTo>
                    <a:pt x="6505" y="15970"/>
                    <a:pt x="6605" y="16070"/>
                    <a:pt x="6672" y="16103"/>
                  </a:cubicBezTo>
                  <a:cubicBezTo>
                    <a:pt x="7139" y="16770"/>
                    <a:pt x="7739" y="17371"/>
                    <a:pt x="8440" y="17771"/>
                  </a:cubicBezTo>
                  <a:cubicBezTo>
                    <a:pt x="8507" y="17904"/>
                    <a:pt x="8740" y="17871"/>
                    <a:pt x="8840" y="17971"/>
                  </a:cubicBezTo>
                  <a:cubicBezTo>
                    <a:pt x="8974" y="18138"/>
                    <a:pt x="9174" y="18105"/>
                    <a:pt x="9307" y="18205"/>
                  </a:cubicBezTo>
                  <a:cubicBezTo>
                    <a:pt x="9391" y="18321"/>
                    <a:pt x="9516" y="18330"/>
                    <a:pt x="9641" y="18330"/>
                  </a:cubicBezTo>
                  <a:cubicBezTo>
                    <a:pt x="9662" y="18330"/>
                    <a:pt x="9682" y="18329"/>
                    <a:pt x="9703" y="18329"/>
                  </a:cubicBezTo>
                  <a:cubicBezTo>
                    <a:pt x="9806" y="18329"/>
                    <a:pt x="9905" y="18335"/>
                    <a:pt x="9974" y="18405"/>
                  </a:cubicBezTo>
                  <a:cubicBezTo>
                    <a:pt x="10080" y="18497"/>
                    <a:pt x="10195" y="18516"/>
                    <a:pt x="10313" y="18516"/>
                  </a:cubicBezTo>
                  <a:cubicBezTo>
                    <a:pt x="10399" y="18516"/>
                    <a:pt x="10486" y="18506"/>
                    <a:pt x="10571" y="18506"/>
                  </a:cubicBezTo>
                  <a:cubicBezTo>
                    <a:pt x="10665" y="18506"/>
                    <a:pt x="10757" y="18519"/>
                    <a:pt x="10842" y="18572"/>
                  </a:cubicBezTo>
                  <a:cubicBezTo>
                    <a:pt x="10997" y="18683"/>
                    <a:pt x="11168" y="18712"/>
                    <a:pt x="11342" y="18712"/>
                  </a:cubicBezTo>
                  <a:cubicBezTo>
                    <a:pt x="11541" y="18712"/>
                    <a:pt x="11745" y="18674"/>
                    <a:pt x="11937" y="18674"/>
                  </a:cubicBezTo>
                  <a:cubicBezTo>
                    <a:pt x="12081" y="18674"/>
                    <a:pt x="12219" y="18695"/>
                    <a:pt x="12343" y="18772"/>
                  </a:cubicBezTo>
                  <a:cubicBezTo>
                    <a:pt x="12459" y="18838"/>
                    <a:pt x="12568" y="18888"/>
                    <a:pt x="12668" y="18888"/>
                  </a:cubicBezTo>
                  <a:cubicBezTo>
                    <a:pt x="12768" y="18888"/>
                    <a:pt x="12860" y="18838"/>
                    <a:pt x="12943" y="18705"/>
                  </a:cubicBezTo>
                  <a:cubicBezTo>
                    <a:pt x="13077" y="18705"/>
                    <a:pt x="13143" y="18572"/>
                    <a:pt x="13177" y="18471"/>
                  </a:cubicBezTo>
                  <a:cubicBezTo>
                    <a:pt x="13410" y="18205"/>
                    <a:pt x="13343" y="17938"/>
                    <a:pt x="13177" y="17638"/>
                  </a:cubicBezTo>
                  <a:cubicBezTo>
                    <a:pt x="13110" y="17571"/>
                    <a:pt x="13010" y="17471"/>
                    <a:pt x="12943" y="17437"/>
                  </a:cubicBezTo>
                  <a:cubicBezTo>
                    <a:pt x="12743" y="17237"/>
                    <a:pt x="12443" y="17371"/>
                    <a:pt x="12176" y="17237"/>
                  </a:cubicBezTo>
                  <a:lnTo>
                    <a:pt x="12143" y="17271"/>
                  </a:lnTo>
                  <a:lnTo>
                    <a:pt x="12109" y="17237"/>
                  </a:lnTo>
                  <a:cubicBezTo>
                    <a:pt x="11976" y="17070"/>
                    <a:pt x="11776" y="17137"/>
                    <a:pt x="11509" y="17070"/>
                  </a:cubicBezTo>
                  <a:cubicBezTo>
                    <a:pt x="11809" y="16937"/>
                    <a:pt x="12143" y="16837"/>
                    <a:pt x="12443" y="16670"/>
                  </a:cubicBezTo>
                  <a:cubicBezTo>
                    <a:pt x="12610" y="16470"/>
                    <a:pt x="12943" y="16670"/>
                    <a:pt x="13043" y="16437"/>
                  </a:cubicBezTo>
                  <a:cubicBezTo>
                    <a:pt x="13277" y="16337"/>
                    <a:pt x="13443" y="16237"/>
                    <a:pt x="13477" y="15970"/>
                  </a:cubicBezTo>
                  <a:lnTo>
                    <a:pt x="13477" y="16003"/>
                  </a:lnTo>
                  <a:cubicBezTo>
                    <a:pt x="13644" y="15936"/>
                    <a:pt x="13644" y="15770"/>
                    <a:pt x="13610" y="15636"/>
                  </a:cubicBezTo>
                  <a:cubicBezTo>
                    <a:pt x="13477" y="15503"/>
                    <a:pt x="13443" y="15303"/>
                    <a:pt x="13277" y="15236"/>
                  </a:cubicBezTo>
                  <a:lnTo>
                    <a:pt x="13310" y="15236"/>
                  </a:lnTo>
                  <a:cubicBezTo>
                    <a:pt x="13160" y="15086"/>
                    <a:pt x="13027" y="15027"/>
                    <a:pt x="12893" y="15027"/>
                  </a:cubicBezTo>
                  <a:cubicBezTo>
                    <a:pt x="12760" y="15027"/>
                    <a:pt x="12626" y="15086"/>
                    <a:pt x="12476" y="15169"/>
                  </a:cubicBezTo>
                  <a:cubicBezTo>
                    <a:pt x="12304" y="15221"/>
                    <a:pt x="12053" y="15370"/>
                    <a:pt x="11890" y="15370"/>
                  </a:cubicBezTo>
                  <a:cubicBezTo>
                    <a:pt x="11737" y="15370"/>
                    <a:pt x="11663" y="15238"/>
                    <a:pt x="11809" y="14769"/>
                  </a:cubicBezTo>
                  <a:cubicBezTo>
                    <a:pt x="11940" y="14572"/>
                    <a:pt x="12007" y="14343"/>
                    <a:pt x="11756" y="14177"/>
                  </a:cubicBezTo>
                  <a:lnTo>
                    <a:pt x="11756" y="14177"/>
                  </a:lnTo>
                  <a:cubicBezTo>
                    <a:pt x="11711" y="14074"/>
                    <a:pt x="11622" y="14002"/>
                    <a:pt x="11509" y="14002"/>
                  </a:cubicBezTo>
                  <a:cubicBezTo>
                    <a:pt x="11475" y="13902"/>
                    <a:pt x="11375" y="13835"/>
                    <a:pt x="11309" y="13835"/>
                  </a:cubicBezTo>
                  <a:cubicBezTo>
                    <a:pt x="11175" y="13835"/>
                    <a:pt x="11075" y="13835"/>
                    <a:pt x="10942" y="13968"/>
                  </a:cubicBezTo>
                  <a:cubicBezTo>
                    <a:pt x="10842" y="14135"/>
                    <a:pt x="10608" y="14068"/>
                    <a:pt x="10575" y="14268"/>
                  </a:cubicBezTo>
                  <a:cubicBezTo>
                    <a:pt x="10341" y="14335"/>
                    <a:pt x="10308" y="14602"/>
                    <a:pt x="10141" y="14735"/>
                  </a:cubicBezTo>
                  <a:lnTo>
                    <a:pt x="10074" y="14802"/>
                  </a:lnTo>
                  <a:lnTo>
                    <a:pt x="9908" y="14969"/>
                  </a:lnTo>
                  <a:cubicBezTo>
                    <a:pt x="9808" y="15069"/>
                    <a:pt x="9774" y="15102"/>
                    <a:pt x="9741" y="15169"/>
                  </a:cubicBezTo>
                  <a:cubicBezTo>
                    <a:pt x="9607" y="15336"/>
                    <a:pt x="9407" y="15436"/>
                    <a:pt x="9274" y="15603"/>
                  </a:cubicBezTo>
                  <a:cubicBezTo>
                    <a:pt x="9140" y="15636"/>
                    <a:pt x="9007" y="15736"/>
                    <a:pt x="8940" y="15803"/>
                  </a:cubicBezTo>
                  <a:cubicBezTo>
                    <a:pt x="8835" y="15891"/>
                    <a:pt x="8738" y="15932"/>
                    <a:pt x="8636" y="15932"/>
                  </a:cubicBezTo>
                  <a:cubicBezTo>
                    <a:pt x="8545" y="15932"/>
                    <a:pt x="8450" y="15899"/>
                    <a:pt x="8340" y="15836"/>
                  </a:cubicBezTo>
                  <a:cubicBezTo>
                    <a:pt x="8306" y="15770"/>
                    <a:pt x="8240" y="15736"/>
                    <a:pt x="8140" y="15636"/>
                  </a:cubicBezTo>
                  <a:lnTo>
                    <a:pt x="7940" y="15436"/>
                  </a:lnTo>
                  <a:cubicBezTo>
                    <a:pt x="7739" y="15269"/>
                    <a:pt x="7673" y="14969"/>
                    <a:pt x="7439" y="14836"/>
                  </a:cubicBezTo>
                  <a:cubicBezTo>
                    <a:pt x="7406" y="14735"/>
                    <a:pt x="7306" y="14635"/>
                    <a:pt x="7239" y="14602"/>
                  </a:cubicBezTo>
                  <a:cubicBezTo>
                    <a:pt x="7106" y="14402"/>
                    <a:pt x="6972" y="14135"/>
                    <a:pt x="6772" y="13968"/>
                  </a:cubicBezTo>
                  <a:cubicBezTo>
                    <a:pt x="6739" y="13835"/>
                    <a:pt x="6672" y="13768"/>
                    <a:pt x="6605" y="13668"/>
                  </a:cubicBezTo>
                  <a:cubicBezTo>
                    <a:pt x="6505" y="13568"/>
                    <a:pt x="6472" y="13401"/>
                    <a:pt x="6338" y="13301"/>
                  </a:cubicBezTo>
                  <a:cubicBezTo>
                    <a:pt x="6238" y="13168"/>
                    <a:pt x="6272" y="12968"/>
                    <a:pt x="6105" y="12901"/>
                  </a:cubicBezTo>
                  <a:cubicBezTo>
                    <a:pt x="5971" y="12734"/>
                    <a:pt x="6005" y="12501"/>
                    <a:pt x="5838" y="12434"/>
                  </a:cubicBezTo>
                  <a:cubicBezTo>
                    <a:pt x="5771" y="12267"/>
                    <a:pt x="5771" y="12100"/>
                    <a:pt x="5638" y="11967"/>
                  </a:cubicBezTo>
                  <a:cubicBezTo>
                    <a:pt x="5438" y="11800"/>
                    <a:pt x="5638" y="11466"/>
                    <a:pt x="5338" y="11333"/>
                  </a:cubicBezTo>
                  <a:lnTo>
                    <a:pt x="5338" y="11400"/>
                  </a:lnTo>
                  <a:cubicBezTo>
                    <a:pt x="5271" y="11233"/>
                    <a:pt x="5271" y="11066"/>
                    <a:pt x="5138" y="10933"/>
                  </a:cubicBezTo>
                  <a:cubicBezTo>
                    <a:pt x="4937" y="10766"/>
                    <a:pt x="5138" y="10432"/>
                    <a:pt x="4904" y="10299"/>
                  </a:cubicBezTo>
                  <a:cubicBezTo>
                    <a:pt x="4704" y="9932"/>
                    <a:pt x="4637" y="9565"/>
                    <a:pt x="4437" y="9231"/>
                  </a:cubicBezTo>
                  <a:cubicBezTo>
                    <a:pt x="4237" y="9065"/>
                    <a:pt x="4437" y="8731"/>
                    <a:pt x="4137" y="8598"/>
                  </a:cubicBezTo>
                  <a:lnTo>
                    <a:pt x="4137" y="8631"/>
                  </a:lnTo>
                  <a:cubicBezTo>
                    <a:pt x="4070" y="8464"/>
                    <a:pt x="4070" y="8297"/>
                    <a:pt x="3937" y="8164"/>
                  </a:cubicBezTo>
                  <a:cubicBezTo>
                    <a:pt x="3770" y="7997"/>
                    <a:pt x="3937" y="7664"/>
                    <a:pt x="3670" y="7564"/>
                  </a:cubicBezTo>
                  <a:cubicBezTo>
                    <a:pt x="3503" y="7397"/>
                    <a:pt x="3703" y="7063"/>
                    <a:pt x="3436" y="6930"/>
                  </a:cubicBezTo>
                  <a:lnTo>
                    <a:pt x="3436" y="6963"/>
                  </a:lnTo>
                  <a:cubicBezTo>
                    <a:pt x="3303" y="6763"/>
                    <a:pt x="3470" y="6463"/>
                    <a:pt x="3169" y="6296"/>
                  </a:cubicBezTo>
                  <a:lnTo>
                    <a:pt x="3169" y="6329"/>
                  </a:lnTo>
                  <a:cubicBezTo>
                    <a:pt x="3003" y="6129"/>
                    <a:pt x="3169" y="5829"/>
                    <a:pt x="2936" y="5662"/>
                  </a:cubicBezTo>
                  <a:lnTo>
                    <a:pt x="2936" y="5729"/>
                  </a:lnTo>
                  <a:cubicBezTo>
                    <a:pt x="2803" y="5495"/>
                    <a:pt x="2936" y="5229"/>
                    <a:pt x="2702" y="5062"/>
                  </a:cubicBezTo>
                  <a:cubicBezTo>
                    <a:pt x="2536" y="4828"/>
                    <a:pt x="2702" y="4561"/>
                    <a:pt x="2502" y="4395"/>
                  </a:cubicBezTo>
                  <a:lnTo>
                    <a:pt x="2469" y="4328"/>
                  </a:lnTo>
                  <a:lnTo>
                    <a:pt x="2502" y="4261"/>
                  </a:lnTo>
                  <a:cubicBezTo>
                    <a:pt x="2369" y="3994"/>
                    <a:pt x="2502" y="3728"/>
                    <a:pt x="2302" y="3494"/>
                  </a:cubicBezTo>
                  <a:cubicBezTo>
                    <a:pt x="2035" y="3261"/>
                    <a:pt x="2302" y="2894"/>
                    <a:pt x="2035" y="2627"/>
                  </a:cubicBezTo>
                  <a:cubicBezTo>
                    <a:pt x="1802" y="2393"/>
                    <a:pt x="2035" y="1993"/>
                    <a:pt x="1802" y="1759"/>
                  </a:cubicBezTo>
                  <a:lnTo>
                    <a:pt x="1768" y="1726"/>
                  </a:lnTo>
                  <a:lnTo>
                    <a:pt x="1802" y="1659"/>
                  </a:lnTo>
                  <a:cubicBezTo>
                    <a:pt x="1602" y="1393"/>
                    <a:pt x="1802" y="992"/>
                    <a:pt x="1535" y="725"/>
                  </a:cubicBezTo>
                  <a:cubicBezTo>
                    <a:pt x="1368" y="559"/>
                    <a:pt x="1435" y="292"/>
                    <a:pt x="1301" y="125"/>
                  </a:cubicBezTo>
                  <a:cubicBezTo>
                    <a:pt x="1126" y="37"/>
                    <a:pt x="987" y="0"/>
                    <a:pt x="875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7"/>
            <p:cNvSpPr/>
            <p:nvPr/>
          </p:nvSpPr>
          <p:spPr>
            <a:xfrm>
              <a:off x="2734625" y="1687600"/>
              <a:ext cx="91750" cy="664550"/>
            </a:xfrm>
            <a:custGeom>
              <a:avLst/>
              <a:gdLst/>
              <a:ahLst/>
              <a:cxnLst/>
              <a:rect l="l" t="t" r="r" b="b"/>
              <a:pathLst>
                <a:path w="3670" h="26582" extrusionOk="0">
                  <a:moveTo>
                    <a:pt x="2241" y="0"/>
                  </a:moveTo>
                  <a:cubicBezTo>
                    <a:pt x="2034" y="0"/>
                    <a:pt x="1838" y="51"/>
                    <a:pt x="1668" y="263"/>
                  </a:cubicBezTo>
                  <a:cubicBezTo>
                    <a:pt x="1602" y="563"/>
                    <a:pt x="1668" y="863"/>
                    <a:pt x="1468" y="1097"/>
                  </a:cubicBezTo>
                  <a:cubicBezTo>
                    <a:pt x="1201" y="1564"/>
                    <a:pt x="1568" y="2131"/>
                    <a:pt x="1335" y="2531"/>
                  </a:cubicBezTo>
                  <a:cubicBezTo>
                    <a:pt x="1401" y="2564"/>
                    <a:pt x="1401" y="2631"/>
                    <a:pt x="1335" y="2698"/>
                  </a:cubicBezTo>
                  <a:cubicBezTo>
                    <a:pt x="1101" y="3532"/>
                    <a:pt x="1468" y="4432"/>
                    <a:pt x="1235" y="5266"/>
                  </a:cubicBezTo>
                  <a:cubicBezTo>
                    <a:pt x="934" y="5967"/>
                    <a:pt x="1301" y="6767"/>
                    <a:pt x="1068" y="7468"/>
                  </a:cubicBezTo>
                  <a:cubicBezTo>
                    <a:pt x="1101" y="7535"/>
                    <a:pt x="1135" y="7568"/>
                    <a:pt x="1101" y="7601"/>
                  </a:cubicBezTo>
                  <a:cubicBezTo>
                    <a:pt x="901" y="8902"/>
                    <a:pt x="934" y="10203"/>
                    <a:pt x="834" y="11471"/>
                  </a:cubicBezTo>
                  <a:cubicBezTo>
                    <a:pt x="768" y="12872"/>
                    <a:pt x="668" y="14206"/>
                    <a:pt x="634" y="15574"/>
                  </a:cubicBezTo>
                  <a:cubicBezTo>
                    <a:pt x="301" y="16474"/>
                    <a:pt x="734" y="17442"/>
                    <a:pt x="467" y="18376"/>
                  </a:cubicBezTo>
                  <a:cubicBezTo>
                    <a:pt x="134" y="19210"/>
                    <a:pt x="568" y="20110"/>
                    <a:pt x="301" y="20944"/>
                  </a:cubicBezTo>
                  <a:cubicBezTo>
                    <a:pt x="0" y="21611"/>
                    <a:pt x="267" y="22312"/>
                    <a:pt x="234" y="22979"/>
                  </a:cubicBezTo>
                  <a:cubicBezTo>
                    <a:pt x="401" y="23880"/>
                    <a:pt x="434" y="24714"/>
                    <a:pt x="301" y="25581"/>
                  </a:cubicBezTo>
                  <a:cubicBezTo>
                    <a:pt x="234" y="26115"/>
                    <a:pt x="434" y="26415"/>
                    <a:pt x="901" y="26582"/>
                  </a:cubicBezTo>
                  <a:cubicBezTo>
                    <a:pt x="1401" y="26281"/>
                    <a:pt x="2335" y="25981"/>
                    <a:pt x="2135" y="25481"/>
                  </a:cubicBezTo>
                  <a:cubicBezTo>
                    <a:pt x="1835" y="24780"/>
                    <a:pt x="2335" y="24714"/>
                    <a:pt x="2602" y="24380"/>
                  </a:cubicBezTo>
                  <a:cubicBezTo>
                    <a:pt x="2636" y="24280"/>
                    <a:pt x="2669" y="24146"/>
                    <a:pt x="2669" y="24080"/>
                  </a:cubicBezTo>
                  <a:cubicBezTo>
                    <a:pt x="2669" y="23679"/>
                    <a:pt x="2436" y="23313"/>
                    <a:pt x="2436" y="22879"/>
                  </a:cubicBezTo>
                  <a:cubicBezTo>
                    <a:pt x="2436" y="22245"/>
                    <a:pt x="2636" y="21278"/>
                    <a:pt x="1735" y="20877"/>
                  </a:cubicBezTo>
                  <a:cubicBezTo>
                    <a:pt x="1668" y="20877"/>
                    <a:pt x="1635" y="20877"/>
                    <a:pt x="1635" y="20911"/>
                  </a:cubicBezTo>
                  <a:cubicBezTo>
                    <a:pt x="1635" y="20948"/>
                    <a:pt x="1632" y="20962"/>
                    <a:pt x="1628" y="20962"/>
                  </a:cubicBezTo>
                  <a:cubicBezTo>
                    <a:pt x="1615" y="20962"/>
                    <a:pt x="1593" y="20808"/>
                    <a:pt x="1654" y="20808"/>
                  </a:cubicBezTo>
                  <a:cubicBezTo>
                    <a:pt x="1658" y="20808"/>
                    <a:pt x="1663" y="20809"/>
                    <a:pt x="1668" y="20811"/>
                  </a:cubicBezTo>
                  <a:cubicBezTo>
                    <a:pt x="1730" y="20820"/>
                    <a:pt x="1788" y="20824"/>
                    <a:pt x="1843" y="20824"/>
                  </a:cubicBezTo>
                  <a:cubicBezTo>
                    <a:pt x="2387" y="20824"/>
                    <a:pt x="2623" y="20395"/>
                    <a:pt x="2502" y="19910"/>
                  </a:cubicBezTo>
                  <a:cubicBezTo>
                    <a:pt x="2402" y="19243"/>
                    <a:pt x="2903" y="18442"/>
                    <a:pt x="2102" y="17942"/>
                  </a:cubicBezTo>
                  <a:cubicBezTo>
                    <a:pt x="2469" y="17242"/>
                    <a:pt x="2402" y="16541"/>
                    <a:pt x="2436" y="15774"/>
                  </a:cubicBezTo>
                  <a:cubicBezTo>
                    <a:pt x="2436" y="15440"/>
                    <a:pt x="2235" y="15207"/>
                    <a:pt x="2302" y="14773"/>
                  </a:cubicBezTo>
                  <a:cubicBezTo>
                    <a:pt x="2569" y="13606"/>
                    <a:pt x="2769" y="12371"/>
                    <a:pt x="2302" y="11204"/>
                  </a:cubicBezTo>
                  <a:cubicBezTo>
                    <a:pt x="2102" y="10704"/>
                    <a:pt x="2102" y="10270"/>
                    <a:pt x="2235" y="9836"/>
                  </a:cubicBezTo>
                  <a:cubicBezTo>
                    <a:pt x="2669" y="8235"/>
                    <a:pt x="2736" y="6601"/>
                    <a:pt x="2636" y="4999"/>
                  </a:cubicBezTo>
                  <a:cubicBezTo>
                    <a:pt x="2602" y="4099"/>
                    <a:pt x="2802" y="3231"/>
                    <a:pt x="2836" y="2364"/>
                  </a:cubicBezTo>
                  <a:cubicBezTo>
                    <a:pt x="2903" y="1664"/>
                    <a:pt x="3670" y="896"/>
                    <a:pt x="2903" y="196"/>
                  </a:cubicBezTo>
                  <a:cubicBezTo>
                    <a:pt x="2802" y="96"/>
                    <a:pt x="2669" y="63"/>
                    <a:pt x="2602" y="29"/>
                  </a:cubicBezTo>
                  <a:cubicBezTo>
                    <a:pt x="2481" y="17"/>
                    <a:pt x="2359" y="0"/>
                    <a:pt x="2241" y="0"/>
                  </a:cubicBezTo>
                  <a:close/>
                </a:path>
              </a:pathLst>
            </a:custGeom>
            <a:solidFill>
              <a:srgbClr val="FFB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7"/>
            <p:cNvSpPr/>
            <p:nvPr/>
          </p:nvSpPr>
          <p:spPr>
            <a:xfrm>
              <a:off x="3978000" y="3985650"/>
              <a:ext cx="390325" cy="92450"/>
            </a:xfrm>
            <a:custGeom>
              <a:avLst/>
              <a:gdLst/>
              <a:ahLst/>
              <a:cxnLst/>
              <a:rect l="l" t="t" r="r" b="b"/>
              <a:pathLst>
                <a:path w="15613" h="3698" extrusionOk="0">
                  <a:moveTo>
                    <a:pt x="6137" y="0"/>
                  </a:moveTo>
                  <a:cubicBezTo>
                    <a:pt x="5869" y="0"/>
                    <a:pt x="5731" y="181"/>
                    <a:pt x="5572" y="340"/>
                  </a:cubicBezTo>
                  <a:cubicBezTo>
                    <a:pt x="5474" y="335"/>
                    <a:pt x="5377" y="331"/>
                    <a:pt x="5283" y="331"/>
                  </a:cubicBezTo>
                  <a:cubicBezTo>
                    <a:pt x="4770" y="331"/>
                    <a:pt x="4330" y="438"/>
                    <a:pt x="4104" y="974"/>
                  </a:cubicBezTo>
                  <a:cubicBezTo>
                    <a:pt x="4154" y="967"/>
                    <a:pt x="4203" y="964"/>
                    <a:pt x="4250" y="964"/>
                  </a:cubicBezTo>
                  <a:cubicBezTo>
                    <a:pt x="4885" y="964"/>
                    <a:pt x="5210" y="1559"/>
                    <a:pt x="5738" y="1808"/>
                  </a:cubicBezTo>
                  <a:cubicBezTo>
                    <a:pt x="5505" y="2041"/>
                    <a:pt x="5238" y="2141"/>
                    <a:pt x="5038" y="2141"/>
                  </a:cubicBezTo>
                  <a:cubicBezTo>
                    <a:pt x="4071" y="2074"/>
                    <a:pt x="3170" y="2008"/>
                    <a:pt x="2236" y="1808"/>
                  </a:cubicBezTo>
                  <a:cubicBezTo>
                    <a:pt x="2162" y="1792"/>
                    <a:pt x="2093" y="1785"/>
                    <a:pt x="2028" y="1785"/>
                  </a:cubicBezTo>
                  <a:cubicBezTo>
                    <a:pt x="1681" y="1785"/>
                    <a:pt x="1439" y="1974"/>
                    <a:pt x="1102" y="1974"/>
                  </a:cubicBezTo>
                  <a:cubicBezTo>
                    <a:pt x="1260" y="2418"/>
                    <a:pt x="1118" y="2500"/>
                    <a:pt x="906" y="2500"/>
                  </a:cubicBezTo>
                  <a:cubicBezTo>
                    <a:pt x="781" y="2500"/>
                    <a:pt x="633" y="2472"/>
                    <a:pt x="508" y="2472"/>
                  </a:cubicBezTo>
                  <a:cubicBezTo>
                    <a:pt x="399" y="2472"/>
                    <a:pt x="309" y="2493"/>
                    <a:pt x="268" y="2575"/>
                  </a:cubicBezTo>
                  <a:cubicBezTo>
                    <a:pt x="234" y="2675"/>
                    <a:pt x="101" y="2708"/>
                    <a:pt x="34" y="2808"/>
                  </a:cubicBezTo>
                  <a:cubicBezTo>
                    <a:pt x="1" y="3008"/>
                    <a:pt x="101" y="3075"/>
                    <a:pt x="268" y="3075"/>
                  </a:cubicBezTo>
                  <a:cubicBezTo>
                    <a:pt x="539" y="2930"/>
                    <a:pt x="811" y="2874"/>
                    <a:pt x="1082" y="2874"/>
                  </a:cubicBezTo>
                  <a:cubicBezTo>
                    <a:pt x="1311" y="2874"/>
                    <a:pt x="1540" y="2914"/>
                    <a:pt x="1769" y="2975"/>
                  </a:cubicBezTo>
                  <a:cubicBezTo>
                    <a:pt x="1920" y="3056"/>
                    <a:pt x="2076" y="3078"/>
                    <a:pt x="2236" y="3078"/>
                  </a:cubicBezTo>
                  <a:cubicBezTo>
                    <a:pt x="2446" y="3078"/>
                    <a:pt x="2660" y="3039"/>
                    <a:pt x="2870" y="3039"/>
                  </a:cubicBezTo>
                  <a:cubicBezTo>
                    <a:pt x="3029" y="3039"/>
                    <a:pt x="3186" y="3061"/>
                    <a:pt x="3337" y="3142"/>
                  </a:cubicBezTo>
                  <a:lnTo>
                    <a:pt x="3403" y="3075"/>
                  </a:lnTo>
                  <a:lnTo>
                    <a:pt x="3503" y="3075"/>
                  </a:lnTo>
                  <a:cubicBezTo>
                    <a:pt x="3703" y="3169"/>
                    <a:pt x="3911" y="3193"/>
                    <a:pt x="4121" y="3193"/>
                  </a:cubicBezTo>
                  <a:cubicBezTo>
                    <a:pt x="4335" y="3193"/>
                    <a:pt x="4552" y="3168"/>
                    <a:pt x="4766" y="3168"/>
                  </a:cubicBezTo>
                  <a:cubicBezTo>
                    <a:pt x="4938" y="3168"/>
                    <a:pt x="5107" y="3184"/>
                    <a:pt x="5271" y="3242"/>
                  </a:cubicBezTo>
                  <a:lnTo>
                    <a:pt x="5872" y="3242"/>
                  </a:lnTo>
                  <a:cubicBezTo>
                    <a:pt x="6089" y="3321"/>
                    <a:pt x="6314" y="3344"/>
                    <a:pt x="6545" y="3344"/>
                  </a:cubicBezTo>
                  <a:cubicBezTo>
                    <a:pt x="6886" y="3344"/>
                    <a:pt x="7238" y="3293"/>
                    <a:pt x="7590" y="3293"/>
                  </a:cubicBezTo>
                  <a:cubicBezTo>
                    <a:pt x="7808" y="3293"/>
                    <a:pt x="8025" y="3313"/>
                    <a:pt x="8240" y="3375"/>
                  </a:cubicBezTo>
                  <a:lnTo>
                    <a:pt x="8340" y="3375"/>
                  </a:lnTo>
                  <a:lnTo>
                    <a:pt x="8407" y="3409"/>
                  </a:lnTo>
                  <a:cubicBezTo>
                    <a:pt x="8581" y="3507"/>
                    <a:pt x="8765" y="3534"/>
                    <a:pt x="8956" y="3534"/>
                  </a:cubicBezTo>
                  <a:cubicBezTo>
                    <a:pt x="9190" y="3534"/>
                    <a:pt x="9434" y="3493"/>
                    <a:pt x="9678" y="3493"/>
                  </a:cubicBezTo>
                  <a:cubicBezTo>
                    <a:pt x="9844" y="3493"/>
                    <a:pt x="10011" y="3512"/>
                    <a:pt x="10175" y="3576"/>
                  </a:cubicBezTo>
                  <a:cubicBezTo>
                    <a:pt x="10193" y="3567"/>
                    <a:pt x="10208" y="3562"/>
                    <a:pt x="10223" y="3562"/>
                  </a:cubicBezTo>
                  <a:cubicBezTo>
                    <a:pt x="10262" y="3562"/>
                    <a:pt x="10293" y="3593"/>
                    <a:pt x="10342" y="3642"/>
                  </a:cubicBezTo>
                  <a:cubicBezTo>
                    <a:pt x="10381" y="3681"/>
                    <a:pt x="10443" y="3698"/>
                    <a:pt x="10501" y="3698"/>
                  </a:cubicBezTo>
                  <a:cubicBezTo>
                    <a:pt x="10542" y="3698"/>
                    <a:pt x="10581" y="3689"/>
                    <a:pt x="10609" y="3676"/>
                  </a:cubicBezTo>
                  <a:cubicBezTo>
                    <a:pt x="11009" y="3309"/>
                    <a:pt x="11509" y="3242"/>
                    <a:pt x="11943" y="3175"/>
                  </a:cubicBezTo>
                  <a:cubicBezTo>
                    <a:pt x="12378" y="2791"/>
                    <a:pt x="12873" y="2584"/>
                    <a:pt x="13411" y="2584"/>
                  </a:cubicBezTo>
                  <a:cubicBezTo>
                    <a:pt x="13574" y="2584"/>
                    <a:pt x="13741" y="2603"/>
                    <a:pt x="13911" y="2642"/>
                  </a:cubicBezTo>
                  <a:cubicBezTo>
                    <a:pt x="14094" y="2670"/>
                    <a:pt x="14288" y="2704"/>
                    <a:pt x="14480" y="2704"/>
                  </a:cubicBezTo>
                  <a:cubicBezTo>
                    <a:pt x="14743" y="2704"/>
                    <a:pt x="15000" y="2640"/>
                    <a:pt x="15212" y="2408"/>
                  </a:cubicBezTo>
                  <a:cubicBezTo>
                    <a:pt x="15379" y="2375"/>
                    <a:pt x="15612" y="2341"/>
                    <a:pt x="15545" y="2141"/>
                  </a:cubicBezTo>
                  <a:cubicBezTo>
                    <a:pt x="15279" y="1574"/>
                    <a:pt x="14912" y="1140"/>
                    <a:pt x="14345" y="1040"/>
                  </a:cubicBezTo>
                  <a:cubicBezTo>
                    <a:pt x="14011" y="1007"/>
                    <a:pt x="13878" y="1007"/>
                    <a:pt x="13677" y="707"/>
                  </a:cubicBezTo>
                  <a:cubicBezTo>
                    <a:pt x="13578" y="570"/>
                    <a:pt x="13441" y="535"/>
                    <a:pt x="13284" y="535"/>
                  </a:cubicBezTo>
                  <a:cubicBezTo>
                    <a:pt x="13124" y="535"/>
                    <a:pt x="12944" y="571"/>
                    <a:pt x="12761" y="571"/>
                  </a:cubicBezTo>
                  <a:cubicBezTo>
                    <a:pt x="12643" y="571"/>
                    <a:pt x="12525" y="556"/>
                    <a:pt x="12410" y="507"/>
                  </a:cubicBezTo>
                  <a:cubicBezTo>
                    <a:pt x="12377" y="493"/>
                    <a:pt x="12348" y="487"/>
                    <a:pt x="12324" y="487"/>
                  </a:cubicBezTo>
                  <a:cubicBezTo>
                    <a:pt x="12099" y="487"/>
                    <a:pt x="12183" y="984"/>
                    <a:pt x="11943" y="1074"/>
                  </a:cubicBezTo>
                  <a:cubicBezTo>
                    <a:pt x="11709" y="1040"/>
                    <a:pt x="11843" y="807"/>
                    <a:pt x="11743" y="673"/>
                  </a:cubicBezTo>
                  <a:cubicBezTo>
                    <a:pt x="11600" y="435"/>
                    <a:pt x="11372" y="231"/>
                    <a:pt x="11144" y="231"/>
                  </a:cubicBezTo>
                  <a:cubicBezTo>
                    <a:pt x="11052" y="231"/>
                    <a:pt x="10961" y="264"/>
                    <a:pt x="10875" y="340"/>
                  </a:cubicBezTo>
                  <a:cubicBezTo>
                    <a:pt x="10640" y="521"/>
                    <a:pt x="10423" y="574"/>
                    <a:pt x="10200" y="574"/>
                  </a:cubicBezTo>
                  <a:cubicBezTo>
                    <a:pt x="10013" y="574"/>
                    <a:pt x="9821" y="537"/>
                    <a:pt x="9608" y="507"/>
                  </a:cubicBezTo>
                  <a:cubicBezTo>
                    <a:pt x="8540" y="307"/>
                    <a:pt x="7440" y="240"/>
                    <a:pt x="6372" y="40"/>
                  </a:cubicBezTo>
                  <a:cubicBezTo>
                    <a:pt x="6283" y="12"/>
                    <a:pt x="6206" y="0"/>
                    <a:pt x="6137" y="0"/>
                  </a:cubicBezTo>
                  <a:close/>
                </a:path>
              </a:pathLst>
            </a:custGeom>
            <a:solidFill>
              <a:srgbClr val="65AF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7"/>
            <p:cNvSpPr/>
            <p:nvPr/>
          </p:nvSpPr>
          <p:spPr>
            <a:xfrm>
              <a:off x="3603575" y="2546900"/>
              <a:ext cx="98425" cy="432625"/>
            </a:xfrm>
            <a:custGeom>
              <a:avLst/>
              <a:gdLst/>
              <a:ahLst/>
              <a:cxnLst/>
              <a:rect l="l" t="t" r="r" b="b"/>
              <a:pathLst>
                <a:path w="3937" h="17305" extrusionOk="0">
                  <a:moveTo>
                    <a:pt x="1690" y="0"/>
                  </a:moveTo>
                  <a:cubicBezTo>
                    <a:pt x="1610" y="0"/>
                    <a:pt x="1519" y="19"/>
                    <a:pt x="1449" y="19"/>
                  </a:cubicBezTo>
                  <a:cubicBezTo>
                    <a:pt x="1432" y="19"/>
                    <a:pt x="1416" y="18"/>
                    <a:pt x="1402" y="15"/>
                  </a:cubicBezTo>
                  <a:cubicBezTo>
                    <a:pt x="1302" y="15"/>
                    <a:pt x="1302" y="182"/>
                    <a:pt x="1235" y="249"/>
                  </a:cubicBezTo>
                  <a:lnTo>
                    <a:pt x="1235" y="482"/>
                  </a:lnTo>
                  <a:cubicBezTo>
                    <a:pt x="1035" y="749"/>
                    <a:pt x="1201" y="1083"/>
                    <a:pt x="1168" y="1416"/>
                  </a:cubicBezTo>
                  <a:cubicBezTo>
                    <a:pt x="1168" y="1516"/>
                    <a:pt x="1235" y="1583"/>
                    <a:pt x="1201" y="1683"/>
                  </a:cubicBezTo>
                  <a:cubicBezTo>
                    <a:pt x="1135" y="1683"/>
                    <a:pt x="1068" y="1683"/>
                    <a:pt x="1068" y="1750"/>
                  </a:cubicBezTo>
                  <a:lnTo>
                    <a:pt x="1068" y="1983"/>
                  </a:lnTo>
                  <a:cubicBezTo>
                    <a:pt x="1001" y="2050"/>
                    <a:pt x="1001" y="2150"/>
                    <a:pt x="1001" y="2250"/>
                  </a:cubicBezTo>
                  <a:cubicBezTo>
                    <a:pt x="901" y="2817"/>
                    <a:pt x="1135" y="3351"/>
                    <a:pt x="901" y="3885"/>
                  </a:cubicBezTo>
                  <a:lnTo>
                    <a:pt x="901" y="4085"/>
                  </a:lnTo>
                  <a:cubicBezTo>
                    <a:pt x="835" y="4318"/>
                    <a:pt x="634" y="4385"/>
                    <a:pt x="468" y="4552"/>
                  </a:cubicBezTo>
                  <a:cubicBezTo>
                    <a:pt x="568" y="4985"/>
                    <a:pt x="968" y="5252"/>
                    <a:pt x="868" y="5753"/>
                  </a:cubicBezTo>
                  <a:cubicBezTo>
                    <a:pt x="868" y="5986"/>
                    <a:pt x="801" y="6153"/>
                    <a:pt x="734" y="6353"/>
                  </a:cubicBezTo>
                  <a:cubicBezTo>
                    <a:pt x="301" y="8755"/>
                    <a:pt x="301" y="11257"/>
                    <a:pt x="1" y="13725"/>
                  </a:cubicBezTo>
                  <a:cubicBezTo>
                    <a:pt x="1" y="13992"/>
                    <a:pt x="67" y="14225"/>
                    <a:pt x="301" y="14359"/>
                  </a:cubicBezTo>
                  <a:cubicBezTo>
                    <a:pt x="1068" y="14859"/>
                    <a:pt x="668" y="15093"/>
                    <a:pt x="134" y="15393"/>
                  </a:cubicBezTo>
                  <a:cubicBezTo>
                    <a:pt x="134" y="15393"/>
                    <a:pt x="67" y="15426"/>
                    <a:pt x="67" y="15493"/>
                  </a:cubicBezTo>
                  <a:cubicBezTo>
                    <a:pt x="34" y="15526"/>
                    <a:pt x="67" y="15593"/>
                    <a:pt x="134" y="15660"/>
                  </a:cubicBezTo>
                  <a:cubicBezTo>
                    <a:pt x="234" y="15726"/>
                    <a:pt x="201" y="15927"/>
                    <a:pt x="334" y="16060"/>
                  </a:cubicBezTo>
                  <a:lnTo>
                    <a:pt x="334" y="17094"/>
                  </a:lnTo>
                  <a:cubicBezTo>
                    <a:pt x="710" y="17166"/>
                    <a:pt x="1086" y="17304"/>
                    <a:pt x="1436" y="17304"/>
                  </a:cubicBezTo>
                  <a:cubicBezTo>
                    <a:pt x="1738" y="17304"/>
                    <a:pt x="2021" y="17201"/>
                    <a:pt x="2269" y="16861"/>
                  </a:cubicBezTo>
                  <a:cubicBezTo>
                    <a:pt x="2836" y="16594"/>
                    <a:pt x="3403" y="16360"/>
                    <a:pt x="2936" y="15560"/>
                  </a:cubicBezTo>
                  <a:cubicBezTo>
                    <a:pt x="2903" y="15526"/>
                    <a:pt x="3003" y="15359"/>
                    <a:pt x="3036" y="15259"/>
                  </a:cubicBezTo>
                  <a:cubicBezTo>
                    <a:pt x="3170" y="14959"/>
                    <a:pt x="3203" y="14759"/>
                    <a:pt x="2869" y="14559"/>
                  </a:cubicBezTo>
                  <a:cubicBezTo>
                    <a:pt x="2502" y="14359"/>
                    <a:pt x="2602" y="14025"/>
                    <a:pt x="2836" y="13725"/>
                  </a:cubicBezTo>
                  <a:cubicBezTo>
                    <a:pt x="3036" y="13491"/>
                    <a:pt x="3236" y="13191"/>
                    <a:pt x="3203" y="12858"/>
                  </a:cubicBezTo>
                  <a:cubicBezTo>
                    <a:pt x="3170" y="12357"/>
                    <a:pt x="3336" y="11890"/>
                    <a:pt x="3603" y="11490"/>
                  </a:cubicBezTo>
                  <a:cubicBezTo>
                    <a:pt x="3837" y="11190"/>
                    <a:pt x="3903" y="10756"/>
                    <a:pt x="3937" y="10356"/>
                  </a:cubicBezTo>
                  <a:cubicBezTo>
                    <a:pt x="3521" y="10160"/>
                    <a:pt x="3141" y="9839"/>
                    <a:pt x="2653" y="9839"/>
                  </a:cubicBezTo>
                  <a:cubicBezTo>
                    <a:pt x="2475" y="9839"/>
                    <a:pt x="2283" y="9882"/>
                    <a:pt x="2069" y="9989"/>
                  </a:cubicBezTo>
                  <a:cubicBezTo>
                    <a:pt x="1999" y="10024"/>
                    <a:pt x="1934" y="10039"/>
                    <a:pt x="1873" y="10039"/>
                  </a:cubicBezTo>
                  <a:cubicBezTo>
                    <a:pt x="1585" y="10039"/>
                    <a:pt x="1407" y="9686"/>
                    <a:pt x="1435" y="9355"/>
                  </a:cubicBezTo>
                  <a:cubicBezTo>
                    <a:pt x="1502" y="8488"/>
                    <a:pt x="1535" y="7587"/>
                    <a:pt x="1702" y="6720"/>
                  </a:cubicBezTo>
                  <a:cubicBezTo>
                    <a:pt x="1802" y="6186"/>
                    <a:pt x="1702" y="5552"/>
                    <a:pt x="2035" y="5085"/>
                  </a:cubicBezTo>
                  <a:cubicBezTo>
                    <a:pt x="2803" y="4051"/>
                    <a:pt x="2035" y="3017"/>
                    <a:pt x="2169" y="1983"/>
                  </a:cubicBezTo>
                  <a:cubicBezTo>
                    <a:pt x="1668" y="1483"/>
                    <a:pt x="1735" y="882"/>
                    <a:pt x="1869" y="315"/>
                  </a:cubicBezTo>
                  <a:cubicBezTo>
                    <a:pt x="1925" y="51"/>
                    <a:pt x="1821" y="0"/>
                    <a:pt x="1690" y="0"/>
                  </a:cubicBezTo>
                  <a:close/>
                </a:path>
              </a:pathLst>
            </a:custGeom>
            <a:solidFill>
              <a:srgbClr val="DED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7"/>
            <p:cNvSpPr/>
            <p:nvPr/>
          </p:nvSpPr>
          <p:spPr>
            <a:xfrm>
              <a:off x="4144800" y="4060350"/>
              <a:ext cx="135125" cy="446250"/>
            </a:xfrm>
            <a:custGeom>
              <a:avLst/>
              <a:gdLst/>
              <a:ahLst/>
              <a:cxnLst/>
              <a:rect l="l" t="t" r="r" b="b"/>
              <a:pathLst>
                <a:path w="5405" h="17850" extrusionOk="0">
                  <a:moveTo>
                    <a:pt x="4585" y="1"/>
                  </a:moveTo>
                  <a:cubicBezTo>
                    <a:pt x="4358" y="1"/>
                    <a:pt x="4232" y="182"/>
                    <a:pt x="3903" y="654"/>
                  </a:cubicBezTo>
                  <a:cubicBezTo>
                    <a:pt x="3846" y="712"/>
                    <a:pt x="3788" y="794"/>
                    <a:pt x="3709" y="794"/>
                  </a:cubicBezTo>
                  <a:cubicBezTo>
                    <a:pt x="3696" y="794"/>
                    <a:pt x="3683" y="792"/>
                    <a:pt x="3670" y="788"/>
                  </a:cubicBezTo>
                  <a:cubicBezTo>
                    <a:pt x="3403" y="921"/>
                    <a:pt x="3603" y="1255"/>
                    <a:pt x="3403" y="1421"/>
                  </a:cubicBezTo>
                  <a:cubicBezTo>
                    <a:pt x="3336" y="1555"/>
                    <a:pt x="3336" y="1755"/>
                    <a:pt x="3236" y="1888"/>
                  </a:cubicBezTo>
                  <a:cubicBezTo>
                    <a:pt x="3036" y="2022"/>
                    <a:pt x="3236" y="2355"/>
                    <a:pt x="3036" y="2522"/>
                  </a:cubicBezTo>
                  <a:cubicBezTo>
                    <a:pt x="2902" y="2689"/>
                    <a:pt x="2902" y="2889"/>
                    <a:pt x="2869" y="3056"/>
                  </a:cubicBezTo>
                  <a:lnTo>
                    <a:pt x="2902" y="3123"/>
                  </a:lnTo>
                  <a:lnTo>
                    <a:pt x="2869" y="3189"/>
                  </a:lnTo>
                  <a:cubicBezTo>
                    <a:pt x="2736" y="3289"/>
                    <a:pt x="2769" y="3456"/>
                    <a:pt x="2702" y="3623"/>
                  </a:cubicBezTo>
                  <a:lnTo>
                    <a:pt x="2702" y="3590"/>
                  </a:lnTo>
                  <a:cubicBezTo>
                    <a:pt x="2435" y="3756"/>
                    <a:pt x="2669" y="4057"/>
                    <a:pt x="2502" y="4257"/>
                  </a:cubicBezTo>
                  <a:lnTo>
                    <a:pt x="2502" y="4223"/>
                  </a:lnTo>
                  <a:cubicBezTo>
                    <a:pt x="2235" y="4390"/>
                    <a:pt x="2402" y="4690"/>
                    <a:pt x="2269" y="4891"/>
                  </a:cubicBezTo>
                  <a:lnTo>
                    <a:pt x="2269" y="4857"/>
                  </a:lnTo>
                  <a:cubicBezTo>
                    <a:pt x="2035" y="5024"/>
                    <a:pt x="2202" y="5291"/>
                    <a:pt x="2069" y="5524"/>
                  </a:cubicBezTo>
                  <a:lnTo>
                    <a:pt x="2069" y="5458"/>
                  </a:lnTo>
                  <a:cubicBezTo>
                    <a:pt x="1735" y="5725"/>
                    <a:pt x="2035" y="6091"/>
                    <a:pt x="1835" y="6358"/>
                  </a:cubicBezTo>
                  <a:cubicBezTo>
                    <a:pt x="1568" y="6592"/>
                    <a:pt x="1835" y="6959"/>
                    <a:pt x="1602" y="7226"/>
                  </a:cubicBezTo>
                  <a:cubicBezTo>
                    <a:pt x="1368" y="7492"/>
                    <a:pt x="1602" y="7859"/>
                    <a:pt x="1401" y="8093"/>
                  </a:cubicBezTo>
                  <a:cubicBezTo>
                    <a:pt x="1201" y="8360"/>
                    <a:pt x="1435" y="8727"/>
                    <a:pt x="1235" y="8994"/>
                  </a:cubicBezTo>
                  <a:cubicBezTo>
                    <a:pt x="1034" y="9227"/>
                    <a:pt x="1235" y="9594"/>
                    <a:pt x="1068" y="9894"/>
                  </a:cubicBezTo>
                  <a:lnTo>
                    <a:pt x="1101" y="9994"/>
                  </a:lnTo>
                  <a:lnTo>
                    <a:pt x="1068" y="10028"/>
                  </a:lnTo>
                  <a:cubicBezTo>
                    <a:pt x="868" y="10261"/>
                    <a:pt x="1101" y="10661"/>
                    <a:pt x="901" y="10895"/>
                  </a:cubicBezTo>
                  <a:cubicBezTo>
                    <a:pt x="601" y="11228"/>
                    <a:pt x="934" y="11662"/>
                    <a:pt x="701" y="11996"/>
                  </a:cubicBezTo>
                  <a:cubicBezTo>
                    <a:pt x="434" y="12329"/>
                    <a:pt x="734" y="12730"/>
                    <a:pt x="534" y="13063"/>
                  </a:cubicBezTo>
                  <a:cubicBezTo>
                    <a:pt x="234" y="13497"/>
                    <a:pt x="567" y="13997"/>
                    <a:pt x="367" y="14397"/>
                  </a:cubicBezTo>
                  <a:lnTo>
                    <a:pt x="367" y="14364"/>
                  </a:lnTo>
                  <a:lnTo>
                    <a:pt x="367" y="14364"/>
                  </a:lnTo>
                  <a:cubicBezTo>
                    <a:pt x="0" y="14864"/>
                    <a:pt x="434" y="15198"/>
                    <a:pt x="567" y="15598"/>
                  </a:cubicBezTo>
                  <a:cubicBezTo>
                    <a:pt x="701" y="15732"/>
                    <a:pt x="668" y="15932"/>
                    <a:pt x="834" y="16032"/>
                  </a:cubicBezTo>
                  <a:cubicBezTo>
                    <a:pt x="868" y="16165"/>
                    <a:pt x="934" y="16199"/>
                    <a:pt x="1034" y="16265"/>
                  </a:cubicBezTo>
                  <a:cubicBezTo>
                    <a:pt x="1268" y="16599"/>
                    <a:pt x="1535" y="16933"/>
                    <a:pt x="1935" y="17066"/>
                  </a:cubicBezTo>
                  <a:cubicBezTo>
                    <a:pt x="2169" y="17266"/>
                    <a:pt x="2402" y="17433"/>
                    <a:pt x="2669" y="17600"/>
                  </a:cubicBezTo>
                  <a:cubicBezTo>
                    <a:pt x="2890" y="17666"/>
                    <a:pt x="3082" y="17849"/>
                    <a:pt x="3283" y="17849"/>
                  </a:cubicBezTo>
                  <a:cubicBezTo>
                    <a:pt x="3385" y="17849"/>
                    <a:pt x="3490" y="17802"/>
                    <a:pt x="3603" y="17666"/>
                  </a:cubicBezTo>
                  <a:lnTo>
                    <a:pt x="3570" y="17666"/>
                  </a:lnTo>
                  <a:cubicBezTo>
                    <a:pt x="3703" y="17666"/>
                    <a:pt x="3770" y="17566"/>
                    <a:pt x="3836" y="17433"/>
                  </a:cubicBezTo>
                  <a:lnTo>
                    <a:pt x="3836" y="17500"/>
                  </a:lnTo>
                  <a:cubicBezTo>
                    <a:pt x="4003" y="17199"/>
                    <a:pt x="4003" y="16899"/>
                    <a:pt x="3770" y="16666"/>
                  </a:cubicBezTo>
                  <a:cubicBezTo>
                    <a:pt x="3736" y="16532"/>
                    <a:pt x="3670" y="16499"/>
                    <a:pt x="3536" y="16432"/>
                  </a:cubicBezTo>
                  <a:cubicBezTo>
                    <a:pt x="3436" y="16232"/>
                    <a:pt x="3236" y="16332"/>
                    <a:pt x="3103" y="16199"/>
                  </a:cubicBezTo>
                  <a:cubicBezTo>
                    <a:pt x="3069" y="16099"/>
                    <a:pt x="3003" y="16032"/>
                    <a:pt x="2869" y="16032"/>
                  </a:cubicBezTo>
                  <a:cubicBezTo>
                    <a:pt x="2836" y="15865"/>
                    <a:pt x="2569" y="15898"/>
                    <a:pt x="2502" y="15765"/>
                  </a:cubicBezTo>
                  <a:lnTo>
                    <a:pt x="2269" y="15565"/>
                  </a:lnTo>
                  <a:cubicBezTo>
                    <a:pt x="2202" y="15498"/>
                    <a:pt x="2102" y="15431"/>
                    <a:pt x="2069" y="15365"/>
                  </a:cubicBezTo>
                  <a:cubicBezTo>
                    <a:pt x="1902" y="15231"/>
                    <a:pt x="1935" y="15031"/>
                    <a:pt x="1835" y="14931"/>
                  </a:cubicBezTo>
                  <a:cubicBezTo>
                    <a:pt x="1668" y="14664"/>
                    <a:pt x="1668" y="14364"/>
                    <a:pt x="1768" y="14064"/>
                  </a:cubicBezTo>
                  <a:cubicBezTo>
                    <a:pt x="2035" y="13697"/>
                    <a:pt x="1768" y="13263"/>
                    <a:pt x="1935" y="12930"/>
                  </a:cubicBezTo>
                  <a:lnTo>
                    <a:pt x="1935" y="12930"/>
                  </a:lnTo>
                  <a:lnTo>
                    <a:pt x="1935" y="12996"/>
                  </a:lnTo>
                  <a:cubicBezTo>
                    <a:pt x="2269" y="12696"/>
                    <a:pt x="1935" y="12229"/>
                    <a:pt x="2169" y="11896"/>
                  </a:cubicBezTo>
                  <a:lnTo>
                    <a:pt x="2169" y="11896"/>
                  </a:lnTo>
                  <a:lnTo>
                    <a:pt x="2169" y="11929"/>
                  </a:lnTo>
                  <a:cubicBezTo>
                    <a:pt x="2502" y="11662"/>
                    <a:pt x="2169" y="11195"/>
                    <a:pt x="2369" y="10862"/>
                  </a:cubicBezTo>
                  <a:lnTo>
                    <a:pt x="2369" y="10862"/>
                  </a:lnTo>
                  <a:lnTo>
                    <a:pt x="2369" y="10895"/>
                  </a:lnTo>
                  <a:cubicBezTo>
                    <a:pt x="2702" y="10561"/>
                    <a:pt x="2335" y="10161"/>
                    <a:pt x="2569" y="9827"/>
                  </a:cubicBezTo>
                  <a:cubicBezTo>
                    <a:pt x="2836" y="9561"/>
                    <a:pt x="2569" y="9227"/>
                    <a:pt x="2736" y="8927"/>
                  </a:cubicBezTo>
                  <a:lnTo>
                    <a:pt x="2736" y="8927"/>
                  </a:lnTo>
                  <a:lnTo>
                    <a:pt x="2736" y="8994"/>
                  </a:lnTo>
                  <a:cubicBezTo>
                    <a:pt x="3036" y="8727"/>
                    <a:pt x="2769" y="8393"/>
                    <a:pt x="2936" y="8093"/>
                  </a:cubicBezTo>
                  <a:lnTo>
                    <a:pt x="2936" y="8093"/>
                  </a:lnTo>
                  <a:lnTo>
                    <a:pt x="2936" y="8160"/>
                  </a:lnTo>
                  <a:cubicBezTo>
                    <a:pt x="3236" y="7893"/>
                    <a:pt x="3003" y="7526"/>
                    <a:pt x="3169" y="7259"/>
                  </a:cubicBezTo>
                  <a:lnTo>
                    <a:pt x="3169" y="7259"/>
                  </a:lnTo>
                  <a:lnTo>
                    <a:pt x="3169" y="7326"/>
                  </a:lnTo>
                  <a:cubicBezTo>
                    <a:pt x="3436" y="7059"/>
                    <a:pt x="3169" y="6692"/>
                    <a:pt x="3369" y="6425"/>
                  </a:cubicBezTo>
                  <a:cubicBezTo>
                    <a:pt x="3536" y="6258"/>
                    <a:pt x="3403" y="5991"/>
                    <a:pt x="3536" y="5758"/>
                  </a:cubicBezTo>
                  <a:cubicBezTo>
                    <a:pt x="3770" y="5591"/>
                    <a:pt x="3603" y="5324"/>
                    <a:pt x="3736" y="5091"/>
                  </a:cubicBezTo>
                  <a:lnTo>
                    <a:pt x="3736" y="5091"/>
                  </a:lnTo>
                  <a:lnTo>
                    <a:pt x="3736" y="5157"/>
                  </a:lnTo>
                  <a:cubicBezTo>
                    <a:pt x="4003" y="4991"/>
                    <a:pt x="3836" y="4690"/>
                    <a:pt x="3937" y="4490"/>
                  </a:cubicBezTo>
                  <a:lnTo>
                    <a:pt x="3937" y="4490"/>
                  </a:lnTo>
                  <a:lnTo>
                    <a:pt x="3937" y="4524"/>
                  </a:lnTo>
                  <a:cubicBezTo>
                    <a:pt x="4203" y="4357"/>
                    <a:pt x="4003" y="4057"/>
                    <a:pt x="4170" y="3857"/>
                  </a:cubicBezTo>
                  <a:cubicBezTo>
                    <a:pt x="4404" y="3690"/>
                    <a:pt x="4203" y="3356"/>
                    <a:pt x="4370" y="3189"/>
                  </a:cubicBezTo>
                  <a:cubicBezTo>
                    <a:pt x="4570" y="3056"/>
                    <a:pt x="4370" y="2722"/>
                    <a:pt x="4570" y="2556"/>
                  </a:cubicBezTo>
                  <a:cubicBezTo>
                    <a:pt x="4704" y="2422"/>
                    <a:pt x="4670" y="2255"/>
                    <a:pt x="4737" y="2089"/>
                  </a:cubicBezTo>
                  <a:lnTo>
                    <a:pt x="4737" y="2122"/>
                  </a:lnTo>
                  <a:cubicBezTo>
                    <a:pt x="5037" y="2022"/>
                    <a:pt x="4770" y="1688"/>
                    <a:pt x="5004" y="1522"/>
                  </a:cubicBezTo>
                  <a:cubicBezTo>
                    <a:pt x="5104" y="1388"/>
                    <a:pt x="5071" y="1188"/>
                    <a:pt x="5204" y="1055"/>
                  </a:cubicBezTo>
                  <a:cubicBezTo>
                    <a:pt x="5271" y="954"/>
                    <a:pt x="5338" y="854"/>
                    <a:pt x="5371" y="754"/>
                  </a:cubicBezTo>
                  <a:cubicBezTo>
                    <a:pt x="5404" y="554"/>
                    <a:pt x="5371" y="354"/>
                    <a:pt x="5204" y="187"/>
                  </a:cubicBezTo>
                  <a:cubicBezTo>
                    <a:pt x="4909" y="72"/>
                    <a:pt x="4727" y="1"/>
                    <a:pt x="4585" y="1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7"/>
            <p:cNvSpPr/>
            <p:nvPr/>
          </p:nvSpPr>
          <p:spPr>
            <a:xfrm>
              <a:off x="4709375" y="3456600"/>
              <a:ext cx="196000" cy="385675"/>
            </a:xfrm>
            <a:custGeom>
              <a:avLst/>
              <a:gdLst/>
              <a:ahLst/>
              <a:cxnLst/>
              <a:rect l="l" t="t" r="r" b="b"/>
              <a:pathLst>
                <a:path w="7840" h="15427" extrusionOk="0">
                  <a:moveTo>
                    <a:pt x="7343" y="0"/>
                  </a:moveTo>
                  <a:cubicBezTo>
                    <a:pt x="7043" y="0"/>
                    <a:pt x="6764" y="190"/>
                    <a:pt x="6505" y="320"/>
                  </a:cubicBezTo>
                  <a:cubicBezTo>
                    <a:pt x="6171" y="487"/>
                    <a:pt x="6471" y="820"/>
                    <a:pt x="6672" y="1154"/>
                  </a:cubicBezTo>
                  <a:cubicBezTo>
                    <a:pt x="6169" y="986"/>
                    <a:pt x="5745" y="766"/>
                    <a:pt x="5342" y="766"/>
                  </a:cubicBezTo>
                  <a:cubicBezTo>
                    <a:pt x="5103" y="766"/>
                    <a:pt x="4872" y="843"/>
                    <a:pt x="4637" y="1054"/>
                  </a:cubicBezTo>
                  <a:cubicBezTo>
                    <a:pt x="4622" y="1099"/>
                    <a:pt x="4580" y="1117"/>
                    <a:pt x="4529" y="1117"/>
                  </a:cubicBezTo>
                  <a:cubicBezTo>
                    <a:pt x="4467" y="1117"/>
                    <a:pt x="4392" y="1091"/>
                    <a:pt x="4337" y="1054"/>
                  </a:cubicBezTo>
                  <a:cubicBezTo>
                    <a:pt x="4012" y="833"/>
                    <a:pt x="3708" y="696"/>
                    <a:pt x="3428" y="696"/>
                  </a:cubicBezTo>
                  <a:cubicBezTo>
                    <a:pt x="3075" y="696"/>
                    <a:pt x="2763" y="914"/>
                    <a:pt x="2502" y="1454"/>
                  </a:cubicBezTo>
                  <a:cubicBezTo>
                    <a:pt x="2369" y="1654"/>
                    <a:pt x="2002" y="1821"/>
                    <a:pt x="1668" y="1888"/>
                  </a:cubicBezTo>
                  <a:cubicBezTo>
                    <a:pt x="1268" y="1988"/>
                    <a:pt x="801" y="2021"/>
                    <a:pt x="367" y="2288"/>
                  </a:cubicBezTo>
                  <a:cubicBezTo>
                    <a:pt x="200" y="2555"/>
                    <a:pt x="167" y="2889"/>
                    <a:pt x="100" y="3189"/>
                  </a:cubicBezTo>
                  <a:cubicBezTo>
                    <a:pt x="34" y="3522"/>
                    <a:pt x="0" y="3889"/>
                    <a:pt x="300" y="4156"/>
                  </a:cubicBezTo>
                  <a:cubicBezTo>
                    <a:pt x="327" y="4262"/>
                    <a:pt x="353" y="4429"/>
                    <a:pt x="429" y="4429"/>
                  </a:cubicBezTo>
                  <a:cubicBezTo>
                    <a:pt x="449" y="4429"/>
                    <a:pt x="473" y="4418"/>
                    <a:pt x="501" y="4390"/>
                  </a:cubicBezTo>
                  <a:cubicBezTo>
                    <a:pt x="795" y="4208"/>
                    <a:pt x="1044" y="3950"/>
                    <a:pt x="1341" y="3950"/>
                  </a:cubicBezTo>
                  <a:cubicBezTo>
                    <a:pt x="1480" y="3950"/>
                    <a:pt x="1631" y="4007"/>
                    <a:pt x="1801" y="4156"/>
                  </a:cubicBezTo>
                  <a:cubicBezTo>
                    <a:pt x="1837" y="4185"/>
                    <a:pt x="1868" y="4196"/>
                    <a:pt x="1895" y="4196"/>
                  </a:cubicBezTo>
                  <a:cubicBezTo>
                    <a:pt x="1997" y="4196"/>
                    <a:pt x="2049" y="4035"/>
                    <a:pt x="2102" y="3956"/>
                  </a:cubicBezTo>
                  <a:cubicBezTo>
                    <a:pt x="2202" y="3689"/>
                    <a:pt x="2335" y="3389"/>
                    <a:pt x="2369" y="3155"/>
                  </a:cubicBezTo>
                  <a:cubicBezTo>
                    <a:pt x="2423" y="2744"/>
                    <a:pt x="2591" y="2603"/>
                    <a:pt x="2890" y="2603"/>
                  </a:cubicBezTo>
                  <a:cubicBezTo>
                    <a:pt x="2954" y="2603"/>
                    <a:pt x="3025" y="2610"/>
                    <a:pt x="3102" y="2622"/>
                  </a:cubicBezTo>
                  <a:cubicBezTo>
                    <a:pt x="3194" y="2633"/>
                    <a:pt x="3286" y="2638"/>
                    <a:pt x="3376" y="2638"/>
                  </a:cubicBezTo>
                  <a:cubicBezTo>
                    <a:pt x="3840" y="2638"/>
                    <a:pt x="4274" y="2490"/>
                    <a:pt x="4637" y="2155"/>
                  </a:cubicBezTo>
                  <a:cubicBezTo>
                    <a:pt x="4739" y="2053"/>
                    <a:pt x="4829" y="2013"/>
                    <a:pt x="4936" y="2013"/>
                  </a:cubicBezTo>
                  <a:cubicBezTo>
                    <a:pt x="5005" y="2013"/>
                    <a:pt x="5080" y="2029"/>
                    <a:pt x="5171" y="2055"/>
                  </a:cubicBezTo>
                  <a:cubicBezTo>
                    <a:pt x="5804" y="2221"/>
                    <a:pt x="5871" y="2655"/>
                    <a:pt x="5938" y="3189"/>
                  </a:cubicBezTo>
                  <a:cubicBezTo>
                    <a:pt x="6004" y="4323"/>
                    <a:pt x="5604" y="5457"/>
                    <a:pt x="6171" y="6524"/>
                  </a:cubicBezTo>
                  <a:cubicBezTo>
                    <a:pt x="6171" y="6558"/>
                    <a:pt x="6171" y="6658"/>
                    <a:pt x="6138" y="6691"/>
                  </a:cubicBezTo>
                  <a:cubicBezTo>
                    <a:pt x="6004" y="6825"/>
                    <a:pt x="5704" y="6791"/>
                    <a:pt x="5804" y="7025"/>
                  </a:cubicBezTo>
                  <a:cubicBezTo>
                    <a:pt x="5838" y="7158"/>
                    <a:pt x="6171" y="7125"/>
                    <a:pt x="5971" y="7358"/>
                  </a:cubicBezTo>
                  <a:cubicBezTo>
                    <a:pt x="5838" y="7492"/>
                    <a:pt x="5671" y="7625"/>
                    <a:pt x="5604" y="7725"/>
                  </a:cubicBezTo>
                  <a:cubicBezTo>
                    <a:pt x="5504" y="7859"/>
                    <a:pt x="5504" y="8026"/>
                    <a:pt x="5504" y="8159"/>
                  </a:cubicBezTo>
                  <a:cubicBezTo>
                    <a:pt x="5537" y="8826"/>
                    <a:pt x="5337" y="9393"/>
                    <a:pt x="5204" y="10027"/>
                  </a:cubicBezTo>
                  <a:cubicBezTo>
                    <a:pt x="5137" y="10361"/>
                    <a:pt x="5104" y="10661"/>
                    <a:pt x="5304" y="11028"/>
                  </a:cubicBezTo>
                  <a:cubicBezTo>
                    <a:pt x="5537" y="11495"/>
                    <a:pt x="5371" y="11662"/>
                    <a:pt x="4870" y="11662"/>
                  </a:cubicBezTo>
                  <a:cubicBezTo>
                    <a:pt x="4772" y="11662"/>
                    <a:pt x="4674" y="11604"/>
                    <a:pt x="4576" y="11604"/>
                  </a:cubicBezTo>
                  <a:cubicBezTo>
                    <a:pt x="4507" y="11604"/>
                    <a:pt x="4439" y="11632"/>
                    <a:pt x="4370" y="11728"/>
                  </a:cubicBezTo>
                  <a:cubicBezTo>
                    <a:pt x="4470" y="12095"/>
                    <a:pt x="4603" y="12495"/>
                    <a:pt x="4537" y="12862"/>
                  </a:cubicBezTo>
                  <a:cubicBezTo>
                    <a:pt x="4537" y="13104"/>
                    <a:pt x="4580" y="13216"/>
                    <a:pt x="4706" y="13216"/>
                  </a:cubicBezTo>
                  <a:cubicBezTo>
                    <a:pt x="4770" y="13216"/>
                    <a:pt x="4857" y="13186"/>
                    <a:pt x="4970" y="13129"/>
                  </a:cubicBezTo>
                  <a:cubicBezTo>
                    <a:pt x="4998" y="13115"/>
                    <a:pt x="5022" y="13109"/>
                    <a:pt x="5044" y="13109"/>
                  </a:cubicBezTo>
                  <a:cubicBezTo>
                    <a:pt x="5178" y="13109"/>
                    <a:pt x="5195" y="13352"/>
                    <a:pt x="5137" y="13496"/>
                  </a:cubicBezTo>
                  <a:cubicBezTo>
                    <a:pt x="5037" y="13663"/>
                    <a:pt x="4837" y="13730"/>
                    <a:pt x="4704" y="13830"/>
                  </a:cubicBezTo>
                  <a:cubicBezTo>
                    <a:pt x="4270" y="14130"/>
                    <a:pt x="4036" y="14397"/>
                    <a:pt x="4770" y="14664"/>
                  </a:cubicBezTo>
                  <a:cubicBezTo>
                    <a:pt x="5037" y="14797"/>
                    <a:pt x="5004" y="15131"/>
                    <a:pt x="5037" y="15398"/>
                  </a:cubicBezTo>
                  <a:cubicBezTo>
                    <a:pt x="5079" y="15418"/>
                    <a:pt x="5110" y="15426"/>
                    <a:pt x="5139" y="15426"/>
                  </a:cubicBezTo>
                  <a:cubicBezTo>
                    <a:pt x="5204" y="15426"/>
                    <a:pt x="5256" y="15387"/>
                    <a:pt x="5371" y="15364"/>
                  </a:cubicBezTo>
                  <a:cubicBezTo>
                    <a:pt x="5437" y="15231"/>
                    <a:pt x="5437" y="15131"/>
                    <a:pt x="5437" y="14997"/>
                  </a:cubicBezTo>
                  <a:cubicBezTo>
                    <a:pt x="5638" y="14697"/>
                    <a:pt x="5437" y="14363"/>
                    <a:pt x="5604" y="14063"/>
                  </a:cubicBezTo>
                  <a:cubicBezTo>
                    <a:pt x="5537" y="14030"/>
                    <a:pt x="5537" y="13963"/>
                    <a:pt x="5604" y="13896"/>
                  </a:cubicBezTo>
                  <a:cubicBezTo>
                    <a:pt x="5804" y="13663"/>
                    <a:pt x="5537" y="13296"/>
                    <a:pt x="5771" y="13029"/>
                  </a:cubicBezTo>
                  <a:cubicBezTo>
                    <a:pt x="5704" y="12996"/>
                    <a:pt x="5704" y="12896"/>
                    <a:pt x="5771" y="12862"/>
                  </a:cubicBezTo>
                  <a:cubicBezTo>
                    <a:pt x="5971" y="12629"/>
                    <a:pt x="5704" y="12229"/>
                    <a:pt x="5938" y="11995"/>
                  </a:cubicBezTo>
                  <a:cubicBezTo>
                    <a:pt x="6171" y="11561"/>
                    <a:pt x="5838" y="11061"/>
                    <a:pt x="6105" y="10661"/>
                  </a:cubicBezTo>
                  <a:cubicBezTo>
                    <a:pt x="6038" y="10627"/>
                    <a:pt x="6038" y="10527"/>
                    <a:pt x="6105" y="10494"/>
                  </a:cubicBezTo>
                  <a:cubicBezTo>
                    <a:pt x="6305" y="10227"/>
                    <a:pt x="6038" y="9860"/>
                    <a:pt x="6271" y="9627"/>
                  </a:cubicBezTo>
                  <a:cubicBezTo>
                    <a:pt x="6505" y="9360"/>
                    <a:pt x="6271" y="8993"/>
                    <a:pt x="6471" y="8726"/>
                  </a:cubicBezTo>
                  <a:cubicBezTo>
                    <a:pt x="6772" y="8393"/>
                    <a:pt x="6438" y="7992"/>
                    <a:pt x="6672" y="7659"/>
                  </a:cubicBezTo>
                  <a:cubicBezTo>
                    <a:pt x="6938" y="7392"/>
                    <a:pt x="6672" y="7025"/>
                    <a:pt x="6872" y="6791"/>
                  </a:cubicBezTo>
                  <a:cubicBezTo>
                    <a:pt x="7105" y="6491"/>
                    <a:pt x="6872" y="6158"/>
                    <a:pt x="7039" y="5857"/>
                  </a:cubicBezTo>
                  <a:cubicBezTo>
                    <a:pt x="7005" y="5791"/>
                    <a:pt x="7005" y="5724"/>
                    <a:pt x="7039" y="5691"/>
                  </a:cubicBezTo>
                  <a:cubicBezTo>
                    <a:pt x="7205" y="5490"/>
                    <a:pt x="7039" y="5190"/>
                    <a:pt x="7205" y="4990"/>
                  </a:cubicBezTo>
                  <a:cubicBezTo>
                    <a:pt x="7172" y="4890"/>
                    <a:pt x="7172" y="4857"/>
                    <a:pt x="7205" y="4823"/>
                  </a:cubicBezTo>
                  <a:cubicBezTo>
                    <a:pt x="7439" y="4556"/>
                    <a:pt x="7172" y="4189"/>
                    <a:pt x="7372" y="3956"/>
                  </a:cubicBezTo>
                  <a:cubicBezTo>
                    <a:pt x="7539" y="3722"/>
                    <a:pt x="7439" y="3489"/>
                    <a:pt x="7472" y="3222"/>
                  </a:cubicBezTo>
                  <a:cubicBezTo>
                    <a:pt x="7572" y="2855"/>
                    <a:pt x="7339" y="2388"/>
                    <a:pt x="7639" y="2021"/>
                  </a:cubicBezTo>
                  <a:cubicBezTo>
                    <a:pt x="7672" y="1955"/>
                    <a:pt x="7706" y="1854"/>
                    <a:pt x="7706" y="1788"/>
                  </a:cubicBezTo>
                  <a:cubicBezTo>
                    <a:pt x="7706" y="1454"/>
                    <a:pt x="7772" y="1121"/>
                    <a:pt x="7772" y="720"/>
                  </a:cubicBezTo>
                  <a:cubicBezTo>
                    <a:pt x="7772" y="487"/>
                    <a:pt x="7839" y="187"/>
                    <a:pt x="7606" y="53"/>
                  </a:cubicBezTo>
                  <a:cubicBezTo>
                    <a:pt x="7516" y="16"/>
                    <a:pt x="7429" y="0"/>
                    <a:pt x="7343" y="0"/>
                  </a:cubicBezTo>
                  <a:close/>
                </a:path>
              </a:pathLst>
            </a:custGeom>
            <a:solidFill>
              <a:srgbClr val="6BA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7"/>
            <p:cNvSpPr/>
            <p:nvPr/>
          </p:nvSpPr>
          <p:spPr>
            <a:xfrm>
              <a:off x="2749625" y="1070200"/>
              <a:ext cx="333600" cy="404150"/>
            </a:xfrm>
            <a:custGeom>
              <a:avLst/>
              <a:gdLst/>
              <a:ahLst/>
              <a:cxnLst/>
              <a:rect l="l" t="t" r="r" b="b"/>
              <a:pathLst>
                <a:path w="13344" h="16166" extrusionOk="0">
                  <a:moveTo>
                    <a:pt x="1702" y="13717"/>
                  </a:moveTo>
                  <a:cubicBezTo>
                    <a:pt x="1759" y="13756"/>
                    <a:pt x="1751" y="13772"/>
                    <a:pt x="1727" y="13791"/>
                  </a:cubicBezTo>
                  <a:lnTo>
                    <a:pt x="1727" y="13791"/>
                  </a:lnTo>
                  <a:cubicBezTo>
                    <a:pt x="1734" y="13769"/>
                    <a:pt x="1728" y="13743"/>
                    <a:pt x="1702" y="13717"/>
                  </a:cubicBezTo>
                  <a:close/>
                  <a:moveTo>
                    <a:pt x="11068" y="0"/>
                  </a:moveTo>
                  <a:cubicBezTo>
                    <a:pt x="9957" y="0"/>
                    <a:pt x="8880" y="243"/>
                    <a:pt x="7805" y="243"/>
                  </a:cubicBezTo>
                  <a:cubicBezTo>
                    <a:pt x="7750" y="243"/>
                    <a:pt x="7695" y="242"/>
                    <a:pt x="7640" y="241"/>
                  </a:cubicBezTo>
                  <a:cubicBezTo>
                    <a:pt x="7608" y="233"/>
                    <a:pt x="7579" y="229"/>
                    <a:pt x="7551" y="229"/>
                  </a:cubicBezTo>
                  <a:cubicBezTo>
                    <a:pt x="7461" y="229"/>
                    <a:pt x="7390" y="272"/>
                    <a:pt x="7339" y="374"/>
                  </a:cubicBezTo>
                  <a:cubicBezTo>
                    <a:pt x="6839" y="441"/>
                    <a:pt x="6372" y="575"/>
                    <a:pt x="5872" y="708"/>
                  </a:cubicBezTo>
                  <a:cubicBezTo>
                    <a:pt x="5738" y="708"/>
                    <a:pt x="5672" y="741"/>
                    <a:pt x="5638" y="841"/>
                  </a:cubicBezTo>
                  <a:cubicBezTo>
                    <a:pt x="5471" y="908"/>
                    <a:pt x="5305" y="875"/>
                    <a:pt x="5171" y="1042"/>
                  </a:cubicBezTo>
                  <a:cubicBezTo>
                    <a:pt x="5038" y="1108"/>
                    <a:pt x="4871" y="1108"/>
                    <a:pt x="4738" y="1242"/>
                  </a:cubicBezTo>
                  <a:cubicBezTo>
                    <a:pt x="4571" y="1442"/>
                    <a:pt x="4304" y="1242"/>
                    <a:pt x="4137" y="1509"/>
                  </a:cubicBezTo>
                  <a:cubicBezTo>
                    <a:pt x="4004" y="1609"/>
                    <a:pt x="3837" y="1575"/>
                    <a:pt x="3704" y="1742"/>
                  </a:cubicBezTo>
                  <a:cubicBezTo>
                    <a:pt x="3570" y="1876"/>
                    <a:pt x="3370" y="1842"/>
                    <a:pt x="3303" y="2009"/>
                  </a:cubicBezTo>
                  <a:cubicBezTo>
                    <a:pt x="3170" y="2042"/>
                    <a:pt x="3070" y="2076"/>
                    <a:pt x="3003" y="2176"/>
                  </a:cubicBezTo>
                  <a:cubicBezTo>
                    <a:pt x="2903" y="2276"/>
                    <a:pt x="2736" y="2343"/>
                    <a:pt x="2669" y="2443"/>
                  </a:cubicBezTo>
                  <a:cubicBezTo>
                    <a:pt x="2569" y="2509"/>
                    <a:pt x="2503" y="2576"/>
                    <a:pt x="2469" y="2676"/>
                  </a:cubicBezTo>
                  <a:cubicBezTo>
                    <a:pt x="2369" y="2743"/>
                    <a:pt x="2303" y="2843"/>
                    <a:pt x="2236" y="2910"/>
                  </a:cubicBezTo>
                  <a:cubicBezTo>
                    <a:pt x="2169" y="3010"/>
                    <a:pt x="2069" y="3076"/>
                    <a:pt x="2036" y="3176"/>
                  </a:cubicBezTo>
                  <a:cubicBezTo>
                    <a:pt x="1969" y="3243"/>
                    <a:pt x="1869" y="3343"/>
                    <a:pt x="1836" y="3410"/>
                  </a:cubicBezTo>
                  <a:cubicBezTo>
                    <a:pt x="1702" y="3510"/>
                    <a:pt x="1735" y="3710"/>
                    <a:pt x="1635" y="3844"/>
                  </a:cubicBezTo>
                  <a:cubicBezTo>
                    <a:pt x="1535" y="3910"/>
                    <a:pt x="1469" y="4010"/>
                    <a:pt x="1402" y="4077"/>
                  </a:cubicBezTo>
                  <a:cubicBezTo>
                    <a:pt x="1168" y="4244"/>
                    <a:pt x="1369" y="4577"/>
                    <a:pt x="1202" y="4744"/>
                  </a:cubicBezTo>
                  <a:cubicBezTo>
                    <a:pt x="968" y="5011"/>
                    <a:pt x="1202" y="5378"/>
                    <a:pt x="1002" y="5612"/>
                  </a:cubicBezTo>
                  <a:cubicBezTo>
                    <a:pt x="801" y="5778"/>
                    <a:pt x="968" y="6079"/>
                    <a:pt x="801" y="6279"/>
                  </a:cubicBezTo>
                  <a:cubicBezTo>
                    <a:pt x="535" y="6546"/>
                    <a:pt x="801" y="6946"/>
                    <a:pt x="501" y="7146"/>
                  </a:cubicBezTo>
                  <a:cubicBezTo>
                    <a:pt x="468" y="7279"/>
                    <a:pt x="468" y="7379"/>
                    <a:pt x="468" y="7480"/>
                  </a:cubicBezTo>
                  <a:cubicBezTo>
                    <a:pt x="468" y="7947"/>
                    <a:pt x="635" y="8447"/>
                    <a:pt x="435" y="8914"/>
                  </a:cubicBezTo>
                  <a:cubicBezTo>
                    <a:pt x="334" y="10915"/>
                    <a:pt x="1" y="12917"/>
                    <a:pt x="334" y="14918"/>
                  </a:cubicBezTo>
                  <a:cubicBezTo>
                    <a:pt x="334" y="15218"/>
                    <a:pt x="301" y="15552"/>
                    <a:pt x="368" y="15852"/>
                  </a:cubicBezTo>
                  <a:cubicBezTo>
                    <a:pt x="436" y="16074"/>
                    <a:pt x="539" y="16165"/>
                    <a:pt x="660" y="16165"/>
                  </a:cubicBezTo>
                  <a:cubicBezTo>
                    <a:pt x="774" y="16165"/>
                    <a:pt x="905" y="16082"/>
                    <a:pt x="1035" y="15952"/>
                  </a:cubicBezTo>
                  <a:cubicBezTo>
                    <a:pt x="868" y="15619"/>
                    <a:pt x="835" y="15352"/>
                    <a:pt x="1202" y="14785"/>
                  </a:cubicBezTo>
                  <a:cubicBezTo>
                    <a:pt x="1268" y="14685"/>
                    <a:pt x="1268" y="14585"/>
                    <a:pt x="1268" y="14518"/>
                  </a:cubicBezTo>
                  <a:cubicBezTo>
                    <a:pt x="1202" y="14184"/>
                    <a:pt x="1268" y="13917"/>
                    <a:pt x="1635" y="13851"/>
                  </a:cubicBezTo>
                  <a:cubicBezTo>
                    <a:pt x="1648" y="13851"/>
                    <a:pt x="1661" y="13848"/>
                    <a:pt x="1672" y="13844"/>
                  </a:cubicBezTo>
                  <a:lnTo>
                    <a:pt x="1672" y="13844"/>
                  </a:lnTo>
                  <a:cubicBezTo>
                    <a:pt x="1671" y="13846"/>
                    <a:pt x="1670" y="13848"/>
                    <a:pt x="1669" y="13851"/>
                  </a:cubicBezTo>
                  <a:cubicBezTo>
                    <a:pt x="1435" y="14084"/>
                    <a:pt x="1502" y="14251"/>
                    <a:pt x="1802" y="14351"/>
                  </a:cubicBezTo>
                  <a:cubicBezTo>
                    <a:pt x="1847" y="14362"/>
                    <a:pt x="1884" y="14366"/>
                    <a:pt x="1917" y="14366"/>
                  </a:cubicBezTo>
                  <a:cubicBezTo>
                    <a:pt x="1984" y="14366"/>
                    <a:pt x="2036" y="14351"/>
                    <a:pt x="2102" y="14351"/>
                  </a:cubicBezTo>
                  <a:cubicBezTo>
                    <a:pt x="2436" y="14218"/>
                    <a:pt x="2803" y="14251"/>
                    <a:pt x="3170" y="14118"/>
                  </a:cubicBezTo>
                  <a:cubicBezTo>
                    <a:pt x="3270" y="14084"/>
                    <a:pt x="3337" y="14051"/>
                    <a:pt x="3370" y="13951"/>
                  </a:cubicBezTo>
                  <a:cubicBezTo>
                    <a:pt x="3437" y="13851"/>
                    <a:pt x="3503" y="13717"/>
                    <a:pt x="3503" y="13551"/>
                  </a:cubicBezTo>
                  <a:cubicBezTo>
                    <a:pt x="3470" y="13450"/>
                    <a:pt x="3437" y="13384"/>
                    <a:pt x="3337" y="13284"/>
                  </a:cubicBezTo>
                  <a:cubicBezTo>
                    <a:pt x="3262" y="13291"/>
                    <a:pt x="3190" y="13295"/>
                    <a:pt x="3119" y="13295"/>
                  </a:cubicBezTo>
                  <a:cubicBezTo>
                    <a:pt x="2585" y="13295"/>
                    <a:pt x="2140" y="13086"/>
                    <a:pt x="1669" y="12850"/>
                  </a:cubicBezTo>
                  <a:cubicBezTo>
                    <a:pt x="868" y="12416"/>
                    <a:pt x="835" y="12216"/>
                    <a:pt x="1535" y="11716"/>
                  </a:cubicBezTo>
                  <a:cubicBezTo>
                    <a:pt x="2202" y="11216"/>
                    <a:pt x="2603" y="10615"/>
                    <a:pt x="2336" y="9781"/>
                  </a:cubicBezTo>
                  <a:cubicBezTo>
                    <a:pt x="2169" y="9247"/>
                    <a:pt x="2703" y="8547"/>
                    <a:pt x="1936" y="8180"/>
                  </a:cubicBezTo>
                  <a:cubicBezTo>
                    <a:pt x="1913" y="8165"/>
                    <a:pt x="1895" y="8160"/>
                    <a:pt x="1882" y="8160"/>
                  </a:cubicBezTo>
                  <a:cubicBezTo>
                    <a:pt x="1859" y="8160"/>
                    <a:pt x="1849" y="8175"/>
                    <a:pt x="1849" y="8175"/>
                  </a:cubicBezTo>
                  <a:cubicBezTo>
                    <a:pt x="1849" y="8175"/>
                    <a:pt x="1857" y="8163"/>
                    <a:pt x="1869" y="8113"/>
                  </a:cubicBezTo>
                  <a:cubicBezTo>
                    <a:pt x="1936" y="8013"/>
                    <a:pt x="2036" y="8013"/>
                    <a:pt x="2136" y="7913"/>
                  </a:cubicBezTo>
                  <a:cubicBezTo>
                    <a:pt x="2836" y="7279"/>
                    <a:pt x="2436" y="6912"/>
                    <a:pt x="1802" y="6546"/>
                  </a:cubicBezTo>
                  <a:lnTo>
                    <a:pt x="1802" y="6546"/>
                  </a:lnTo>
                  <a:cubicBezTo>
                    <a:pt x="1924" y="6578"/>
                    <a:pt x="2037" y="6595"/>
                    <a:pt x="2142" y="6595"/>
                  </a:cubicBezTo>
                  <a:cubicBezTo>
                    <a:pt x="2471" y="6595"/>
                    <a:pt x="2718" y="6432"/>
                    <a:pt x="2870" y="6079"/>
                  </a:cubicBezTo>
                  <a:cubicBezTo>
                    <a:pt x="3036" y="5712"/>
                    <a:pt x="3170" y="5345"/>
                    <a:pt x="2669" y="5078"/>
                  </a:cubicBezTo>
                  <a:cubicBezTo>
                    <a:pt x="2603" y="5044"/>
                    <a:pt x="2469" y="5011"/>
                    <a:pt x="2369" y="5011"/>
                  </a:cubicBezTo>
                  <a:cubicBezTo>
                    <a:pt x="2328" y="4994"/>
                    <a:pt x="2284" y="4990"/>
                    <a:pt x="2239" y="4990"/>
                  </a:cubicBezTo>
                  <a:cubicBezTo>
                    <a:pt x="2195" y="4990"/>
                    <a:pt x="2150" y="4994"/>
                    <a:pt x="2107" y="4994"/>
                  </a:cubicBezTo>
                  <a:cubicBezTo>
                    <a:pt x="2019" y="4994"/>
                    <a:pt x="1936" y="4978"/>
                    <a:pt x="1869" y="4878"/>
                  </a:cubicBezTo>
                  <a:cubicBezTo>
                    <a:pt x="2002" y="4711"/>
                    <a:pt x="2152" y="4669"/>
                    <a:pt x="2311" y="4669"/>
                  </a:cubicBezTo>
                  <a:cubicBezTo>
                    <a:pt x="2469" y="4669"/>
                    <a:pt x="2636" y="4711"/>
                    <a:pt x="2803" y="4711"/>
                  </a:cubicBezTo>
                  <a:cubicBezTo>
                    <a:pt x="2824" y="4712"/>
                    <a:pt x="2845" y="4712"/>
                    <a:pt x="2865" y="4712"/>
                  </a:cubicBezTo>
                  <a:cubicBezTo>
                    <a:pt x="3653" y="4712"/>
                    <a:pt x="3959" y="4092"/>
                    <a:pt x="3503" y="3377"/>
                  </a:cubicBezTo>
                  <a:cubicBezTo>
                    <a:pt x="3437" y="3210"/>
                    <a:pt x="3103" y="3210"/>
                    <a:pt x="3170" y="2943"/>
                  </a:cubicBezTo>
                  <a:cubicBezTo>
                    <a:pt x="3770" y="2376"/>
                    <a:pt x="4504" y="2242"/>
                    <a:pt x="5171" y="1909"/>
                  </a:cubicBezTo>
                  <a:cubicBezTo>
                    <a:pt x="5248" y="1870"/>
                    <a:pt x="5336" y="1810"/>
                    <a:pt x="5422" y="1810"/>
                  </a:cubicBezTo>
                  <a:cubicBezTo>
                    <a:pt x="5485" y="1810"/>
                    <a:pt x="5548" y="1843"/>
                    <a:pt x="5605" y="1942"/>
                  </a:cubicBezTo>
                  <a:cubicBezTo>
                    <a:pt x="5756" y="2328"/>
                    <a:pt x="5902" y="2469"/>
                    <a:pt x="6045" y="2469"/>
                  </a:cubicBezTo>
                  <a:cubicBezTo>
                    <a:pt x="6247" y="2469"/>
                    <a:pt x="6443" y="2183"/>
                    <a:pt x="6639" y="1909"/>
                  </a:cubicBezTo>
                  <a:cubicBezTo>
                    <a:pt x="6752" y="1773"/>
                    <a:pt x="6850" y="1637"/>
                    <a:pt x="6985" y="1637"/>
                  </a:cubicBezTo>
                  <a:cubicBezTo>
                    <a:pt x="7049" y="1637"/>
                    <a:pt x="7120" y="1667"/>
                    <a:pt x="7206" y="1742"/>
                  </a:cubicBezTo>
                  <a:cubicBezTo>
                    <a:pt x="7406" y="1907"/>
                    <a:pt x="7586" y="1976"/>
                    <a:pt x="7750" y="1976"/>
                  </a:cubicBezTo>
                  <a:cubicBezTo>
                    <a:pt x="8052" y="1976"/>
                    <a:pt x="8303" y="1744"/>
                    <a:pt x="8540" y="1442"/>
                  </a:cubicBezTo>
                  <a:cubicBezTo>
                    <a:pt x="8674" y="1175"/>
                    <a:pt x="8707" y="841"/>
                    <a:pt x="9107" y="775"/>
                  </a:cubicBezTo>
                  <a:cubicBezTo>
                    <a:pt x="9174" y="741"/>
                    <a:pt x="9274" y="741"/>
                    <a:pt x="9341" y="741"/>
                  </a:cubicBezTo>
                  <a:lnTo>
                    <a:pt x="9608" y="741"/>
                  </a:lnTo>
                  <a:cubicBezTo>
                    <a:pt x="9775" y="741"/>
                    <a:pt x="9941" y="775"/>
                    <a:pt x="10108" y="841"/>
                  </a:cubicBezTo>
                  <a:cubicBezTo>
                    <a:pt x="10175" y="875"/>
                    <a:pt x="10275" y="875"/>
                    <a:pt x="10342" y="875"/>
                  </a:cubicBezTo>
                  <a:cubicBezTo>
                    <a:pt x="10508" y="875"/>
                    <a:pt x="10675" y="841"/>
                    <a:pt x="10842" y="841"/>
                  </a:cubicBezTo>
                  <a:lnTo>
                    <a:pt x="11109" y="841"/>
                  </a:lnTo>
                  <a:cubicBezTo>
                    <a:pt x="11176" y="841"/>
                    <a:pt x="11276" y="775"/>
                    <a:pt x="11342" y="775"/>
                  </a:cubicBezTo>
                  <a:cubicBezTo>
                    <a:pt x="11376" y="741"/>
                    <a:pt x="11442" y="741"/>
                    <a:pt x="11476" y="741"/>
                  </a:cubicBezTo>
                  <a:cubicBezTo>
                    <a:pt x="11525" y="732"/>
                    <a:pt x="11573" y="728"/>
                    <a:pt x="11622" y="728"/>
                  </a:cubicBezTo>
                  <a:cubicBezTo>
                    <a:pt x="11740" y="728"/>
                    <a:pt x="11858" y="751"/>
                    <a:pt x="11976" y="775"/>
                  </a:cubicBezTo>
                  <a:lnTo>
                    <a:pt x="12210" y="775"/>
                  </a:lnTo>
                  <a:cubicBezTo>
                    <a:pt x="12577" y="608"/>
                    <a:pt x="13144" y="775"/>
                    <a:pt x="13344" y="241"/>
                  </a:cubicBezTo>
                  <a:cubicBezTo>
                    <a:pt x="13191" y="112"/>
                    <a:pt x="13025" y="78"/>
                    <a:pt x="12858" y="78"/>
                  </a:cubicBezTo>
                  <a:cubicBezTo>
                    <a:pt x="12673" y="78"/>
                    <a:pt x="12485" y="119"/>
                    <a:pt x="12308" y="119"/>
                  </a:cubicBezTo>
                  <a:cubicBezTo>
                    <a:pt x="12191" y="119"/>
                    <a:pt x="12079" y="101"/>
                    <a:pt x="11976" y="41"/>
                  </a:cubicBezTo>
                  <a:cubicBezTo>
                    <a:pt x="11926" y="58"/>
                    <a:pt x="11893" y="66"/>
                    <a:pt x="11868" y="66"/>
                  </a:cubicBezTo>
                  <a:cubicBezTo>
                    <a:pt x="11843" y="66"/>
                    <a:pt x="11826" y="58"/>
                    <a:pt x="11809" y="41"/>
                  </a:cubicBezTo>
                  <a:cubicBezTo>
                    <a:pt x="11560" y="12"/>
                    <a:pt x="11313" y="0"/>
                    <a:pt x="11068" y="0"/>
                  </a:cubicBezTo>
                  <a:close/>
                </a:path>
              </a:pathLst>
            </a:custGeom>
            <a:solidFill>
              <a:srgbClr val="FF89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7"/>
            <p:cNvSpPr/>
            <p:nvPr/>
          </p:nvSpPr>
          <p:spPr>
            <a:xfrm>
              <a:off x="3408225" y="2996750"/>
              <a:ext cx="69450" cy="365100"/>
            </a:xfrm>
            <a:custGeom>
              <a:avLst/>
              <a:gdLst/>
              <a:ahLst/>
              <a:cxnLst/>
              <a:rect l="l" t="t" r="r" b="b"/>
              <a:pathLst>
                <a:path w="2778" h="14604" extrusionOk="0">
                  <a:moveTo>
                    <a:pt x="1177" y="1"/>
                  </a:moveTo>
                  <a:cubicBezTo>
                    <a:pt x="1110" y="67"/>
                    <a:pt x="1043" y="101"/>
                    <a:pt x="1010" y="301"/>
                  </a:cubicBezTo>
                  <a:cubicBezTo>
                    <a:pt x="943" y="634"/>
                    <a:pt x="810" y="1035"/>
                    <a:pt x="676" y="1368"/>
                  </a:cubicBezTo>
                  <a:cubicBezTo>
                    <a:pt x="676" y="1602"/>
                    <a:pt x="643" y="1802"/>
                    <a:pt x="509" y="2035"/>
                  </a:cubicBezTo>
                  <a:cubicBezTo>
                    <a:pt x="109" y="2936"/>
                    <a:pt x="42" y="3803"/>
                    <a:pt x="843" y="4604"/>
                  </a:cubicBezTo>
                  <a:cubicBezTo>
                    <a:pt x="976" y="4737"/>
                    <a:pt x="1043" y="4938"/>
                    <a:pt x="843" y="5071"/>
                  </a:cubicBezTo>
                  <a:cubicBezTo>
                    <a:pt x="776" y="5071"/>
                    <a:pt x="676" y="5104"/>
                    <a:pt x="609" y="5138"/>
                  </a:cubicBezTo>
                  <a:cubicBezTo>
                    <a:pt x="0" y="6484"/>
                    <a:pt x="192" y="7214"/>
                    <a:pt x="1156" y="7269"/>
                  </a:cubicBezTo>
                  <a:lnTo>
                    <a:pt x="1156" y="7269"/>
                  </a:lnTo>
                  <a:cubicBezTo>
                    <a:pt x="763" y="7277"/>
                    <a:pt x="537" y="7481"/>
                    <a:pt x="476" y="7906"/>
                  </a:cubicBezTo>
                  <a:cubicBezTo>
                    <a:pt x="376" y="8307"/>
                    <a:pt x="543" y="8573"/>
                    <a:pt x="976" y="8707"/>
                  </a:cubicBezTo>
                  <a:cubicBezTo>
                    <a:pt x="1644" y="8907"/>
                    <a:pt x="1043" y="9241"/>
                    <a:pt x="1010" y="9474"/>
                  </a:cubicBezTo>
                  <a:cubicBezTo>
                    <a:pt x="976" y="9574"/>
                    <a:pt x="943" y="9641"/>
                    <a:pt x="943" y="9741"/>
                  </a:cubicBezTo>
                  <a:cubicBezTo>
                    <a:pt x="876" y="9974"/>
                    <a:pt x="943" y="10208"/>
                    <a:pt x="843" y="10408"/>
                  </a:cubicBezTo>
                  <a:cubicBezTo>
                    <a:pt x="810" y="10475"/>
                    <a:pt x="776" y="10575"/>
                    <a:pt x="776" y="10642"/>
                  </a:cubicBezTo>
                  <a:cubicBezTo>
                    <a:pt x="810" y="10708"/>
                    <a:pt x="810" y="10742"/>
                    <a:pt x="810" y="10775"/>
                  </a:cubicBezTo>
                  <a:lnTo>
                    <a:pt x="876" y="10875"/>
                  </a:lnTo>
                  <a:cubicBezTo>
                    <a:pt x="1010" y="10908"/>
                    <a:pt x="1110" y="10908"/>
                    <a:pt x="1177" y="10908"/>
                  </a:cubicBezTo>
                  <a:cubicBezTo>
                    <a:pt x="1341" y="10808"/>
                    <a:pt x="1413" y="10773"/>
                    <a:pt x="1433" y="10773"/>
                  </a:cubicBezTo>
                  <a:cubicBezTo>
                    <a:pt x="1483" y="10773"/>
                    <a:pt x="1231" y="10981"/>
                    <a:pt x="1260" y="10981"/>
                  </a:cubicBezTo>
                  <a:cubicBezTo>
                    <a:pt x="1263" y="10981"/>
                    <a:pt x="1268" y="10979"/>
                    <a:pt x="1277" y="10975"/>
                  </a:cubicBezTo>
                  <a:lnTo>
                    <a:pt x="1277" y="10975"/>
                  </a:lnTo>
                  <a:cubicBezTo>
                    <a:pt x="1143" y="11275"/>
                    <a:pt x="1310" y="11409"/>
                    <a:pt x="1543" y="11542"/>
                  </a:cubicBezTo>
                  <a:cubicBezTo>
                    <a:pt x="1877" y="11709"/>
                    <a:pt x="1944" y="11976"/>
                    <a:pt x="1877" y="12309"/>
                  </a:cubicBezTo>
                  <a:cubicBezTo>
                    <a:pt x="1777" y="13077"/>
                    <a:pt x="2044" y="13744"/>
                    <a:pt x="2211" y="14444"/>
                  </a:cubicBezTo>
                  <a:cubicBezTo>
                    <a:pt x="2308" y="14542"/>
                    <a:pt x="2424" y="14604"/>
                    <a:pt x="2544" y="14604"/>
                  </a:cubicBezTo>
                  <a:cubicBezTo>
                    <a:pt x="2588" y="14604"/>
                    <a:pt x="2633" y="14596"/>
                    <a:pt x="2678" y="14578"/>
                  </a:cubicBezTo>
                  <a:cubicBezTo>
                    <a:pt x="2778" y="14478"/>
                    <a:pt x="2778" y="14378"/>
                    <a:pt x="2778" y="14244"/>
                  </a:cubicBezTo>
                  <a:cubicBezTo>
                    <a:pt x="2711" y="12276"/>
                    <a:pt x="2311" y="10375"/>
                    <a:pt x="2377" y="8407"/>
                  </a:cubicBezTo>
                  <a:cubicBezTo>
                    <a:pt x="2377" y="8273"/>
                    <a:pt x="2344" y="8207"/>
                    <a:pt x="2277" y="8106"/>
                  </a:cubicBezTo>
                  <a:cubicBezTo>
                    <a:pt x="2044" y="7773"/>
                    <a:pt x="2177" y="7373"/>
                    <a:pt x="2144" y="6972"/>
                  </a:cubicBezTo>
                  <a:cubicBezTo>
                    <a:pt x="2010" y="6138"/>
                    <a:pt x="2211" y="5304"/>
                    <a:pt x="1910" y="4471"/>
                  </a:cubicBezTo>
                  <a:cubicBezTo>
                    <a:pt x="1644" y="3370"/>
                    <a:pt x="1977" y="2202"/>
                    <a:pt x="1644" y="1068"/>
                  </a:cubicBezTo>
                  <a:cubicBezTo>
                    <a:pt x="1610" y="1035"/>
                    <a:pt x="1610" y="935"/>
                    <a:pt x="1644" y="901"/>
                  </a:cubicBezTo>
                  <a:cubicBezTo>
                    <a:pt x="1443" y="601"/>
                    <a:pt x="1644" y="234"/>
                    <a:pt x="1377" y="1"/>
                  </a:cubicBezTo>
                  <a:close/>
                </a:path>
              </a:pathLst>
            </a:custGeom>
            <a:solidFill>
              <a:srgbClr val="FFAC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7"/>
            <p:cNvSpPr/>
            <p:nvPr/>
          </p:nvSpPr>
          <p:spPr>
            <a:xfrm>
              <a:off x="3404275" y="2648175"/>
              <a:ext cx="230175" cy="50900"/>
            </a:xfrm>
            <a:custGeom>
              <a:avLst/>
              <a:gdLst/>
              <a:ahLst/>
              <a:cxnLst/>
              <a:rect l="l" t="t" r="r" b="b"/>
              <a:pathLst>
                <a:path w="9207" h="2036" extrusionOk="0">
                  <a:moveTo>
                    <a:pt x="3169" y="0"/>
                  </a:moveTo>
                  <a:cubicBezTo>
                    <a:pt x="2802" y="55"/>
                    <a:pt x="2445" y="80"/>
                    <a:pt x="2087" y="80"/>
                  </a:cubicBezTo>
                  <a:cubicBezTo>
                    <a:pt x="1794" y="80"/>
                    <a:pt x="1501" y="64"/>
                    <a:pt x="1201" y="34"/>
                  </a:cubicBezTo>
                  <a:cubicBezTo>
                    <a:pt x="1001" y="167"/>
                    <a:pt x="701" y="100"/>
                    <a:pt x="467" y="200"/>
                  </a:cubicBezTo>
                  <a:cubicBezTo>
                    <a:pt x="0" y="501"/>
                    <a:pt x="0" y="934"/>
                    <a:pt x="334" y="1335"/>
                  </a:cubicBezTo>
                  <a:cubicBezTo>
                    <a:pt x="667" y="1601"/>
                    <a:pt x="1101" y="1601"/>
                    <a:pt x="1468" y="1601"/>
                  </a:cubicBezTo>
                  <a:cubicBezTo>
                    <a:pt x="1695" y="1594"/>
                    <a:pt x="1921" y="1591"/>
                    <a:pt x="2147" y="1591"/>
                  </a:cubicBezTo>
                  <a:cubicBezTo>
                    <a:pt x="4050" y="1591"/>
                    <a:pt x="5931" y="1826"/>
                    <a:pt x="7839" y="2035"/>
                  </a:cubicBezTo>
                  <a:cubicBezTo>
                    <a:pt x="8206" y="2035"/>
                    <a:pt x="8606" y="2035"/>
                    <a:pt x="8940" y="1768"/>
                  </a:cubicBezTo>
                  <a:cubicBezTo>
                    <a:pt x="9207" y="968"/>
                    <a:pt x="9207" y="968"/>
                    <a:pt x="8373" y="501"/>
                  </a:cubicBezTo>
                  <a:cubicBezTo>
                    <a:pt x="8349" y="454"/>
                    <a:pt x="8326" y="406"/>
                    <a:pt x="8279" y="406"/>
                  </a:cubicBezTo>
                  <a:cubicBezTo>
                    <a:pt x="8259" y="406"/>
                    <a:pt x="8235" y="414"/>
                    <a:pt x="8206" y="434"/>
                  </a:cubicBezTo>
                  <a:cubicBezTo>
                    <a:pt x="8117" y="412"/>
                    <a:pt x="8025" y="408"/>
                    <a:pt x="7929" y="408"/>
                  </a:cubicBezTo>
                  <a:cubicBezTo>
                    <a:pt x="7882" y="408"/>
                    <a:pt x="7834" y="409"/>
                    <a:pt x="7785" y="409"/>
                  </a:cubicBezTo>
                  <a:cubicBezTo>
                    <a:pt x="7639" y="409"/>
                    <a:pt x="7489" y="401"/>
                    <a:pt x="7339" y="334"/>
                  </a:cubicBezTo>
                  <a:cubicBezTo>
                    <a:pt x="7313" y="373"/>
                    <a:pt x="7286" y="387"/>
                    <a:pt x="7262" y="387"/>
                  </a:cubicBezTo>
                  <a:cubicBezTo>
                    <a:pt x="7225" y="387"/>
                    <a:pt x="7192" y="354"/>
                    <a:pt x="7172" y="334"/>
                  </a:cubicBezTo>
                  <a:cubicBezTo>
                    <a:pt x="7006" y="251"/>
                    <a:pt x="6844" y="231"/>
                    <a:pt x="6684" y="231"/>
                  </a:cubicBezTo>
                  <a:cubicBezTo>
                    <a:pt x="6538" y="231"/>
                    <a:pt x="6392" y="248"/>
                    <a:pt x="6246" y="248"/>
                  </a:cubicBezTo>
                  <a:cubicBezTo>
                    <a:pt x="6101" y="248"/>
                    <a:pt x="5954" y="231"/>
                    <a:pt x="5804" y="167"/>
                  </a:cubicBezTo>
                  <a:lnTo>
                    <a:pt x="5704" y="200"/>
                  </a:lnTo>
                  <a:lnTo>
                    <a:pt x="5638" y="167"/>
                  </a:lnTo>
                  <a:cubicBezTo>
                    <a:pt x="5538" y="34"/>
                    <a:pt x="5437" y="34"/>
                    <a:pt x="5304" y="34"/>
                  </a:cubicBezTo>
                  <a:cubicBezTo>
                    <a:pt x="5237" y="31"/>
                    <a:pt x="5170" y="29"/>
                    <a:pt x="5103" y="29"/>
                  </a:cubicBezTo>
                  <a:cubicBezTo>
                    <a:pt x="4708" y="29"/>
                    <a:pt x="4304" y="76"/>
                    <a:pt x="3904" y="76"/>
                  </a:cubicBezTo>
                  <a:cubicBezTo>
                    <a:pt x="3657" y="76"/>
                    <a:pt x="3411" y="58"/>
                    <a:pt x="3169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7"/>
            <p:cNvSpPr/>
            <p:nvPr/>
          </p:nvSpPr>
          <p:spPr>
            <a:xfrm>
              <a:off x="4274900" y="4043975"/>
              <a:ext cx="182650" cy="51825"/>
            </a:xfrm>
            <a:custGeom>
              <a:avLst/>
              <a:gdLst/>
              <a:ahLst/>
              <a:cxnLst/>
              <a:rect l="l" t="t" r="r" b="b"/>
              <a:pathLst>
                <a:path w="7306" h="2073" extrusionOk="0">
                  <a:moveTo>
                    <a:pt x="1317" y="0"/>
                  </a:moveTo>
                  <a:cubicBezTo>
                    <a:pt x="777" y="0"/>
                    <a:pt x="293" y="230"/>
                    <a:pt x="0" y="842"/>
                  </a:cubicBezTo>
                  <a:cubicBezTo>
                    <a:pt x="0" y="1042"/>
                    <a:pt x="33" y="1243"/>
                    <a:pt x="33" y="1476"/>
                  </a:cubicBezTo>
                  <a:cubicBezTo>
                    <a:pt x="208" y="1558"/>
                    <a:pt x="386" y="1580"/>
                    <a:pt x="565" y="1580"/>
                  </a:cubicBezTo>
                  <a:cubicBezTo>
                    <a:pt x="775" y="1580"/>
                    <a:pt x="988" y="1550"/>
                    <a:pt x="1202" y="1550"/>
                  </a:cubicBezTo>
                  <a:cubicBezTo>
                    <a:pt x="1401" y="1550"/>
                    <a:pt x="1601" y="1576"/>
                    <a:pt x="1801" y="1676"/>
                  </a:cubicBezTo>
                  <a:lnTo>
                    <a:pt x="2168" y="1676"/>
                  </a:lnTo>
                  <a:cubicBezTo>
                    <a:pt x="2341" y="1768"/>
                    <a:pt x="2518" y="1794"/>
                    <a:pt x="2695" y="1794"/>
                  </a:cubicBezTo>
                  <a:cubicBezTo>
                    <a:pt x="2936" y="1794"/>
                    <a:pt x="3178" y="1746"/>
                    <a:pt x="3419" y="1746"/>
                  </a:cubicBezTo>
                  <a:cubicBezTo>
                    <a:pt x="3582" y="1746"/>
                    <a:pt x="3744" y="1768"/>
                    <a:pt x="3903" y="1843"/>
                  </a:cubicBezTo>
                  <a:lnTo>
                    <a:pt x="4003" y="1843"/>
                  </a:lnTo>
                  <a:lnTo>
                    <a:pt x="4070" y="1876"/>
                  </a:lnTo>
                  <a:cubicBezTo>
                    <a:pt x="4245" y="1950"/>
                    <a:pt x="4425" y="1973"/>
                    <a:pt x="4608" y="1973"/>
                  </a:cubicBezTo>
                  <a:cubicBezTo>
                    <a:pt x="4903" y="1973"/>
                    <a:pt x="5204" y="1913"/>
                    <a:pt x="5500" y="1913"/>
                  </a:cubicBezTo>
                  <a:cubicBezTo>
                    <a:pt x="5682" y="1913"/>
                    <a:pt x="5863" y="1936"/>
                    <a:pt x="6038" y="2010"/>
                  </a:cubicBezTo>
                  <a:lnTo>
                    <a:pt x="6138" y="1976"/>
                  </a:lnTo>
                  <a:lnTo>
                    <a:pt x="6205" y="1976"/>
                  </a:lnTo>
                  <a:cubicBezTo>
                    <a:pt x="6353" y="2044"/>
                    <a:pt x="6506" y="2073"/>
                    <a:pt x="6659" y="2073"/>
                  </a:cubicBezTo>
                  <a:cubicBezTo>
                    <a:pt x="6884" y="2073"/>
                    <a:pt x="7106" y="2009"/>
                    <a:pt x="7305" y="1910"/>
                  </a:cubicBezTo>
                  <a:cubicBezTo>
                    <a:pt x="7072" y="1676"/>
                    <a:pt x="6638" y="1543"/>
                    <a:pt x="7038" y="1076"/>
                  </a:cubicBezTo>
                  <a:cubicBezTo>
                    <a:pt x="7205" y="909"/>
                    <a:pt x="7139" y="742"/>
                    <a:pt x="7005" y="642"/>
                  </a:cubicBezTo>
                  <a:cubicBezTo>
                    <a:pt x="6789" y="382"/>
                    <a:pt x="6235" y="207"/>
                    <a:pt x="5782" y="207"/>
                  </a:cubicBezTo>
                  <a:cubicBezTo>
                    <a:pt x="5537" y="207"/>
                    <a:pt x="5321" y="258"/>
                    <a:pt x="5204" y="375"/>
                  </a:cubicBezTo>
                  <a:cubicBezTo>
                    <a:pt x="5058" y="521"/>
                    <a:pt x="4902" y="556"/>
                    <a:pt x="4744" y="556"/>
                  </a:cubicBezTo>
                  <a:cubicBezTo>
                    <a:pt x="4595" y="556"/>
                    <a:pt x="4444" y="525"/>
                    <a:pt x="4299" y="525"/>
                  </a:cubicBezTo>
                  <a:cubicBezTo>
                    <a:pt x="4209" y="525"/>
                    <a:pt x="4121" y="537"/>
                    <a:pt x="4036" y="575"/>
                  </a:cubicBezTo>
                  <a:cubicBezTo>
                    <a:pt x="4013" y="587"/>
                    <a:pt x="3989" y="592"/>
                    <a:pt x="3965" y="592"/>
                  </a:cubicBezTo>
                  <a:cubicBezTo>
                    <a:pt x="3782" y="592"/>
                    <a:pt x="3579" y="289"/>
                    <a:pt x="3403" y="142"/>
                  </a:cubicBezTo>
                  <a:cubicBezTo>
                    <a:pt x="2835" y="142"/>
                    <a:pt x="2268" y="142"/>
                    <a:pt x="1735" y="42"/>
                  </a:cubicBezTo>
                  <a:cubicBezTo>
                    <a:pt x="1593" y="15"/>
                    <a:pt x="1453" y="0"/>
                    <a:pt x="1317" y="0"/>
                  </a:cubicBezTo>
                  <a:close/>
                </a:path>
              </a:pathLst>
            </a:custGeom>
            <a:solidFill>
              <a:srgbClr val="6EB5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7"/>
            <p:cNvSpPr/>
            <p:nvPr/>
          </p:nvSpPr>
          <p:spPr>
            <a:xfrm>
              <a:off x="2723775" y="2272075"/>
              <a:ext cx="65075" cy="263475"/>
            </a:xfrm>
            <a:custGeom>
              <a:avLst/>
              <a:gdLst/>
              <a:ahLst/>
              <a:cxnLst/>
              <a:rect l="l" t="t" r="r" b="b"/>
              <a:pathLst>
                <a:path w="2603" h="10539" extrusionOk="0">
                  <a:moveTo>
                    <a:pt x="801" y="0"/>
                  </a:moveTo>
                  <a:cubicBezTo>
                    <a:pt x="301" y="1001"/>
                    <a:pt x="668" y="2035"/>
                    <a:pt x="434" y="3069"/>
                  </a:cubicBezTo>
                  <a:lnTo>
                    <a:pt x="434" y="3403"/>
                  </a:lnTo>
                  <a:cubicBezTo>
                    <a:pt x="334" y="4970"/>
                    <a:pt x="301" y="6472"/>
                    <a:pt x="168" y="8006"/>
                  </a:cubicBezTo>
                  <a:cubicBezTo>
                    <a:pt x="234" y="8039"/>
                    <a:pt x="234" y="8073"/>
                    <a:pt x="201" y="8139"/>
                  </a:cubicBezTo>
                  <a:cubicBezTo>
                    <a:pt x="1" y="8907"/>
                    <a:pt x="34" y="9707"/>
                    <a:pt x="168" y="10508"/>
                  </a:cubicBezTo>
                  <a:cubicBezTo>
                    <a:pt x="230" y="10529"/>
                    <a:pt x="283" y="10538"/>
                    <a:pt x="328" y="10538"/>
                  </a:cubicBezTo>
                  <a:cubicBezTo>
                    <a:pt x="570" y="10538"/>
                    <a:pt x="584" y="10266"/>
                    <a:pt x="668" y="10041"/>
                  </a:cubicBezTo>
                  <a:cubicBezTo>
                    <a:pt x="1469" y="9374"/>
                    <a:pt x="2069" y="8640"/>
                    <a:pt x="1936" y="7572"/>
                  </a:cubicBezTo>
                  <a:cubicBezTo>
                    <a:pt x="1869" y="6805"/>
                    <a:pt x="2002" y="6071"/>
                    <a:pt x="2202" y="5404"/>
                  </a:cubicBezTo>
                  <a:cubicBezTo>
                    <a:pt x="2369" y="4804"/>
                    <a:pt x="2603" y="4237"/>
                    <a:pt x="2503" y="3569"/>
                  </a:cubicBezTo>
                  <a:cubicBezTo>
                    <a:pt x="2436" y="3369"/>
                    <a:pt x="2436" y="3169"/>
                    <a:pt x="2202" y="3069"/>
                  </a:cubicBezTo>
                  <a:cubicBezTo>
                    <a:pt x="2162" y="3060"/>
                    <a:pt x="2124" y="3056"/>
                    <a:pt x="2089" y="3056"/>
                  </a:cubicBezTo>
                  <a:cubicBezTo>
                    <a:pt x="1865" y="3056"/>
                    <a:pt x="1742" y="3225"/>
                    <a:pt x="1569" y="3369"/>
                  </a:cubicBezTo>
                  <a:cubicBezTo>
                    <a:pt x="1384" y="3553"/>
                    <a:pt x="1426" y="4048"/>
                    <a:pt x="1044" y="4048"/>
                  </a:cubicBezTo>
                  <a:cubicBezTo>
                    <a:pt x="1011" y="4048"/>
                    <a:pt x="975" y="4044"/>
                    <a:pt x="935" y="4036"/>
                  </a:cubicBezTo>
                  <a:cubicBezTo>
                    <a:pt x="935" y="3870"/>
                    <a:pt x="1002" y="3736"/>
                    <a:pt x="1102" y="3636"/>
                  </a:cubicBezTo>
                  <a:cubicBezTo>
                    <a:pt x="1202" y="3503"/>
                    <a:pt x="1368" y="3403"/>
                    <a:pt x="1268" y="3203"/>
                  </a:cubicBezTo>
                  <a:cubicBezTo>
                    <a:pt x="1202" y="2902"/>
                    <a:pt x="601" y="2635"/>
                    <a:pt x="935" y="2335"/>
                  </a:cubicBezTo>
                  <a:cubicBezTo>
                    <a:pt x="1268" y="2068"/>
                    <a:pt x="1202" y="1968"/>
                    <a:pt x="1068" y="1735"/>
                  </a:cubicBezTo>
                  <a:cubicBezTo>
                    <a:pt x="1002" y="1568"/>
                    <a:pt x="968" y="1401"/>
                    <a:pt x="1035" y="1168"/>
                  </a:cubicBezTo>
                  <a:cubicBezTo>
                    <a:pt x="1202" y="734"/>
                    <a:pt x="1068" y="334"/>
                    <a:pt x="801" y="0"/>
                  </a:cubicBezTo>
                  <a:close/>
                </a:path>
              </a:pathLst>
            </a:custGeom>
            <a:solidFill>
              <a:srgbClr val="FFB8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7"/>
            <p:cNvSpPr/>
            <p:nvPr/>
          </p:nvSpPr>
          <p:spPr>
            <a:xfrm>
              <a:off x="3307525" y="2004725"/>
              <a:ext cx="60075" cy="150625"/>
            </a:xfrm>
            <a:custGeom>
              <a:avLst/>
              <a:gdLst/>
              <a:ahLst/>
              <a:cxnLst/>
              <a:rect l="l" t="t" r="r" b="b"/>
              <a:pathLst>
                <a:path w="2403" h="6025" extrusionOk="0">
                  <a:moveTo>
                    <a:pt x="1078" y="0"/>
                  </a:moveTo>
                  <a:cubicBezTo>
                    <a:pt x="867" y="0"/>
                    <a:pt x="643" y="145"/>
                    <a:pt x="368" y="420"/>
                  </a:cubicBezTo>
                  <a:cubicBezTo>
                    <a:pt x="334" y="520"/>
                    <a:pt x="268" y="587"/>
                    <a:pt x="268" y="687"/>
                  </a:cubicBezTo>
                  <a:cubicBezTo>
                    <a:pt x="268" y="754"/>
                    <a:pt x="334" y="854"/>
                    <a:pt x="368" y="921"/>
                  </a:cubicBezTo>
                  <a:cubicBezTo>
                    <a:pt x="535" y="1054"/>
                    <a:pt x="668" y="1154"/>
                    <a:pt x="535" y="1354"/>
                  </a:cubicBezTo>
                  <a:cubicBezTo>
                    <a:pt x="1" y="2188"/>
                    <a:pt x="234" y="3022"/>
                    <a:pt x="535" y="3889"/>
                  </a:cubicBezTo>
                  <a:cubicBezTo>
                    <a:pt x="568" y="4023"/>
                    <a:pt x="701" y="4123"/>
                    <a:pt x="668" y="4256"/>
                  </a:cubicBezTo>
                  <a:cubicBezTo>
                    <a:pt x="501" y="4790"/>
                    <a:pt x="735" y="5257"/>
                    <a:pt x="835" y="5757"/>
                  </a:cubicBezTo>
                  <a:cubicBezTo>
                    <a:pt x="851" y="5863"/>
                    <a:pt x="899" y="5897"/>
                    <a:pt x="963" y="5897"/>
                  </a:cubicBezTo>
                  <a:cubicBezTo>
                    <a:pt x="1085" y="5897"/>
                    <a:pt x="1268" y="5772"/>
                    <a:pt x="1409" y="5772"/>
                  </a:cubicBezTo>
                  <a:cubicBezTo>
                    <a:pt x="1499" y="5772"/>
                    <a:pt x="1572" y="5823"/>
                    <a:pt x="1602" y="5991"/>
                  </a:cubicBezTo>
                  <a:cubicBezTo>
                    <a:pt x="1602" y="6024"/>
                    <a:pt x="1769" y="6024"/>
                    <a:pt x="1769" y="6024"/>
                  </a:cubicBezTo>
                  <a:cubicBezTo>
                    <a:pt x="1869" y="5924"/>
                    <a:pt x="1869" y="5791"/>
                    <a:pt x="1902" y="5724"/>
                  </a:cubicBezTo>
                  <a:cubicBezTo>
                    <a:pt x="2002" y="5691"/>
                    <a:pt x="2069" y="5557"/>
                    <a:pt x="1936" y="5557"/>
                  </a:cubicBezTo>
                  <a:cubicBezTo>
                    <a:pt x="1569" y="5057"/>
                    <a:pt x="2069" y="5224"/>
                    <a:pt x="2269" y="5157"/>
                  </a:cubicBezTo>
                  <a:cubicBezTo>
                    <a:pt x="2336" y="4090"/>
                    <a:pt x="2403" y="3022"/>
                    <a:pt x="2169" y="1988"/>
                  </a:cubicBezTo>
                  <a:cubicBezTo>
                    <a:pt x="2102" y="1855"/>
                    <a:pt x="2102" y="1721"/>
                    <a:pt x="2102" y="1588"/>
                  </a:cubicBezTo>
                  <a:cubicBezTo>
                    <a:pt x="2069" y="1454"/>
                    <a:pt x="2036" y="1388"/>
                    <a:pt x="2102" y="1254"/>
                  </a:cubicBezTo>
                  <a:lnTo>
                    <a:pt x="2102" y="1187"/>
                  </a:lnTo>
                  <a:lnTo>
                    <a:pt x="2002" y="921"/>
                  </a:lnTo>
                  <a:cubicBezTo>
                    <a:pt x="1650" y="294"/>
                    <a:pt x="1377" y="0"/>
                    <a:pt x="1078" y="0"/>
                  </a:cubicBezTo>
                  <a:close/>
                </a:path>
              </a:pathLst>
            </a:custGeom>
            <a:solidFill>
              <a:srgbClr val="FFC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7"/>
            <p:cNvSpPr/>
            <p:nvPr/>
          </p:nvSpPr>
          <p:spPr>
            <a:xfrm>
              <a:off x="3299200" y="1851725"/>
              <a:ext cx="61725" cy="178525"/>
            </a:xfrm>
            <a:custGeom>
              <a:avLst/>
              <a:gdLst/>
              <a:ahLst/>
              <a:cxnLst/>
              <a:rect l="l" t="t" r="r" b="b"/>
              <a:pathLst>
                <a:path w="2469" h="7141" extrusionOk="0">
                  <a:moveTo>
                    <a:pt x="1749" y="1"/>
                  </a:moveTo>
                  <a:cubicBezTo>
                    <a:pt x="1720" y="1"/>
                    <a:pt x="1692" y="12"/>
                    <a:pt x="1668" y="36"/>
                  </a:cubicBezTo>
                  <a:cubicBezTo>
                    <a:pt x="1468" y="336"/>
                    <a:pt x="1368" y="769"/>
                    <a:pt x="901" y="836"/>
                  </a:cubicBezTo>
                  <a:cubicBezTo>
                    <a:pt x="200" y="1003"/>
                    <a:pt x="0" y="1503"/>
                    <a:pt x="0" y="2170"/>
                  </a:cubicBezTo>
                  <a:cubicBezTo>
                    <a:pt x="0" y="2371"/>
                    <a:pt x="0" y="2537"/>
                    <a:pt x="34" y="2771"/>
                  </a:cubicBezTo>
                  <a:cubicBezTo>
                    <a:pt x="67" y="2871"/>
                    <a:pt x="67" y="2971"/>
                    <a:pt x="100" y="3038"/>
                  </a:cubicBezTo>
                  <a:cubicBezTo>
                    <a:pt x="100" y="3104"/>
                    <a:pt x="167" y="3138"/>
                    <a:pt x="167" y="3171"/>
                  </a:cubicBezTo>
                  <a:cubicBezTo>
                    <a:pt x="234" y="3305"/>
                    <a:pt x="267" y="3438"/>
                    <a:pt x="367" y="3538"/>
                  </a:cubicBezTo>
                  <a:lnTo>
                    <a:pt x="501" y="3938"/>
                  </a:lnTo>
                  <a:cubicBezTo>
                    <a:pt x="501" y="4205"/>
                    <a:pt x="334" y="4606"/>
                    <a:pt x="667" y="4672"/>
                  </a:cubicBezTo>
                  <a:cubicBezTo>
                    <a:pt x="1368" y="4839"/>
                    <a:pt x="1435" y="5506"/>
                    <a:pt x="1768" y="5773"/>
                  </a:cubicBezTo>
                  <a:cubicBezTo>
                    <a:pt x="1578" y="5640"/>
                    <a:pt x="1366" y="5517"/>
                    <a:pt x="1132" y="5517"/>
                  </a:cubicBezTo>
                  <a:cubicBezTo>
                    <a:pt x="956" y="5517"/>
                    <a:pt x="768" y="5587"/>
                    <a:pt x="567" y="5773"/>
                  </a:cubicBezTo>
                  <a:cubicBezTo>
                    <a:pt x="534" y="5840"/>
                    <a:pt x="501" y="5973"/>
                    <a:pt x="501" y="6040"/>
                  </a:cubicBezTo>
                  <a:cubicBezTo>
                    <a:pt x="534" y="6273"/>
                    <a:pt x="634" y="6440"/>
                    <a:pt x="834" y="6540"/>
                  </a:cubicBezTo>
                  <a:cubicBezTo>
                    <a:pt x="1085" y="6368"/>
                    <a:pt x="1277" y="6276"/>
                    <a:pt x="1451" y="6276"/>
                  </a:cubicBezTo>
                  <a:cubicBezTo>
                    <a:pt x="1648" y="6276"/>
                    <a:pt x="1823" y="6393"/>
                    <a:pt x="2035" y="6640"/>
                  </a:cubicBezTo>
                  <a:cubicBezTo>
                    <a:pt x="2168" y="6807"/>
                    <a:pt x="2135" y="7041"/>
                    <a:pt x="2369" y="7141"/>
                  </a:cubicBezTo>
                  <a:cubicBezTo>
                    <a:pt x="2469" y="6273"/>
                    <a:pt x="2469" y="5439"/>
                    <a:pt x="2235" y="4539"/>
                  </a:cubicBezTo>
                  <a:cubicBezTo>
                    <a:pt x="2202" y="4372"/>
                    <a:pt x="2168" y="4172"/>
                    <a:pt x="2202" y="3972"/>
                  </a:cubicBezTo>
                  <a:cubicBezTo>
                    <a:pt x="1902" y="2871"/>
                    <a:pt x="2202" y="1803"/>
                    <a:pt x="1935" y="703"/>
                  </a:cubicBezTo>
                  <a:cubicBezTo>
                    <a:pt x="1935" y="503"/>
                    <a:pt x="1902" y="302"/>
                    <a:pt x="1902" y="102"/>
                  </a:cubicBezTo>
                  <a:cubicBezTo>
                    <a:pt x="1859" y="38"/>
                    <a:pt x="1802" y="1"/>
                    <a:pt x="1749" y="1"/>
                  </a:cubicBezTo>
                  <a:close/>
                </a:path>
              </a:pathLst>
            </a:custGeom>
            <a:solidFill>
              <a:srgbClr val="FFC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7"/>
            <p:cNvSpPr/>
            <p:nvPr/>
          </p:nvSpPr>
          <p:spPr>
            <a:xfrm>
              <a:off x="3284175" y="1698325"/>
              <a:ext cx="61750" cy="153250"/>
            </a:xfrm>
            <a:custGeom>
              <a:avLst/>
              <a:gdLst/>
              <a:ahLst/>
              <a:cxnLst/>
              <a:rect l="l" t="t" r="r" b="b"/>
              <a:pathLst>
                <a:path w="2470" h="6130" extrusionOk="0">
                  <a:moveTo>
                    <a:pt x="1735" y="0"/>
                  </a:moveTo>
                  <a:cubicBezTo>
                    <a:pt x="1335" y="34"/>
                    <a:pt x="1102" y="167"/>
                    <a:pt x="968" y="601"/>
                  </a:cubicBezTo>
                  <a:cubicBezTo>
                    <a:pt x="801" y="1168"/>
                    <a:pt x="434" y="1735"/>
                    <a:pt x="401" y="2302"/>
                  </a:cubicBezTo>
                  <a:cubicBezTo>
                    <a:pt x="268" y="3570"/>
                    <a:pt x="1" y="4904"/>
                    <a:pt x="635" y="6105"/>
                  </a:cubicBezTo>
                  <a:cubicBezTo>
                    <a:pt x="701" y="6122"/>
                    <a:pt x="768" y="6130"/>
                    <a:pt x="826" y="6130"/>
                  </a:cubicBezTo>
                  <a:cubicBezTo>
                    <a:pt x="885" y="6130"/>
                    <a:pt x="935" y="6122"/>
                    <a:pt x="968" y="6105"/>
                  </a:cubicBezTo>
                  <a:cubicBezTo>
                    <a:pt x="1402" y="5738"/>
                    <a:pt x="2169" y="5838"/>
                    <a:pt x="2403" y="5137"/>
                  </a:cubicBezTo>
                  <a:cubicBezTo>
                    <a:pt x="2302" y="4337"/>
                    <a:pt x="2469" y="3570"/>
                    <a:pt x="2236" y="2802"/>
                  </a:cubicBezTo>
                  <a:cubicBezTo>
                    <a:pt x="2136" y="2569"/>
                    <a:pt x="2136" y="2269"/>
                    <a:pt x="2169" y="2002"/>
                  </a:cubicBezTo>
                  <a:cubicBezTo>
                    <a:pt x="2136" y="1902"/>
                    <a:pt x="2102" y="1768"/>
                    <a:pt x="1969" y="1668"/>
                  </a:cubicBezTo>
                  <a:cubicBezTo>
                    <a:pt x="1135" y="1335"/>
                    <a:pt x="2269" y="1268"/>
                    <a:pt x="2069" y="1001"/>
                  </a:cubicBezTo>
                  <a:cubicBezTo>
                    <a:pt x="2002" y="768"/>
                    <a:pt x="2102" y="501"/>
                    <a:pt x="1969" y="267"/>
                  </a:cubicBezTo>
                  <a:lnTo>
                    <a:pt x="1735" y="0"/>
                  </a:ln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7"/>
            <p:cNvSpPr/>
            <p:nvPr/>
          </p:nvSpPr>
          <p:spPr>
            <a:xfrm>
              <a:off x="3544375" y="3756950"/>
              <a:ext cx="36700" cy="137350"/>
            </a:xfrm>
            <a:custGeom>
              <a:avLst/>
              <a:gdLst/>
              <a:ahLst/>
              <a:cxnLst/>
              <a:rect l="l" t="t" r="r" b="b"/>
              <a:pathLst>
                <a:path w="1468" h="5494" extrusionOk="0">
                  <a:moveTo>
                    <a:pt x="322" y="1"/>
                  </a:moveTo>
                  <a:cubicBezTo>
                    <a:pt x="275" y="1"/>
                    <a:pt x="204" y="24"/>
                    <a:pt x="134" y="48"/>
                  </a:cubicBezTo>
                  <a:cubicBezTo>
                    <a:pt x="0" y="1682"/>
                    <a:pt x="67" y="3350"/>
                    <a:pt x="267" y="4985"/>
                  </a:cubicBezTo>
                  <a:cubicBezTo>
                    <a:pt x="300" y="5085"/>
                    <a:pt x="300" y="5218"/>
                    <a:pt x="300" y="5352"/>
                  </a:cubicBezTo>
                  <a:cubicBezTo>
                    <a:pt x="341" y="5454"/>
                    <a:pt x="382" y="5493"/>
                    <a:pt x="431" y="5493"/>
                  </a:cubicBezTo>
                  <a:cubicBezTo>
                    <a:pt x="461" y="5493"/>
                    <a:pt x="495" y="5478"/>
                    <a:pt x="534" y="5452"/>
                  </a:cubicBezTo>
                  <a:cubicBezTo>
                    <a:pt x="1034" y="5185"/>
                    <a:pt x="1268" y="4718"/>
                    <a:pt x="1368" y="4184"/>
                  </a:cubicBezTo>
                  <a:cubicBezTo>
                    <a:pt x="1468" y="3517"/>
                    <a:pt x="1268" y="2950"/>
                    <a:pt x="1068" y="2349"/>
                  </a:cubicBezTo>
                  <a:cubicBezTo>
                    <a:pt x="901" y="1882"/>
                    <a:pt x="467" y="1315"/>
                    <a:pt x="601" y="1015"/>
                  </a:cubicBezTo>
                  <a:cubicBezTo>
                    <a:pt x="901" y="515"/>
                    <a:pt x="501" y="348"/>
                    <a:pt x="367" y="14"/>
                  </a:cubicBezTo>
                  <a:cubicBezTo>
                    <a:pt x="357" y="5"/>
                    <a:pt x="342" y="1"/>
                    <a:pt x="322" y="1"/>
                  </a:cubicBezTo>
                  <a:close/>
                </a:path>
              </a:pathLst>
            </a:custGeom>
            <a:solidFill>
              <a:srgbClr val="75AF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7"/>
            <p:cNvSpPr/>
            <p:nvPr/>
          </p:nvSpPr>
          <p:spPr>
            <a:xfrm>
              <a:off x="3588575" y="2968150"/>
              <a:ext cx="124125" cy="65325"/>
            </a:xfrm>
            <a:custGeom>
              <a:avLst/>
              <a:gdLst/>
              <a:ahLst/>
              <a:cxnLst/>
              <a:rect l="l" t="t" r="r" b="b"/>
              <a:pathLst>
                <a:path w="4965" h="2613" extrusionOk="0">
                  <a:moveTo>
                    <a:pt x="4189" y="0"/>
                  </a:moveTo>
                  <a:cubicBezTo>
                    <a:pt x="4133" y="0"/>
                    <a:pt x="4071" y="4"/>
                    <a:pt x="4003" y="11"/>
                  </a:cubicBezTo>
                  <a:cubicBezTo>
                    <a:pt x="3887" y="85"/>
                    <a:pt x="3774" y="108"/>
                    <a:pt x="3662" y="108"/>
                  </a:cubicBezTo>
                  <a:cubicBezTo>
                    <a:pt x="3462" y="108"/>
                    <a:pt x="3267" y="33"/>
                    <a:pt x="3063" y="33"/>
                  </a:cubicBezTo>
                  <a:cubicBezTo>
                    <a:pt x="3021" y="33"/>
                    <a:pt x="2979" y="36"/>
                    <a:pt x="2936" y="44"/>
                  </a:cubicBezTo>
                  <a:cubicBezTo>
                    <a:pt x="2429" y="257"/>
                    <a:pt x="1900" y="321"/>
                    <a:pt x="1368" y="321"/>
                  </a:cubicBezTo>
                  <a:cubicBezTo>
                    <a:pt x="1234" y="321"/>
                    <a:pt x="1101" y="317"/>
                    <a:pt x="968" y="311"/>
                  </a:cubicBezTo>
                  <a:cubicBezTo>
                    <a:pt x="834" y="311"/>
                    <a:pt x="734" y="311"/>
                    <a:pt x="567" y="244"/>
                  </a:cubicBezTo>
                  <a:cubicBezTo>
                    <a:pt x="467" y="277"/>
                    <a:pt x="434" y="377"/>
                    <a:pt x="334" y="444"/>
                  </a:cubicBezTo>
                  <a:cubicBezTo>
                    <a:pt x="234" y="578"/>
                    <a:pt x="267" y="778"/>
                    <a:pt x="134" y="911"/>
                  </a:cubicBezTo>
                  <a:lnTo>
                    <a:pt x="134" y="1111"/>
                  </a:lnTo>
                  <a:cubicBezTo>
                    <a:pt x="67" y="1612"/>
                    <a:pt x="0" y="2112"/>
                    <a:pt x="234" y="2612"/>
                  </a:cubicBezTo>
                  <a:cubicBezTo>
                    <a:pt x="534" y="2212"/>
                    <a:pt x="300" y="1678"/>
                    <a:pt x="467" y="1211"/>
                  </a:cubicBezTo>
                  <a:cubicBezTo>
                    <a:pt x="664" y="720"/>
                    <a:pt x="896" y="428"/>
                    <a:pt x="1205" y="428"/>
                  </a:cubicBezTo>
                  <a:cubicBezTo>
                    <a:pt x="1316" y="428"/>
                    <a:pt x="1436" y="465"/>
                    <a:pt x="1568" y="544"/>
                  </a:cubicBezTo>
                  <a:cubicBezTo>
                    <a:pt x="2268" y="945"/>
                    <a:pt x="3102" y="1011"/>
                    <a:pt x="3836" y="1278"/>
                  </a:cubicBezTo>
                  <a:cubicBezTo>
                    <a:pt x="3928" y="1352"/>
                    <a:pt x="4041" y="1375"/>
                    <a:pt x="4157" y="1375"/>
                  </a:cubicBezTo>
                  <a:cubicBezTo>
                    <a:pt x="4251" y="1375"/>
                    <a:pt x="4347" y="1360"/>
                    <a:pt x="4437" y="1345"/>
                  </a:cubicBezTo>
                  <a:cubicBezTo>
                    <a:pt x="4503" y="1278"/>
                    <a:pt x="4603" y="1211"/>
                    <a:pt x="4637" y="1111"/>
                  </a:cubicBezTo>
                  <a:cubicBezTo>
                    <a:pt x="4699" y="614"/>
                    <a:pt x="4964" y="0"/>
                    <a:pt x="4189" y="0"/>
                  </a:cubicBezTo>
                  <a:close/>
                </a:path>
              </a:pathLst>
            </a:custGeom>
            <a:solidFill>
              <a:srgbClr val="CA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7"/>
            <p:cNvSpPr/>
            <p:nvPr/>
          </p:nvSpPr>
          <p:spPr>
            <a:xfrm>
              <a:off x="2974800" y="4264950"/>
              <a:ext cx="70075" cy="77800"/>
            </a:xfrm>
            <a:custGeom>
              <a:avLst/>
              <a:gdLst/>
              <a:ahLst/>
              <a:cxnLst/>
              <a:rect l="l" t="t" r="r" b="b"/>
              <a:pathLst>
                <a:path w="2803" h="3112" extrusionOk="0">
                  <a:moveTo>
                    <a:pt x="808" y="0"/>
                  </a:moveTo>
                  <a:cubicBezTo>
                    <a:pt x="568" y="0"/>
                    <a:pt x="309" y="132"/>
                    <a:pt x="34" y="343"/>
                  </a:cubicBezTo>
                  <a:cubicBezTo>
                    <a:pt x="0" y="476"/>
                    <a:pt x="0" y="576"/>
                    <a:pt x="134" y="709"/>
                  </a:cubicBezTo>
                  <a:cubicBezTo>
                    <a:pt x="267" y="843"/>
                    <a:pt x="200" y="1043"/>
                    <a:pt x="367" y="1143"/>
                  </a:cubicBezTo>
                  <a:cubicBezTo>
                    <a:pt x="501" y="1243"/>
                    <a:pt x="467" y="1410"/>
                    <a:pt x="634" y="1543"/>
                  </a:cubicBezTo>
                  <a:cubicBezTo>
                    <a:pt x="701" y="1577"/>
                    <a:pt x="768" y="1677"/>
                    <a:pt x="834" y="1744"/>
                  </a:cubicBezTo>
                  <a:cubicBezTo>
                    <a:pt x="868" y="1810"/>
                    <a:pt x="868" y="1877"/>
                    <a:pt x="868" y="1910"/>
                  </a:cubicBezTo>
                  <a:cubicBezTo>
                    <a:pt x="934" y="2010"/>
                    <a:pt x="1001" y="2077"/>
                    <a:pt x="1101" y="2177"/>
                  </a:cubicBezTo>
                  <a:cubicBezTo>
                    <a:pt x="1201" y="2311"/>
                    <a:pt x="1168" y="2511"/>
                    <a:pt x="1335" y="2577"/>
                  </a:cubicBezTo>
                  <a:cubicBezTo>
                    <a:pt x="1435" y="2644"/>
                    <a:pt x="1468" y="2711"/>
                    <a:pt x="1535" y="2811"/>
                  </a:cubicBezTo>
                  <a:cubicBezTo>
                    <a:pt x="1601" y="2844"/>
                    <a:pt x="1601" y="2911"/>
                    <a:pt x="1601" y="2978"/>
                  </a:cubicBezTo>
                  <a:cubicBezTo>
                    <a:pt x="1635" y="3044"/>
                    <a:pt x="1702" y="3078"/>
                    <a:pt x="1702" y="3111"/>
                  </a:cubicBezTo>
                  <a:cubicBezTo>
                    <a:pt x="1802" y="3044"/>
                    <a:pt x="1835" y="2944"/>
                    <a:pt x="1868" y="2878"/>
                  </a:cubicBezTo>
                  <a:cubicBezTo>
                    <a:pt x="1935" y="2444"/>
                    <a:pt x="2269" y="2277"/>
                    <a:pt x="2535" y="2077"/>
                  </a:cubicBezTo>
                  <a:cubicBezTo>
                    <a:pt x="2669" y="2010"/>
                    <a:pt x="2769" y="1877"/>
                    <a:pt x="2802" y="1744"/>
                  </a:cubicBezTo>
                  <a:cubicBezTo>
                    <a:pt x="2802" y="1577"/>
                    <a:pt x="2702" y="1443"/>
                    <a:pt x="2602" y="1377"/>
                  </a:cubicBezTo>
                  <a:cubicBezTo>
                    <a:pt x="2335" y="1243"/>
                    <a:pt x="2135" y="1076"/>
                    <a:pt x="1935" y="876"/>
                  </a:cubicBezTo>
                  <a:cubicBezTo>
                    <a:pt x="1802" y="743"/>
                    <a:pt x="1635" y="643"/>
                    <a:pt x="1501" y="509"/>
                  </a:cubicBezTo>
                  <a:cubicBezTo>
                    <a:pt x="1295" y="149"/>
                    <a:pt x="1063" y="0"/>
                    <a:pt x="808" y="0"/>
                  </a:cubicBezTo>
                  <a:close/>
                </a:path>
              </a:pathLst>
            </a:custGeom>
            <a:solidFill>
              <a:srgbClr val="FEC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7"/>
            <p:cNvSpPr/>
            <p:nvPr/>
          </p:nvSpPr>
          <p:spPr>
            <a:xfrm>
              <a:off x="3340050" y="1336325"/>
              <a:ext cx="33400" cy="116025"/>
            </a:xfrm>
            <a:custGeom>
              <a:avLst/>
              <a:gdLst/>
              <a:ahLst/>
              <a:cxnLst/>
              <a:rect l="l" t="t" r="r" b="b"/>
              <a:pathLst>
                <a:path w="1336" h="4641" extrusionOk="0">
                  <a:moveTo>
                    <a:pt x="663" y="1"/>
                  </a:moveTo>
                  <a:cubicBezTo>
                    <a:pt x="473" y="1"/>
                    <a:pt x="368" y="209"/>
                    <a:pt x="368" y="604"/>
                  </a:cubicBezTo>
                  <a:cubicBezTo>
                    <a:pt x="334" y="1605"/>
                    <a:pt x="368" y="2605"/>
                    <a:pt x="101" y="3606"/>
                  </a:cubicBezTo>
                  <a:cubicBezTo>
                    <a:pt x="34" y="3973"/>
                    <a:pt x="1" y="4440"/>
                    <a:pt x="534" y="4640"/>
                  </a:cubicBezTo>
                  <a:lnTo>
                    <a:pt x="701" y="4640"/>
                  </a:lnTo>
                  <a:cubicBezTo>
                    <a:pt x="901" y="4440"/>
                    <a:pt x="735" y="4140"/>
                    <a:pt x="935" y="3940"/>
                  </a:cubicBezTo>
                  <a:lnTo>
                    <a:pt x="935" y="3573"/>
                  </a:lnTo>
                  <a:cubicBezTo>
                    <a:pt x="1202" y="3139"/>
                    <a:pt x="868" y="2705"/>
                    <a:pt x="1102" y="2272"/>
                  </a:cubicBezTo>
                  <a:cubicBezTo>
                    <a:pt x="1335" y="1638"/>
                    <a:pt x="1102" y="971"/>
                    <a:pt x="1168" y="304"/>
                  </a:cubicBezTo>
                  <a:cubicBezTo>
                    <a:pt x="964" y="100"/>
                    <a:pt x="793" y="1"/>
                    <a:pt x="663" y="1"/>
                  </a:cubicBezTo>
                  <a:close/>
                </a:path>
              </a:pathLst>
            </a:custGeom>
            <a:solidFill>
              <a:srgbClr val="FF96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7"/>
            <p:cNvSpPr/>
            <p:nvPr/>
          </p:nvSpPr>
          <p:spPr>
            <a:xfrm>
              <a:off x="3335875" y="1259675"/>
              <a:ext cx="38400" cy="78550"/>
            </a:xfrm>
            <a:custGeom>
              <a:avLst/>
              <a:gdLst/>
              <a:ahLst/>
              <a:cxnLst/>
              <a:rect l="l" t="t" r="r" b="b"/>
              <a:pathLst>
                <a:path w="1536" h="3142" extrusionOk="0">
                  <a:moveTo>
                    <a:pt x="668" y="1"/>
                  </a:moveTo>
                  <a:cubicBezTo>
                    <a:pt x="1" y="935"/>
                    <a:pt x="568" y="1935"/>
                    <a:pt x="501" y="2869"/>
                  </a:cubicBezTo>
                  <a:cubicBezTo>
                    <a:pt x="454" y="3108"/>
                    <a:pt x="644" y="3142"/>
                    <a:pt x="842" y="3142"/>
                  </a:cubicBezTo>
                  <a:cubicBezTo>
                    <a:pt x="921" y="3142"/>
                    <a:pt x="1002" y="3136"/>
                    <a:pt x="1068" y="3136"/>
                  </a:cubicBezTo>
                  <a:cubicBezTo>
                    <a:pt x="1235" y="3036"/>
                    <a:pt x="1269" y="2936"/>
                    <a:pt x="1369" y="2769"/>
                  </a:cubicBezTo>
                  <a:cubicBezTo>
                    <a:pt x="1335" y="2703"/>
                    <a:pt x="1335" y="2669"/>
                    <a:pt x="1369" y="2636"/>
                  </a:cubicBezTo>
                  <a:cubicBezTo>
                    <a:pt x="1335" y="2636"/>
                    <a:pt x="1335" y="2602"/>
                    <a:pt x="1335" y="2602"/>
                  </a:cubicBezTo>
                  <a:cubicBezTo>
                    <a:pt x="1269" y="2502"/>
                    <a:pt x="1335" y="2436"/>
                    <a:pt x="1369" y="2369"/>
                  </a:cubicBezTo>
                  <a:cubicBezTo>
                    <a:pt x="1502" y="1869"/>
                    <a:pt x="1535" y="1368"/>
                    <a:pt x="1202" y="968"/>
                  </a:cubicBezTo>
                  <a:cubicBezTo>
                    <a:pt x="1035" y="634"/>
                    <a:pt x="1335" y="34"/>
                    <a:pt x="668" y="1"/>
                  </a:cubicBezTo>
                  <a:close/>
                </a:path>
              </a:pathLst>
            </a:custGeom>
            <a:solidFill>
              <a:srgbClr val="FF96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7"/>
            <p:cNvSpPr/>
            <p:nvPr/>
          </p:nvSpPr>
          <p:spPr>
            <a:xfrm>
              <a:off x="3382575" y="2476900"/>
              <a:ext cx="25900" cy="87075"/>
            </a:xfrm>
            <a:custGeom>
              <a:avLst/>
              <a:gdLst/>
              <a:ahLst/>
              <a:cxnLst/>
              <a:rect l="l" t="t" r="r" b="b"/>
              <a:pathLst>
                <a:path w="1036" h="3483" extrusionOk="0">
                  <a:moveTo>
                    <a:pt x="632" y="1"/>
                  </a:moveTo>
                  <a:cubicBezTo>
                    <a:pt x="614" y="1"/>
                    <a:pt x="593" y="5"/>
                    <a:pt x="568" y="13"/>
                  </a:cubicBezTo>
                  <a:cubicBezTo>
                    <a:pt x="568" y="380"/>
                    <a:pt x="34" y="714"/>
                    <a:pt x="535" y="1147"/>
                  </a:cubicBezTo>
                  <a:cubicBezTo>
                    <a:pt x="635" y="1214"/>
                    <a:pt x="568" y="1447"/>
                    <a:pt x="468" y="1514"/>
                  </a:cubicBezTo>
                  <a:cubicBezTo>
                    <a:pt x="134" y="1781"/>
                    <a:pt x="68" y="1948"/>
                    <a:pt x="468" y="2148"/>
                  </a:cubicBezTo>
                  <a:cubicBezTo>
                    <a:pt x="1" y="2782"/>
                    <a:pt x="535" y="3115"/>
                    <a:pt x="868" y="3482"/>
                  </a:cubicBezTo>
                  <a:cubicBezTo>
                    <a:pt x="1035" y="2615"/>
                    <a:pt x="868" y="1714"/>
                    <a:pt x="868" y="814"/>
                  </a:cubicBezTo>
                  <a:cubicBezTo>
                    <a:pt x="868" y="680"/>
                    <a:pt x="835" y="547"/>
                    <a:pt x="735" y="480"/>
                  </a:cubicBezTo>
                  <a:lnTo>
                    <a:pt x="735" y="113"/>
                  </a:lnTo>
                  <a:cubicBezTo>
                    <a:pt x="710" y="38"/>
                    <a:pt x="685" y="1"/>
                    <a:pt x="632" y="1"/>
                  </a:cubicBezTo>
                  <a:close/>
                </a:path>
              </a:pathLst>
            </a:custGeom>
            <a:solidFill>
              <a:srgbClr val="FFC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7"/>
            <p:cNvSpPr/>
            <p:nvPr/>
          </p:nvSpPr>
          <p:spPr>
            <a:xfrm>
              <a:off x="4871975" y="2409350"/>
              <a:ext cx="50075" cy="31300"/>
            </a:xfrm>
            <a:custGeom>
              <a:avLst/>
              <a:gdLst/>
              <a:ahLst/>
              <a:cxnLst/>
              <a:rect l="l" t="t" r="r" b="b"/>
              <a:pathLst>
                <a:path w="2003" h="1252" extrusionOk="0">
                  <a:moveTo>
                    <a:pt x="227" y="0"/>
                  </a:moveTo>
                  <a:cubicBezTo>
                    <a:pt x="148" y="0"/>
                    <a:pt x="74" y="25"/>
                    <a:pt x="1" y="80"/>
                  </a:cubicBezTo>
                  <a:cubicBezTo>
                    <a:pt x="306" y="907"/>
                    <a:pt x="511" y="1252"/>
                    <a:pt x="960" y="1252"/>
                  </a:cubicBezTo>
                  <a:cubicBezTo>
                    <a:pt x="1199" y="1252"/>
                    <a:pt x="1507" y="1154"/>
                    <a:pt x="1936" y="981"/>
                  </a:cubicBezTo>
                  <a:cubicBezTo>
                    <a:pt x="2002" y="880"/>
                    <a:pt x="2002" y="747"/>
                    <a:pt x="1936" y="680"/>
                  </a:cubicBezTo>
                  <a:cubicBezTo>
                    <a:pt x="1835" y="547"/>
                    <a:pt x="1635" y="580"/>
                    <a:pt x="1502" y="480"/>
                  </a:cubicBezTo>
                  <a:cubicBezTo>
                    <a:pt x="1435" y="347"/>
                    <a:pt x="1202" y="380"/>
                    <a:pt x="1102" y="247"/>
                  </a:cubicBezTo>
                  <a:cubicBezTo>
                    <a:pt x="968" y="147"/>
                    <a:pt x="768" y="180"/>
                    <a:pt x="635" y="47"/>
                  </a:cubicBezTo>
                  <a:lnTo>
                    <a:pt x="434" y="47"/>
                  </a:lnTo>
                  <a:cubicBezTo>
                    <a:pt x="360" y="17"/>
                    <a:pt x="291" y="0"/>
                    <a:pt x="227" y="0"/>
                  </a:cubicBez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7"/>
            <p:cNvSpPr/>
            <p:nvPr/>
          </p:nvSpPr>
          <p:spPr>
            <a:xfrm>
              <a:off x="3392600" y="2567775"/>
              <a:ext cx="25025" cy="66250"/>
            </a:xfrm>
            <a:custGeom>
              <a:avLst/>
              <a:gdLst/>
              <a:ahLst/>
              <a:cxnLst/>
              <a:rect l="l" t="t" r="r" b="b"/>
              <a:pathLst>
                <a:path w="1001" h="2650" extrusionOk="0">
                  <a:moveTo>
                    <a:pt x="540" y="1"/>
                  </a:moveTo>
                  <a:cubicBezTo>
                    <a:pt x="518" y="1"/>
                    <a:pt x="494" y="5"/>
                    <a:pt x="467" y="14"/>
                  </a:cubicBezTo>
                  <a:cubicBezTo>
                    <a:pt x="401" y="181"/>
                    <a:pt x="67" y="248"/>
                    <a:pt x="300" y="581"/>
                  </a:cubicBezTo>
                  <a:cubicBezTo>
                    <a:pt x="601" y="1015"/>
                    <a:pt x="601" y="1515"/>
                    <a:pt x="300" y="1982"/>
                  </a:cubicBezTo>
                  <a:cubicBezTo>
                    <a:pt x="0" y="2482"/>
                    <a:pt x="334" y="2583"/>
                    <a:pt x="734" y="2649"/>
                  </a:cubicBezTo>
                  <a:cubicBezTo>
                    <a:pt x="1001" y="2082"/>
                    <a:pt x="767" y="1548"/>
                    <a:pt x="767" y="981"/>
                  </a:cubicBezTo>
                  <a:cubicBezTo>
                    <a:pt x="734" y="715"/>
                    <a:pt x="834" y="481"/>
                    <a:pt x="634" y="248"/>
                  </a:cubicBezTo>
                  <a:cubicBezTo>
                    <a:pt x="601" y="181"/>
                    <a:pt x="601" y="147"/>
                    <a:pt x="634" y="81"/>
                  </a:cubicBezTo>
                  <a:cubicBezTo>
                    <a:pt x="634" y="32"/>
                    <a:pt x="598" y="1"/>
                    <a:pt x="540" y="1"/>
                  </a:cubicBezTo>
                  <a:close/>
                </a:path>
              </a:pathLst>
            </a:custGeom>
            <a:solidFill>
              <a:srgbClr val="FFC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7"/>
            <p:cNvSpPr/>
            <p:nvPr/>
          </p:nvSpPr>
          <p:spPr>
            <a:xfrm>
              <a:off x="3311700" y="1725850"/>
              <a:ext cx="26725" cy="21800"/>
            </a:xfrm>
            <a:custGeom>
              <a:avLst/>
              <a:gdLst/>
              <a:ahLst/>
              <a:cxnLst/>
              <a:rect l="l" t="t" r="r" b="b"/>
              <a:pathLst>
                <a:path w="1069" h="872" extrusionOk="0">
                  <a:moveTo>
                    <a:pt x="868" y="0"/>
                  </a:moveTo>
                  <a:cubicBezTo>
                    <a:pt x="468" y="34"/>
                    <a:pt x="1" y="67"/>
                    <a:pt x="67" y="567"/>
                  </a:cubicBezTo>
                  <a:cubicBezTo>
                    <a:pt x="119" y="799"/>
                    <a:pt x="215" y="872"/>
                    <a:pt x="329" y="872"/>
                  </a:cubicBezTo>
                  <a:cubicBezTo>
                    <a:pt x="511" y="872"/>
                    <a:pt x="737" y="688"/>
                    <a:pt x="901" y="667"/>
                  </a:cubicBezTo>
                  <a:cubicBezTo>
                    <a:pt x="926" y="676"/>
                    <a:pt x="947" y="680"/>
                    <a:pt x="965" y="680"/>
                  </a:cubicBezTo>
                  <a:cubicBezTo>
                    <a:pt x="1018" y="680"/>
                    <a:pt x="1043" y="642"/>
                    <a:pt x="1068" y="567"/>
                  </a:cubicBezTo>
                  <a:lnTo>
                    <a:pt x="1068" y="501"/>
                  </a:lnTo>
                  <a:cubicBezTo>
                    <a:pt x="1001" y="334"/>
                    <a:pt x="1035" y="134"/>
                    <a:pt x="868" y="0"/>
                  </a:cubicBezTo>
                  <a:close/>
                </a:path>
              </a:pathLst>
            </a:custGeom>
            <a:solidFill>
              <a:srgbClr val="FFB9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7"/>
            <p:cNvSpPr/>
            <p:nvPr/>
          </p:nvSpPr>
          <p:spPr>
            <a:xfrm>
              <a:off x="4589275" y="4097600"/>
              <a:ext cx="60900" cy="15575"/>
            </a:xfrm>
            <a:custGeom>
              <a:avLst/>
              <a:gdLst/>
              <a:ahLst/>
              <a:cxnLst/>
              <a:rect l="l" t="t" r="r" b="b"/>
              <a:pathLst>
                <a:path w="2436" h="623" extrusionOk="0">
                  <a:moveTo>
                    <a:pt x="1120" y="0"/>
                  </a:moveTo>
                  <a:cubicBezTo>
                    <a:pt x="837" y="0"/>
                    <a:pt x="564" y="59"/>
                    <a:pt x="301" y="265"/>
                  </a:cubicBezTo>
                  <a:cubicBezTo>
                    <a:pt x="201" y="265"/>
                    <a:pt x="134" y="332"/>
                    <a:pt x="67" y="332"/>
                  </a:cubicBezTo>
                  <a:cubicBezTo>
                    <a:pt x="1" y="332"/>
                    <a:pt x="1" y="365"/>
                    <a:pt x="1" y="398"/>
                  </a:cubicBezTo>
                  <a:cubicBezTo>
                    <a:pt x="1" y="432"/>
                    <a:pt x="67" y="499"/>
                    <a:pt x="134" y="499"/>
                  </a:cubicBezTo>
                  <a:lnTo>
                    <a:pt x="201" y="499"/>
                  </a:lnTo>
                  <a:lnTo>
                    <a:pt x="301" y="532"/>
                  </a:lnTo>
                  <a:cubicBezTo>
                    <a:pt x="603" y="589"/>
                    <a:pt x="910" y="622"/>
                    <a:pt x="1219" y="622"/>
                  </a:cubicBezTo>
                  <a:cubicBezTo>
                    <a:pt x="1627" y="622"/>
                    <a:pt x="2037" y="565"/>
                    <a:pt x="2436" y="432"/>
                  </a:cubicBezTo>
                  <a:lnTo>
                    <a:pt x="2436" y="232"/>
                  </a:lnTo>
                  <a:cubicBezTo>
                    <a:pt x="2280" y="128"/>
                    <a:pt x="2103" y="44"/>
                    <a:pt x="1938" y="44"/>
                  </a:cubicBezTo>
                  <a:cubicBezTo>
                    <a:pt x="1891" y="44"/>
                    <a:pt x="1846" y="50"/>
                    <a:pt x="1802" y="65"/>
                  </a:cubicBezTo>
                  <a:cubicBezTo>
                    <a:pt x="1568" y="36"/>
                    <a:pt x="1341" y="0"/>
                    <a:pt x="1120" y="0"/>
                  </a:cubicBezTo>
                  <a:close/>
                </a:path>
              </a:pathLst>
            </a:custGeom>
            <a:solidFill>
              <a:srgbClr val="7CB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7"/>
            <p:cNvSpPr/>
            <p:nvPr/>
          </p:nvSpPr>
          <p:spPr>
            <a:xfrm>
              <a:off x="3965500" y="2254550"/>
              <a:ext cx="29225" cy="5875"/>
            </a:xfrm>
            <a:custGeom>
              <a:avLst/>
              <a:gdLst/>
              <a:ahLst/>
              <a:cxnLst/>
              <a:rect l="l" t="t" r="r" b="b"/>
              <a:pathLst>
                <a:path w="1169" h="235" extrusionOk="0">
                  <a:moveTo>
                    <a:pt x="534" y="1"/>
                  </a:moveTo>
                  <a:cubicBezTo>
                    <a:pt x="401" y="1"/>
                    <a:pt x="234" y="1"/>
                    <a:pt x="67" y="34"/>
                  </a:cubicBezTo>
                  <a:cubicBezTo>
                    <a:pt x="34" y="34"/>
                    <a:pt x="34" y="67"/>
                    <a:pt x="1" y="101"/>
                  </a:cubicBezTo>
                  <a:cubicBezTo>
                    <a:pt x="1" y="168"/>
                    <a:pt x="1" y="201"/>
                    <a:pt x="67" y="234"/>
                  </a:cubicBezTo>
                  <a:cubicBezTo>
                    <a:pt x="130" y="223"/>
                    <a:pt x="194" y="219"/>
                    <a:pt x="260" y="219"/>
                  </a:cubicBezTo>
                  <a:cubicBezTo>
                    <a:pt x="375" y="219"/>
                    <a:pt x="492" y="230"/>
                    <a:pt x="608" y="230"/>
                  </a:cubicBezTo>
                  <a:cubicBezTo>
                    <a:pt x="812" y="230"/>
                    <a:pt x="1009" y="195"/>
                    <a:pt x="1168" y="1"/>
                  </a:cubicBezTo>
                  <a:close/>
                </a:path>
              </a:pathLst>
            </a:custGeom>
            <a:solidFill>
              <a:srgbClr val="E2E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7"/>
            <p:cNvSpPr/>
            <p:nvPr/>
          </p:nvSpPr>
          <p:spPr>
            <a:xfrm>
              <a:off x="3671125" y="2997325"/>
              <a:ext cx="437000" cy="1004350"/>
            </a:xfrm>
            <a:custGeom>
              <a:avLst/>
              <a:gdLst/>
              <a:ahLst/>
              <a:cxnLst/>
              <a:rect l="l" t="t" r="r" b="b"/>
              <a:pathLst>
                <a:path w="17480" h="40174" extrusionOk="0">
                  <a:moveTo>
                    <a:pt x="2112" y="1"/>
                  </a:moveTo>
                  <a:cubicBezTo>
                    <a:pt x="1855" y="1"/>
                    <a:pt x="1623" y="69"/>
                    <a:pt x="1435" y="311"/>
                  </a:cubicBezTo>
                  <a:cubicBezTo>
                    <a:pt x="1366" y="887"/>
                    <a:pt x="1344" y="1066"/>
                    <a:pt x="1096" y="1066"/>
                  </a:cubicBezTo>
                  <a:cubicBezTo>
                    <a:pt x="984" y="1066"/>
                    <a:pt x="828" y="1030"/>
                    <a:pt x="601" y="978"/>
                  </a:cubicBezTo>
                  <a:cubicBezTo>
                    <a:pt x="473" y="927"/>
                    <a:pt x="365" y="856"/>
                    <a:pt x="231" y="856"/>
                  </a:cubicBezTo>
                  <a:cubicBezTo>
                    <a:pt x="190" y="856"/>
                    <a:pt x="147" y="863"/>
                    <a:pt x="101" y="878"/>
                  </a:cubicBezTo>
                  <a:cubicBezTo>
                    <a:pt x="1" y="1646"/>
                    <a:pt x="1" y="1712"/>
                    <a:pt x="701" y="1712"/>
                  </a:cubicBezTo>
                  <a:cubicBezTo>
                    <a:pt x="1268" y="1712"/>
                    <a:pt x="1268" y="1912"/>
                    <a:pt x="1268" y="2246"/>
                  </a:cubicBezTo>
                  <a:cubicBezTo>
                    <a:pt x="1768" y="3480"/>
                    <a:pt x="1935" y="4714"/>
                    <a:pt x="1969" y="5982"/>
                  </a:cubicBezTo>
                  <a:cubicBezTo>
                    <a:pt x="2002" y="6582"/>
                    <a:pt x="1702" y="7250"/>
                    <a:pt x="2169" y="7883"/>
                  </a:cubicBezTo>
                  <a:cubicBezTo>
                    <a:pt x="2269" y="7983"/>
                    <a:pt x="2169" y="8150"/>
                    <a:pt x="2102" y="8250"/>
                  </a:cubicBezTo>
                  <a:cubicBezTo>
                    <a:pt x="1635" y="8917"/>
                    <a:pt x="1802" y="9651"/>
                    <a:pt x="2169" y="10252"/>
                  </a:cubicBezTo>
                  <a:cubicBezTo>
                    <a:pt x="2469" y="10719"/>
                    <a:pt x="2502" y="11219"/>
                    <a:pt x="2602" y="11753"/>
                  </a:cubicBezTo>
                  <a:cubicBezTo>
                    <a:pt x="2836" y="13321"/>
                    <a:pt x="2803" y="14888"/>
                    <a:pt x="3203" y="16389"/>
                  </a:cubicBezTo>
                  <a:cubicBezTo>
                    <a:pt x="3470" y="17223"/>
                    <a:pt x="3770" y="18191"/>
                    <a:pt x="3270" y="19058"/>
                  </a:cubicBezTo>
                  <a:cubicBezTo>
                    <a:pt x="3136" y="19225"/>
                    <a:pt x="3203" y="19425"/>
                    <a:pt x="3336" y="19658"/>
                  </a:cubicBezTo>
                  <a:cubicBezTo>
                    <a:pt x="4204" y="20826"/>
                    <a:pt x="4037" y="22194"/>
                    <a:pt x="4037" y="23494"/>
                  </a:cubicBezTo>
                  <a:cubicBezTo>
                    <a:pt x="4037" y="24162"/>
                    <a:pt x="3970" y="24829"/>
                    <a:pt x="4204" y="25429"/>
                  </a:cubicBezTo>
                  <a:cubicBezTo>
                    <a:pt x="4337" y="25830"/>
                    <a:pt x="4470" y="26196"/>
                    <a:pt x="4204" y="26563"/>
                  </a:cubicBezTo>
                  <a:cubicBezTo>
                    <a:pt x="3903" y="27064"/>
                    <a:pt x="4003" y="27531"/>
                    <a:pt x="4304" y="27998"/>
                  </a:cubicBezTo>
                  <a:cubicBezTo>
                    <a:pt x="4671" y="28565"/>
                    <a:pt x="4804" y="29165"/>
                    <a:pt x="4437" y="29766"/>
                  </a:cubicBezTo>
                  <a:cubicBezTo>
                    <a:pt x="4270" y="30033"/>
                    <a:pt x="4337" y="30233"/>
                    <a:pt x="4437" y="30500"/>
                  </a:cubicBezTo>
                  <a:cubicBezTo>
                    <a:pt x="4637" y="31100"/>
                    <a:pt x="4637" y="31734"/>
                    <a:pt x="4470" y="32368"/>
                  </a:cubicBezTo>
                  <a:cubicBezTo>
                    <a:pt x="4370" y="32701"/>
                    <a:pt x="4437" y="33068"/>
                    <a:pt x="4437" y="33402"/>
                  </a:cubicBezTo>
                  <a:cubicBezTo>
                    <a:pt x="4804" y="33735"/>
                    <a:pt x="5371" y="33535"/>
                    <a:pt x="5705" y="34002"/>
                  </a:cubicBezTo>
                  <a:cubicBezTo>
                    <a:pt x="5638" y="34269"/>
                    <a:pt x="5504" y="34669"/>
                    <a:pt x="5805" y="34869"/>
                  </a:cubicBezTo>
                  <a:cubicBezTo>
                    <a:pt x="6082" y="35063"/>
                    <a:pt x="6382" y="35418"/>
                    <a:pt x="6762" y="35418"/>
                  </a:cubicBezTo>
                  <a:cubicBezTo>
                    <a:pt x="6840" y="35418"/>
                    <a:pt x="6921" y="35404"/>
                    <a:pt x="7006" y="35370"/>
                  </a:cubicBezTo>
                  <a:cubicBezTo>
                    <a:pt x="7183" y="35299"/>
                    <a:pt x="7352" y="35266"/>
                    <a:pt x="7512" y="35266"/>
                  </a:cubicBezTo>
                  <a:cubicBezTo>
                    <a:pt x="7805" y="35266"/>
                    <a:pt x="8070" y="35376"/>
                    <a:pt x="8306" y="35570"/>
                  </a:cubicBezTo>
                  <a:cubicBezTo>
                    <a:pt x="8826" y="35999"/>
                    <a:pt x="9362" y="36230"/>
                    <a:pt x="9964" y="36230"/>
                  </a:cubicBezTo>
                  <a:cubicBezTo>
                    <a:pt x="10251" y="36230"/>
                    <a:pt x="10553" y="36178"/>
                    <a:pt x="10875" y="36070"/>
                  </a:cubicBezTo>
                  <a:cubicBezTo>
                    <a:pt x="11031" y="36030"/>
                    <a:pt x="11175" y="36010"/>
                    <a:pt x="11311" y="36010"/>
                  </a:cubicBezTo>
                  <a:cubicBezTo>
                    <a:pt x="11844" y="36010"/>
                    <a:pt x="12237" y="36319"/>
                    <a:pt x="12610" y="36904"/>
                  </a:cubicBezTo>
                  <a:cubicBezTo>
                    <a:pt x="12676" y="37071"/>
                    <a:pt x="12743" y="37271"/>
                    <a:pt x="12876" y="37338"/>
                  </a:cubicBezTo>
                  <a:cubicBezTo>
                    <a:pt x="13577" y="37538"/>
                    <a:pt x="13977" y="38172"/>
                    <a:pt x="14478" y="38672"/>
                  </a:cubicBezTo>
                  <a:cubicBezTo>
                    <a:pt x="14644" y="38839"/>
                    <a:pt x="14811" y="39006"/>
                    <a:pt x="15111" y="39006"/>
                  </a:cubicBezTo>
                  <a:cubicBezTo>
                    <a:pt x="15545" y="39006"/>
                    <a:pt x="15712" y="39272"/>
                    <a:pt x="15712" y="39706"/>
                  </a:cubicBezTo>
                  <a:cubicBezTo>
                    <a:pt x="15712" y="39906"/>
                    <a:pt x="15778" y="40040"/>
                    <a:pt x="15945" y="40173"/>
                  </a:cubicBezTo>
                  <a:cubicBezTo>
                    <a:pt x="16179" y="39940"/>
                    <a:pt x="16179" y="39606"/>
                    <a:pt x="16379" y="39373"/>
                  </a:cubicBezTo>
                  <a:cubicBezTo>
                    <a:pt x="16446" y="39272"/>
                    <a:pt x="16479" y="39172"/>
                    <a:pt x="16479" y="39072"/>
                  </a:cubicBezTo>
                  <a:cubicBezTo>
                    <a:pt x="16512" y="38739"/>
                    <a:pt x="16546" y="38405"/>
                    <a:pt x="16646" y="38072"/>
                  </a:cubicBezTo>
                  <a:cubicBezTo>
                    <a:pt x="16679" y="37771"/>
                    <a:pt x="16679" y="37438"/>
                    <a:pt x="16646" y="37171"/>
                  </a:cubicBezTo>
                  <a:cubicBezTo>
                    <a:pt x="16145" y="36237"/>
                    <a:pt x="16379" y="35236"/>
                    <a:pt x="16179" y="34336"/>
                  </a:cubicBezTo>
                  <a:cubicBezTo>
                    <a:pt x="16145" y="34002"/>
                    <a:pt x="16179" y="33502"/>
                    <a:pt x="15712" y="33435"/>
                  </a:cubicBezTo>
                  <a:cubicBezTo>
                    <a:pt x="15681" y="33431"/>
                    <a:pt x="15653" y="33429"/>
                    <a:pt x="15626" y="33429"/>
                  </a:cubicBezTo>
                  <a:cubicBezTo>
                    <a:pt x="15219" y="33429"/>
                    <a:pt x="15272" y="33889"/>
                    <a:pt x="15178" y="34202"/>
                  </a:cubicBezTo>
                  <a:cubicBezTo>
                    <a:pt x="15178" y="34256"/>
                    <a:pt x="15156" y="34354"/>
                    <a:pt x="15148" y="34354"/>
                  </a:cubicBezTo>
                  <a:cubicBezTo>
                    <a:pt x="15146" y="34354"/>
                    <a:pt x="15145" y="34348"/>
                    <a:pt x="15145" y="34336"/>
                  </a:cubicBezTo>
                  <a:cubicBezTo>
                    <a:pt x="15111" y="32601"/>
                    <a:pt x="15278" y="30666"/>
                    <a:pt x="15812" y="28765"/>
                  </a:cubicBezTo>
                  <a:cubicBezTo>
                    <a:pt x="16112" y="27831"/>
                    <a:pt x="16112" y="26864"/>
                    <a:pt x="15979" y="25896"/>
                  </a:cubicBezTo>
                  <a:cubicBezTo>
                    <a:pt x="15945" y="25563"/>
                    <a:pt x="15945" y="25262"/>
                    <a:pt x="16212" y="25062"/>
                  </a:cubicBezTo>
                  <a:cubicBezTo>
                    <a:pt x="16712" y="24695"/>
                    <a:pt x="16612" y="24328"/>
                    <a:pt x="16212" y="23995"/>
                  </a:cubicBezTo>
                  <a:cubicBezTo>
                    <a:pt x="15778" y="23561"/>
                    <a:pt x="15945" y="23228"/>
                    <a:pt x="16346" y="22927"/>
                  </a:cubicBezTo>
                  <a:cubicBezTo>
                    <a:pt x="16512" y="22861"/>
                    <a:pt x="16646" y="22727"/>
                    <a:pt x="16779" y="22594"/>
                  </a:cubicBezTo>
                  <a:cubicBezTo>
                    <a:pt x="17280" y="22027"/>
                    <a:pt x="17480" y="21326"/>
                    <a:pt x="17380" y="20526"/>
                  </a:cubicBezTo>
                  <a:cubicBezTo>
                    <a:pt x="17313" y="19892"/>
                    <a:pt x="16846" y="19692"/>
                    <a:pt x="16312" y="19525"/>
                  </a:cubicBezTo>
                  <a:cubicBezTo>
                    <a:pt x="15812" y="19358"/>
                    <a:pt x="15778" y="18658"/>
                    <a:pt x="16279" y="18224"/>
                  </a:cubicBezTo>
                  <a:cubicBezTo>
                    <a:pt x="16813" y="17757"/>
                    <a:pt x="16946" y="17223"/>
                    <a:pt x="16813" y="16523"/>
                  </a:cubicBezTo>
                  <a:cubicBezTo>
                    <a:pt x="16646" y="15589"/>
                    <a:pt x="16479" y="14688"/>
                    <a:pt x="16612" y="13754"/>
                  </a:cubicBezTo>
                  <a:cubicBezTo>
                    <a:pt x="16184" y="12745"/>
                    <a:pt x="15868" y="11624"/>
                    <a:pt x="14560" y="11624"/>
                  </a:cubicBezTo>
                  <a:cubicBezTo>
                    <a:pt x="14441" y="11624"/>
                    <a:pt x="14314" y="11633"/>
                    <a:pt x="14177" y="11653"/>
                  </a:cubicBezTo>
                  <a:cubicBezTo>
                    <a:pt x="14159" y="11662"/>
                    <a:pt x="14142" y="11666"/>
                    <a:pt x="14124" y="11666"/>
                  </a:cubicBezTo>
                  <a:cubicBezTo>
                    <a:pt x="14075" y="11666"/>
                    <a:pt x="14026" y="11635"/>
                    <a:pt x="13977" y="11586"/>
                  </a:cubicBezTo>
                  <a:cubicBezTo>
                    <a:pt x="12876" y="11219"/>
                    <a:pt x="12710" y="10885"/>
                    <a:pt x="13210" y="9851"/>
                  </a:cubicBezTo>
                  <a:cubicBezTo>
                    <a:pt x="13477" y="9351"/>
                    <a:pt x="13177" y="7516"/>
                    <a:pt x="12810" y="7516"/>
                  </a:cubicBezTo>
                  <a:cubicBezTo>
                    <a:pt x="11609" y="7516"/>
                    <a:pt x="11475" y="6916"/>
                    <a:pt x="11676" y="5982"/>
                  </a:cubicBezTo>
                  <a:cubicBezTo>
                    <a:pt x="11676" y="5959"/>
                    <a:pt x="11677" y="5945"/>
                    <a:pt x="11678" y="5937"/>
                  </a:cubicBezTo>
                  <a:lnTo>
                    <a:pt x="11678" y="5937"/>
                  </a:lnTo>
                  <a:cubicBezTo>
                    <a:pt x="11679" y="5937"/>
                    <a:pt x="11680" y="5937"/>
                    <a:pt x="11680" y="5937"/>
                  </a:cubicBezTo>
                  <a:cubicBezTo>
                    <a:pt x="11685" y="5937"/>
                    <a:pt x="11684" y="5926"/>
                    <a:pt x="11682" y="5926"/>
                  </a:cubicBezTo>
                  <a:lnTo>
                    <a:pt x="11682" y="5926"/>
                  </a:lnTo>
                  <a:cubicBezTo>
                    <a:pt x="11681" y="5926"/>
                    <a:pt x="11679" y="5929"/>
                    <a:pt x="11678" y="5937"/>
                  </a:cubicBezTo>
                  <a:lnTo>
                    <a:pt x="11678" y="5937"/>
                  </a:lnTo>
                  <a:cubicBezTo>
                    <a:pt x="11672" y="5933"/>
                    <a:pt x="11661" y="5920"/>
                    <a:pt x="11642" y="5882"/>
                  </a:cubicBezTo>
                  <a:cubicBezTo>
                    <a:pt x="11008" y="4648"/>
                    <a:pt x="10575" y="3313"/>
                    <a:pt x="8874" y="2980"/>
                  </a:cubicBezTo>
                  <a:cubicBezTo>
                    <a:pt x="8206" y="2813"/>
                    <a:pt x="7539" y="2913"/>
                    <a:pt x="6805" y="2813"/>
                  </a:cubicBezTo>
                  <a:cubicBezTo>
                    <a:pt x="7139" y="2479"/>
                    <a:pt x="7306" y="2079"/>
                    <a:pt x="7673" y="1912"/>
                  </a:cubicBezTo>
                  <a:cubicBezTo>
                    <a:pt x="7973" y="1812"/>
                    <a:pt x="8206" y="1646"/>
                    <a:pt x="8140" y="1212"/>
                  </a:cubicBezTo>
                  <a:cubicBezTo>
                    <a:pt x="8073" y="1145"/>
                    <a:pt x="8006" y="1045"/>
                    <a:pt x="7940" y="1012"/>
                  </a:cubicBezTo>
                  <a:cubicBezTo>
                    <a:pt x="7606" y="912"/>
                    <a:pt x="7172" y="878"/>
                    <a:pt x="6839" y="712"/>
                  </a:cubicBezTo>
                  <a:cubicBezTo>
                    <a:pt x="5371" y="245"/>
                    <a:pt x="3803" y="245"/>
                    <a:pt x="2302" y="11"/>
                  </a:cubicBezTo>
                  <a:cubicBezTo>
                    <a:pt x="2238" y="5"/>
                    <a:pt x="2174" y="1"/>
                    <a:pt x="2112" y="1"/>
                  </a:cubicBezTo>
                  <a:close/>
                </a:path>
              </a:pathLst>
            </a:custGeom>
            <a:solidFill>
              <a:srgbClr val="64B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7"/>
            <p:cNvSpPr/>
            <p:nvPr/>
          </p:nvSpPr>
          <p:spPr>
            <a:xfrm>
              <a:off x="3953825" y="4051575"/>
              <a:ext cx="104275" cy="421250"/>
            </a:xfrm>
            <a:custGeom>
              <a:avLst/>
              <a:gdLst/>
              <a:ahLst/>
              <a:cxnLst/>
              <a:rect l="l" t="t" r="r" b="b"/>
              <a:pathLst>
                <a:path w="4171" h="16850" extrusionOk="0">
                  <a:moveTo>
                    <a:pt x="599" y="0"/>
                  </a:moveTo>
                  <a:cubicBezTo>
                    <a:pt x="472" y="0"/>
                    <a:pt x="344" y="41"/>
                    <a:pt x="201" y="105"/>
                  </a:cubicBezTo>
                  <a:cubicBezTo>
                    <a:pt x="167" y="205"/>
                    <a:pt x="67" y="338"/>
                    <a:pt x="1" y="405"/>
                  </a:cubicBezTo>
                  <a:cubicBezTo>
                    <a:pt x="1" y="705"/>
                    <a:pt x="34" y="939"/>
                    <a:pt x="34" y="1239"/>
                  </a:cubicBezTo>
                  <a:cubicBezTo>
                    <a:pt x="267" y="1639"/>
                    <a:pt x="267" y="2073"/>
                    <a:pt x="267" y="2540"/>
                  </a:cubicBezTo>
                  <a:cubicBezTo>
                    <a:pt x="534" y="2907"/>
                    <a:pt x="534" y="3374"/>
                    <a:pt x="568" y="3774"/>
                  </a:cubicBezTo>
                  <a:cubicBezTo>
                    <a:pt x="868" y="4408"/>
                    <a:pt x="1035" y="5075"/>
                    <a:pt x="1035" y="5742"/>
                  </a:cubicBezTo>
                  <a:cubicBezTo>
                    <a:pt x="1268" y="6109"/>
                    <a:pt x="1268" y="6576"/>
                    <a:pt x="1335" y="7010"/>
                  </a:cubicBezTo>
                  <a:cubicBezTo>
                    <a:pt x="1568" y="7343"/>
                    <a:pt x="1568" y="7710"/>
                    <a:pt x="1568" y="8077"/>
                  </a:cubicBezTo>
                  <a:cubicBezTo>
                    <a:pt x="1869" y="8911"/>
                    <a:pt x="2035" y="9745"/>
                    <a:pt x="2069" y="10612"/>
                  </a:cubicBezTo>
                  <a:cubicBezTo>
                    <a:pt x="2336" y="11046"/>
                    <a:pt x="2336" y="11446"/>
                    <a:pt x="2336" y="11913"/>
                  </a:cubicBezTo>
                  <a:cubicBezTo>
                    <a:pt x="2569" y="12447"/>
                    <a:pt x="2569" y="13047"/>
                    <a:pt x="2569" y="13614"/>
                  </a:cubicBezTo>
                  <a:cubicBezTo>
                    <a:pt x="2736" y="14215"/>
                    <a:pt x="2936" y="14782"/>
                    <a:pt x="2569" y="15382"/>
                  </a:cubicBezTo>
                  <a:cubicBezTo>
                    <a:pt x="2569" y="15516"/>
                    <a:pt x="2536" y="15582"/>
                    <a:pt x="2402" y="15616"/>
                  </a:cubicBezTo>
                  <a:cubicBezTo>
                    <a:pt x="2369" y="15782"/>
                    <a:pt x="2336" y="15949"/>
                    <a:pt x="2169" y="16049"/>
                  </a:cubicBezTo>
                  <a:cubicBezTo>
                    <a:pt x="2169" y="16249"/>
                    <a:pt x="2202" y="16416"/>
                    <a:pt x="2202" y="16616"/>
                  </a:cubicBezTo>
                  <a:cubicBezTo>
                    <a:pt x="2336" y="16616"/>
                    <a:pt x="2402" y="16716"/>
                    <a:pt x="2402" y="16850"/>
                  </a:cubicBezTo>
                  <a:cubicBezTo>
                    <a:pt x="2669" y="16783"/>
                    <a:pt x="2903" y="16783"/>
                    <a:pt x="3170" y="16783"/>
                  </a:cubicBezTo>
                  <a:cubicBezTo>
                    <a:pt x="3170" y="16683"/>
                    <a:pt x="3236" y="16616"/>
                    <a:pt x="3370" y="16583"/>
                  </a:cubicBezTo>
                  <a:cubicBezTo>
                    <a:pt x="3436" y="16350"/>
                    <a:pt x="3570" y="16116"/>
                    <a:pt x="3903" y="15883"/>
                  </a:cubicBezTo>
                  <a:cubicBezTo>
                    <a:pt x="3937" y="15616"/>
                    <a:pt x="4003" y="15416"/>
                    <a:pt x="4170" y="15249"/>
                  </a:cubicBezTo>
                  <a:cubicBezTo>
                    <a:pt x="4137" y="14748"/>
                    <a:pt x="4137" y="14281"/>
                    <a:pt x="4070" y="13781"/>
                  </a:cubicBezTo>
                  <a:cubicBezTo>
                    <a:pt x="3803" y="12747"/>
                    <a:pt x="3670" y="11713"/>
                    <a:pt x="3536" y="10612"/>
                  </a:cubicBezTo>
                  <a:cubicBezTo>
                    <a:pt x="3270" y="10212"/>
                    <a:pt x="3270" y="9778"/>
                    <a:pt x="3270" y="9345"/>
                  </a:cubicBezTo>
                  <a:cubicBezTo>
                    <a:pt x="3069" y="8944"/>
                    <a:pt x="3069" y="8511"/>
                    <a:pt x="3036" y="8077"/>
                  </a:cubicBezTo>
                  <a:cubicBezTo>
                    <a:pt x="2769" y="7743"/>
                    <a:pt x="2769" y="7376"/>
                    <a:pt x="2769" y="7010"/>
                  </a:cubicBezTo>
                  <a:cubicBezTo>
                    <a:pt x="2536" y="6676"/>
                    <a:pt x="2536" y="6276"/>
                    <a:pt x="2536" y="5909"/>
                  </a:cubicBezTo>
                  <a:cubicBezTo>
                    <a:pt x="2269" y="5542"/>
                    <a:pt x="2269" y="5075"/>
                    <a:pt x="2236" y="4675"/>
                  </a:cubicBezTo>
                  <a:cubicBezTo>
                    <a:pt x="2035" y="4408"/>
                    <a:pt x="2035" y="4074"/>
                    <a:pt x="2035" y="3774"/>
                  </a:cubicBezTo>
                  <a:cubicBezTo>
                    <a:pt x="1769" y="3507"/>
                    <a:pt x="1769" y="3107"/>
                    <a:pt x="1769" y="2740"/>
                  </a:cubicBezTo>
                  <a:cubicBezTo>
                    <a:pt x="1535" y="2340"/>
                    <a:pt x="1535" y="1906"/>
                    <a:pt x="1535" y="1439"/>
                  </a:cubicBezTo>
                  <a:cubicBezTo>
                    <a:pt x="1268" y="1105"/>
                    <a:pt x="1368" y="672"/>
                    <a:pt x="1168" y="338"/>
                  </a:cubicBezTo>
                  <a:cubicBezTo>
                    <a:pt x="1068" y="271"/>
                    <a:pt x="1035" y="238"/>
                    <a:pt x="1035" y="171"/>
                  </a:cubicBezTo>
                  <a:cubicBezTo>
                    <a:pt x="878" y="49"/>
                    <a:pt x="739" y="0"/>
                    <a:pt x="599" y="0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7"/>
            <p:cNvSpPr/>
            <p:nvPr/>
          </p:nvSpPr>
          <p:spPr>
            <a:xfrm>
              <a:off x="3699475" y="2959875"/>
              <a:ext cx="193500" cy="70250"/>
            </a:xfrm>
            <a:custGeom>
              <a:avLst/>
              <a:gdLst/>
              <a:ahLst/>
              <a:cxnLst/>
              <a:rect l="l" t="t" r="r" b="b"/>
              <a:pathLst>
                <a:path w="7740" h="2810" extrusionOk="0">
                  <a:moveTo>
                    <a:pt x="1311" y="0"/>
                  </a:moveTo>
                  <a:cubicBezTo>
                    <a:pt x="390" y="0"/>
                    <a:pt x="289" y="846"/>
                    <a:pt x="67" y="1542"/>
                  </a:cubicBezTo>
                  <a:lnTo>
                    <a:pt x="34" y="1576"/>
                  </a:lnTo>
                  <a:cubicBezTo>
                    <a:pt x="34" y="1576"/>
                    <a:pt x="1" y="1642"/>
                    <a:pt x="1" y="1676"/>
                  </a:cubicBezTo>
                  <a:cubicBezTo>
                    <a:pt x="1" y="1743"/>
                    <a:pt x="1" y="1743"/>
                    <a:pt x="67" y="1809"/>
                  </a:cubicBezTo>
                  <a:lnTo>
                    <a:pt x="234" y="1809"/>
                  </a:lnTo>
                  <a:cubicBezTo>
                    <a:pt x="2136" y="1876"/>
                    <a:pt x="4004" y="2176"/>
                    <a:pt x="5838" y="2510"/>
                  </a:cubicBezTo>
                  <a:cubicBezTo>
                    <a:pt x="5936" y="2586"/>
                    <a:pt x="6047" y="2609"/>
                    <a:pt x="6165" y="2609"/>
                  </a:cubicBezTo>
                  <a:cubicBezTo>
                    <a:pt x="6348" y="2609"/>
                    <a:pt x="6545" y="2553"/>
                    <a:pt x="6727" y="2553"/>
                  </a:cubicBezTo>
                  <a:cubicBezTo>
                    <a:pt x="6789" y="2553"/>
                    <a:pt x="6849" y="2559"/>
                    <a:pt x="6906" y="2576"/>
                  </a:cubicBezTo>
                  <a:cubicBezTo>
                    <a:pt x="7006" y="2710"/>
                    <a:pt x="7172" y="2810"/>
                    <a:pt x="7339" y="2810"/>
                  </a:cubicBezTo>
                  <a:cubicBezTo>
                    <a:pt x="7506" y="2810"/>
                    <a:pt x="7673" y="2710"/>
                    <a:pt x="7740" y="2576"/>
                  </a:cubicBezTo>
                  <a:lnTo>
                    <a:pt x="7740" y="2376"/>
                  </a:lnTo>
                  <a:cubicBezTo>
                    <a:pt x="7539" y="2009"/>
                    <a:pt x="7072" y="1976"/>
                    <a:pt x="6806" y="1709"/>
                  </a:cubicBezTo>
                  <a:cubicBezTo>
                    <a:pt x="6639" y="1576"/>
                    <a:pt x="6238" y="1542"/>
                    <a:pt x="6339" y="1209"/>
                  </a:cubicBezTo>
                  <a:cubicBezTo>
                    <a:pt x="6572" y="408"/>
                    <a:pt x="5972" y="542"/>
                    <a:pt x="5538" y="508"/>
                  </a:cubicBezTo>
                  <a:cubicBezTo>
                    <a:pt x="5469" y="498"/>
                    <a:pt x="5401" y="493"/>
                    <a:pt x="5334" y="493"/>
                  </a:cubicBezTo>
                  <a:cubicBezTo>
                    <a:pt x="4761" y="493"/>
                    <a:pt x="4289" y="864"/>
                    <a:pt x="3870" y="1342"/>
                  </a:cubicBezTo>
                  <a:cubicBezTo>
                    <a:pt x="3803" y="75"/>
                    <a:pt x="3170" y="208"/>
                    <a:pt x="1468" y="8"/>
                  </a:cubicBezTo>
                  <a:cubicBezTo>
                    <a:pt x="1413" y="3"/>
                    <a:pt x="1361" y="0"/>
                    <a:pt x="1311" y="0"/>
                  </a:cubicBezTo>
                  <a:close/>
                </a:path>
              </a:pathLst>
            </a:custGeom>
            <a:solidFill>
              <a:srgbClr val="CA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7"/>
            <p:cNvSpPr/>
            <p:nvPr/>
          </p:nvSpPr>
          <p:spPr>
            <a:xfrm>
              <a:off x="3675300" y="3835150"/>
              <a:ext cx="56725" cy="31650"/>
            </a:xfrm>
            <a:custGeom>
              <a:avLst/>
              <a:gdLst/>
              <a:ahLst/>
              <a:cxnLst/>
              <a:rect l="l" t="t" r="r" b="b"/>
              <a:pathLst>
                <a:path w="2269" h="1266" extrusionOk="0">
                  <a:moveTo>
                    <a:pt x="796" y="1"/>
                  </a:moveTo>
                  <a:cubicBezTo>
                    <a:pt x="587" y="1"/>
                    <a:pt x="401" y="49"/>
                    <a:pt x="267" y="155"/>
                  </a:cubicBezTo>
                  <a:cubicBezTo>
                    <a:pt x="100" y="256"/>
                    <a:pt x="0" y="389"/>
                    <a:pt x="100" y="589"/>
                  </a:cubicBezTo>
                  <a:cubicBezTo>
                    <a:pt x="252" y="982"/>
                    <a:pt x="731" y="1266"/>
                    <a:pt x="1267" y="1266"/>
                  </a:cubicBezTo>
                  <a:cubicBezTo>
                    <a:pt x="1322" y="1266"/>
                    <a:pt x="1378" y="1262"/>
                    <a:pt x="1435" y="1256"/>
                  </a:cubicBezTo>
                  <a:lnTo>
                    <a:pt x="1768" y="1256"/>
                  </a:lnTo>
                  <a:cubicBezTo>
                    <a:pt x="1968" y="1223"/>
                    <a:pt x="2169" y="1190"/>
                    <a:pt x="2202" y="923"/>
                  </a:cubicBezTo>
                  <a:cubicBezTo>
                    <a:pt x="2269" y="756"/>
                    <a:pt x="2135" y="589"/>
                    <a:pt x="2002" y="456"/>
                  </a:cubicBezTo>
                  <a:cubicBezTo>
                    <a:pt x="1935" y="422"/>
                    <a:pt x="1835" y="356"/>
                    <a:pt x="1768" y="289"/>
                  </a:cubicBezTo>
                  <a:cubicBezTo>
                    <a:pt x="1468" y="109"/>
                    <a:pt x="1108" y="1"/>
                    <a:pt x="796" y="1"/>
                  </a:cubicBezTo>
                  <a:close/>
                </a:path>
              </a:pathLst>
            </a:custGeom>
            <a:solidFill>
              <a:srgbClr val="5A8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7"/>
            <p:cNvSpPr/>
            <p:nvPr/>
          </p:nvSpPr>
          <p:spPr>
            <a:xfrm>
              <a:off x="4066400" y="3967450"/>
              <a:ext cx="51725" cy="44850"/>
            </a:xfrm>
            <a:custGeom>
              <a:avLst/>
              <a:gdLst/>
              <a:ahLst/>
              <a:cxnLst/>
              <a:rect l="l" t="t" r="r" b="b"/>
              <a:pathLst>
                <a:path w="2069" h="1794" extrusionOk="0">
                  <a:moveTo>
                    <a:pt x="2036" y="0"/>
                  </a:moveTo>
                  <a:cubicBezTo>
                    <a:pt x="1481" y="124"/>
                    <a:pt x="1040" y="475"/>
                    <a:pt x="476" y="475"/>
                  </a:cubicBezTo>
                  <a:cubicBezTo>
                    <a:pt x="430" y="475"/>
                    <a:pt x="383" y="473"/>
                    <a:pt x="334" y="467"/>
                  </a:cubicBezTo>
                  <a:cubicBezTo>
                    <a:pt x="1" y="734"/>
                    <a:pt x="168" y="1068"/>
                    <a:pt x="134" y="1368"/>
                  </a:cubicBezTo>
                  <a:cubicBezTo>
                    <a:pt x="201" y="1468"/>
                    <a:pt x="301" y="1635"/>
                    <a:pt x="368" y="1768"/>
                  </a:cubicBezTo>
                  <a:cubicBezTo>
                    <a:pt x="418" y="1785"/>
                    <a:pt x="451" y="1793"/>
                    <a:pt x="480" y="1793"/>
                  </a:cubicBezTo>
                  <a:cubicBezTo>
                    <a:pt x="510" y="1793"/>
                    <a:pt x="535" y="1785"/>
                    <a:pt x="568" y="1768"/>
                  </a:cubicBezTo>
                  <a:cubicBezTo>
                    <a:pt x="1002" y="1401"/>
                    <a:pt x="1635" y="1401"/>
                    <a:pt x="2069" y="1101"/>
                  </a:cubicBezTo>
                  <a:cubicBezTo>
                    <a:pt x="2069" y="734"/>
                    <a:pt x="2036" y="401"/>
                    <a:pt x="2036" y="0"/>
                  </a:cubicBezTo>
                  <a:close/>
                </a:path>
              </a:pathLst>
            </a:custGeom>
            <a:solidFill>
              <a:srgbClr val="77C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7"/>
            <p:cNvSpPr/>
            <p:nvPr/>
          </p:nvSpPr>
          <p:spPr>
            <a:xfrm>
              <a:off x="3728675" y="3759400"/>
              <a:ext cx="34200" cy="25500"/>
            </a:xfrm>
            <a:custGeom>
              <a:avLst/>
              <a:gdLst/>
              <a:ahLst/>
              <a:cxnLst/>
              <a:rect l="l" t="t" r="r" b="b"/>
              <a:pathLst>
                <a:path w="1368" h="1020" extrusionOk="0">
                  <a:moveTo>
                    <a:pt x="871" y="0"/>
                  </a:moveTo>
                  <a:cubicBezTo>
                    <a:pt x="817" y="0"/>
                    <a:pt x="759" y="6"/>
                    <a:pt x="701" y="17"/>
                  </a:cubicBezTo>
                  <a:cubicBezTo>
                    <a:pt x="367" y="50"/>
                    <a:pt x="0" y="117"/>
                    <a:pt x="0" y="517"/>
                  </a:cubicBezTo>
                  <a:cubicBezTo>
                    <a:pt x="0" y="738"/>
                    <a:pt x="150" y="1020"/>
                    <a:pt x="507" y="1020"/>
                  </a:cubicBezTo>
                  <a:cubicBezTo>
                    <a:pt x="527" y="1020"/>
                    <a:pt x="547" y="1019"/>
                    <a:pt x="567" y="1017"/>
                  </a:cubicBezTo>
                  <a:cubicBezTo>
                    <a:pt x="834" y="850"/>
                    <a:pt x="1334" y="917"/>
                    <a:pt x="1368" y="517"/>
                  </a:cubicBezTo>
                  <a:cubicBezTo>
                    <a:pt x="1368" y="153"/>
                    <a:pt x="1156" y="0"/>
                    <a:pt x="871" y="0"/>
                  </a:cubicBezTo>
                  <a:close/>
                </a:path>
              </a:pathLst>
            </a:custGeom>
            <a:solidFill>
              <a:srgbClr val="5C8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7"/>
            <p:cNvSpPr/>
            <p:nvPr/>
          </p:nvSpPr>
          <p:spPr>
            <a:xfrm>
              <a:off x="3782050" y="3831450"/>
              <a:ext cx="31700" cy="21675"/>
            </a:xfrm>
            <a:custGeom>
              <a:avLst/>
              <a:gdLst/>
              <a:ahLst/>
              <a:cxnLst/>
              <a:rect l="l" t="t" r="r" b="b"/>
              <a:pathLst>
                <a:path w="1268" h="867" extrusionOk="0">
                  <a:moveTo>
                    <a:pt x="779" y="0"/>
                  </a:moveTo>
                  <a:cubicBezTo>
                    <a:pt x="754" y="0"/>
                    <a:pt x="728" y="1"/>
                    <a:pt x="701" y="3"/>
                  </a:cubicBezTo>
                  <a:cubicBezTo>
                    <a:pt x="434" y="37"/>
                    <a:pt x="234" y="37"/>
                    <a:pt x="0" y="37"/>
                  </a:cubicBezTo>
                  <a:cubicBezTo>
                    <a:pt x="45" y="659"/>
                    <a:pt x="59" y="867"/>
                    <a:pt x="301" y="867"/>
                  </a:cubicBezTo>
                  <a:cubicBezTo>
                    <a:pt x="423" y="867"/>
                    <a:pt x="600" y="815"/>
                    <a:pt x="867" y="737"/>
                  </a:cubicBezTo>
                  <a:cubicBezTo>
                    <a:pt x="1034" y="704"/>
                    <a:pt x="1134" y="670"/>
                    <a:pt x="1268" y="637"/>
                  </a:cubicBezTo>
                  <a:cubicBezTo>
                    <a:pt x="1268" y="231"/>
                    <a:pt x="1150" y="0"/>
                    <a:pt x="779" y="0"/>
                  </a:cubicBezTo>
                  <a:close/>
                </a:path>
              </a:pathLst>
            </a:custGeom>
            <a:solidFill>
              <a:srgbClr val="5B8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7"/>
            <p:cNvSpPr/>
            <p:nvPr/>
          </p:nvSpPr>
          <p:spPr>
            <a:xfrm>
              <a:off x="3683625" y="3000925"/>
              <a:ext cx="16725" cy="3900"/>
            </a:xfrm>
            <a:custGeom>
              <a:avLst/>
              <a:gdLst/>
              <a:ahLst/>
              <a:cxnLst/>
              <a:rect l="l" t="t" r="r" b="b"/>
              <a:pathLst>
                <a:path w="669" h="156" extrusionOk="0">
                  <a:moveTo>
                    <a:pt x="635" y="0"/>
                  </a:moveTo>
                  <a:cubicBezTo>
                    <a:pt x="501" y="0"/>
                    <a:pt x="353" y="15"/>
                    <a:pt x="210" y="15"/>
                  </a:cubicBezTo>
                  <a:cubicBezTo>
                    <a:pt x="138" y="15"/>
                    <a:pt x="68" y="12"/>
                    <a:pt x="1" y="0"/>
                  </a:cubicBezTo>
                  <a:lnTo>
                    <a:pt x="1" y="0"/>
                  </a:lnTo>
                  <a:cubicBezTo>
                    <a:pt x="109" y="126"/>
                    <a:pt x="226" y="155"/>
                    <a:pt x="348" y="155"/>
                  </a:cubicBezTo>
                  <a:cubicBezTo>
                    <a:pt x="453" y="155"/>
                    <a:pt x="560" y="134"/>
                    <a:pt x="668" y="134"/>
                  </a:cubicBezTo>
                  <a:cubicBezTo>
                    <a:pt x="668" y="101"/>
                    <a:pt x="635" y="34"/>
                    <a:pt x="635" y="0"/>
                  </a:cubicBezTo>
                  <a:close/>
                </a:path>
              </a:pathLst>
            </a:custGeom>
            <a:solidFill>
              <a:srgbClr val="64B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7"/>
            <p:cNvSpPr/>
            <p:nvPr/>
          </p:nvSpPr>
          <p:spPr>
            <a:xfrm>
              <a:off x="3691150" y="3051800"/>
              <a:ext cx="11700" cy="5450"/>
            </a:xfrm>
            <a:custGeom>
              <a:avLst/>
              <a:gdLst/>
              <a:ahLst/>
              <a:cxnLst/>
              <a:rect l="l" t="t" r="r" b="b"/>
              <a:pathLst>
                <a:path w="468" h="218" extrusionOk="0">
                  <a:moveTo>
                    <a:pt x="67" y="0"/>
                  </a:moveTo>
                  <a:cubicBezTo>
                    <a:pt x="0" y="0"/>
                    <a:pt x="0" y="134"/>
                    <a:pt x="33" y="167"/>
                  </a:cubicBezTo>
                  <a:cubicBezTo>
                    <a:pt x="100" y="200"/>
                    <a:pt x="150" y="217"/>
                    <a:pt x="196" y="217"/>
                  </a:cubicBezTo>
                  <a:cubicBezTo>
                    <a:pt x="242" y="217"/>
                    <a:pt x="284" y="200"/>
                    <a:pt x="334" y="167"/>
                  </a:cubicBezTo>
                  <a:cubicBezTo>
                    <a:pt x="467" y="67"/>
                    <a:pt x="400" y="34"/>
                    <a:pt x="300" y="34"/>
                  </a:cubicBezTo>
                  <a:cubicBezTo>
                    <a:pt x="200" y="34"/>
                    <a:pt x="134" y="0"/>
                    <a:pt x="67" y="0"/>
                  </a:cubicBezTo>
                  <a:close/>
                </a:path>
              </a:pathLst>
            </a:custGeom>
            <a:solidFill>
              <a:srgbClr val="64B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7"/>
            <p:cNvSpPr/>
            <p:nvPr/>
          </p:nvSpPr>
          <p:spPr>
            <a:xfrm>
              <a:off x="4075575" y="4011650"/>
              <a:ext cx="5025" cy="2525"/>
            </a:xfrm>
            <a:custGeom>
              <a:avLst/>
              <a:gdLst/>
              <a:ahLst/>
              <a:cxnLst/>
              <a:rect l="l" t="t" r="r" b="b"/>
              <a:pathLst>
                <a:path w="201" h="101" extrusionOk="0">
                  <a:moveTo>
                    <a:pt x="1" y="0"/>
                  </a:moveTo>
                  <a:cubicBezTo>
                    <a:pt x="17" y="67"/>
                    <a:pt x="51" y="100"/>
                    <a:pt x="88" y="100"/>
                  </a:cubicBezTo>
                  <a:cubicBezTo>
                    <a:pt x="126" y="100"/>
                    <a:pt x="168" y="67"/>
                    <a:pt x="201" y="0"/>
                  </a:cubicBezTo>
                  <a:close/>
                </a:path>
              </a:pathLst>
            </a:custGeom>
            <a:solidFill>
              <a:srgbClr val="65AF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7"/>
            <p:cNvSpPr/>
            <p:nvPr/>
          </p:nvSpPr>
          <p:spPr>
            <a:xfrm>
              <a:off x="2878900" y="2110800"/>
              <a:ext cx="255200" cy="1565775"/>
            </a:xfrm>
            <a:custGeom>
              <a:avLst/>
              <a:gdLst/>
              <a:ahLst/>
              <a:cxnLst/>
              <a:rect l="l" t="t" r="r" b="b"/>
              <a:pathLst>
                <a:path w="10208" h="62631" extrusionOk="0">
                  <a:moveTo>
                    <a:pt x="1679" y="0"/>
                  </a:moveTo>
                  <a:cubicBezTo>
                    <a:pt x="1636" y="0"/>
                    <a:pt x="1588" y="4"/>
                    <a:pt x="1535" y="13"/>
                  </a:cubicBezTo>
                  <a:cubicBezTo>
                    <a:pt x="1301" y="347"/>
                    <a:pt x="1335" y="781"/>
                    <a:pt x="1335" y="1147"/>
                  </a:cubicBezTo>
                  <a:cubicBezTo>
                    <a:pt x="1268" y="2282"/>
                    <a:pt x="1134" y="3416"/>
                    <a:pt x="1101" y="4517"/>
                  </a:cubicBezTo>
                  <a:cubicBezTo>
                    <a:pt x="1034" y="6618"/>
                    <a:pt x="601" y="8686"/>
                    <a:pt x="767" y="10788"/>
                  </a:cubicBezTo>
                  <a:cubicBezTo>
                    <a:pt x="801" y="11355"/>
                    <a:pt x="968" y="11989"/>
                    <a:pt x="1168" y="12522"/>
                  </a:cubicBezTo>
                  <a:cubicBezTo>
                    <a:pt x="1468" y="13456"/>
                    <a:pt x="1368" y="14157"/>
                    <a:pt x="501" y="14690"/>
                  </a:cubicBezTo>
                  <a:cubicBezTo>
                    <a:pt x="0" y="16025"/>
                    <a:pt x="267" y="17459"/>
                    <a:pt x="267" y="18860"/>
                  </a:cubicBezTo>
                  <a:cubicBezTo>
                    <a:pt x="267" y="20194"/>
                    <a:pt x="501" y="21595"/>
                    <a:pt x="267" y="22930"/>
                  </a:cubicBezTo>
                  <a:cubicBezTo>
                    <a:pt x="200" y="25999"/>
                    <a:pt x="200" y="29101"/>
                    <a:pt x="534" y="32136"/>
                  </a:cubicBezTo>
                  <a:cubicBezTo>
                    <a:pt x="701" y="32603"/>
                    <a:pt x="601" y="32970"/>
                    <a:pt x="434" y="33371"/>
                  </a:cubicBezTo>
                  <a:cubicBezTo>
                    <a:pt x="300" y="33671"/>
                    <a:pt x="300" y="34004"/>
                    <a:pt x="367" y="34305"/>
                  </a:cubicBezTo>
                  <a:cubicBezTo>
                    <a:pt x="501" y="34671"/>
                    <a:pt x="767" y="35038"/>
                    <a:pt x="534" y="35472"/>
                  </a:cubicBezTo>
                  <a:cubicBezTo>
                    <a:pt x="467" y="35672"/>
                    <a:pt x="300" y="35872"/>
                    <a:pt x="300" y="36139"/>
                  </a:cubicBezTo>
                  <a:lnTo>
                    <a:pt x="300" y="36306"/>
                  </a:lnTo>
                  <a:cubicBezTo>
                    <a:pt x="300" y="36373"/>
                    <a:pt x="334" y="36506"/>
                    <a:pt x="367" y="36606"/>
                  </a:cubicBezTo>
                  <a:cubicBezTo>
                    <a:pt x="534" y="37006"/>
                    <a:pt x="367" y="37440"/>
                    <a:pt x="334" y="37840"/>
                  </a:cubicBezTo>
                  <a:cubicBezTo>
                    <a:pt x="300" y="41810"/>
                    <a:pt x="334" y="45779"/>
                    <a:pt x="634" y="49716"/>
                  </a:cubicBezTo>
                  <a:cubicBezTo>
                    <a:pt x="701" y="50950"/>
                    <a:pt x="634" y="52117"/>
                    <a:pt x="801" y="53318"/>
                  </a:cubicBezTo>
                  <a:cubicBezTo>
                    <a:pt x="1101" y="55320"/>
                    <a:pt x="1101" y="57288"/>
                    <a:pt x="968" y="59289"/>
                  </a:cubicBezTo>
                  <a:cubicBezTo>
                    <a:pt x="934" y="60223"/>
                    <a:pt x="667" y="61190"/>
                    <a:pt x="1268" y="62058"/>
                  </a:cubicBezTo>
                  <a:cubicBezTo>
                    <a:pt x="1701" y="61691"/>
                    <a:pt x="2202" y="61357"/>
                    <a:pt x="2702" y="60990"/>
                  </a:cubicBezTo>
                  <a:cubicBezTo>
                    <a:pt x="2825" y="60902"/>
                    <a:pt x="2949" y="60861"/>
                    <a:pt x="3077" y="60861"/>
                  </a:cubicBezTo>
                  <a:cubicBezTo>
                    <a:pt x="3191" y="60861"/>
                    <a:pt x="3310" y="60894"/>
                    <a:pt x="3436" y="60957"/>
                  </a:cubicBezTo>
                  <a:cubicBezTo>
                    <a:pt x="3503" y="61024"/>
                    <a:pt x="3536" y="61057"/>
                    <a:pt x="3636" y="61124"/>
                  </a:cubicBezTo>
                  <a:cubicBezTo>
                    <a:pt x="3936" y="61224"/>
                    <a:pt x="3970" y="61491"/>
                    <a:pt x="4103" y="61724"/>
                  </a:cubicBezTo>
                  <a:cubicBezTo>
                    <a:pt x="4418" y="62133"/>
                    <a:pt x="4613" y="62630"/>
                    <a:pt x="5221" y="62630"/>
                  </a:cubicBezTo>
                  <a:cubicBezTo>
                    <a:pt x="5259" y="62630"/>
                    <a:pt x="5297" y="62629"/>
                    <a:pt x="5337" y="62625"/>
                  </a:cubicBezTo>
                  <a:cubicBezTo>
                    <a:pt x="5538" y="61991"/>
                    <a:pt x="6038" y="61657"/>
                    <a:pt x="6605" y="61324"/>
                  </a:cubicBezTo>
                  <a:cubicBezTo>
                    <a:pt x="6655" y="61257"/>
                    <a:pt x="6747" y="61249"/>
                    <a:pt x="6851" y="61249"/>
                  </a:cubicBezTo>
                  <a:cubicBezTo>
                    <a:pt x="6886" y="61249"/>
                    <a:pt x="6922" y="61250"/>
                    <a:pt x="6958" y="61250"/>
                  </a:cubicBezTo>
                  <a:cubicBezTo>
                    <a:pt x="7031" y="61250"/>
                    <a:pt x="7105" y="61246"/>
                    <a:pt x="7172" y="61224"/>
                  </a:cubicBezTo>
                  <a:cubicBezTo>
                    <a:pt x="7539" y="60990"/>
                    <a:pt x="8039" y="61024"/>
                    <a:pt x="8373" y="60723"/>
                  </a:cubicBezTo>
                  <a:cubicBezTo>
                    <a:pt x="8540" y="60523"/>
                    <a:pt x="8640" y="60323"/>
                    <a:pt x="8640" y="60023"/>
                  </a:cubicBezTo>
                  <a:cubicBezTo>
                    <a:pt x="8573" y="59289"/>
                    <a:pt x="7706" y="58822"/>
                    <a:pt x="7873" y="57888"/>
                  </a:cubicBezTo>
                  <a:cubicBezTo>
                    <a:pt x="8306" y="55620"/>
                    <a:pt x="8006" y="53218"/>
                    <a:pt x="8306" y="50883"/>
                  </a:cubicBezTo>
                  <a:cubicBezTo>
                    <a:pt x="8306" y="50716"/>
                    <a:pt x="8306" y="50516"/>
                    <a:pt x="8239" y="50349"/>
                  </a:cubicBezTo>
                  <a:cubicBezTo>
                    <a:pt x="8178" y="49858"/>
                    <a:pt x="8003" y="49508"/>
                    <a:pt x="7376" y="49508"/>
                  </a:cubicBezTo>
                  <a:cubicBezTo>
                    <a:pt x="7359" y="49508"/>
                    <a:pt x="7341" y="49508"/>
                    <a:pt x="7323" y="49508"/>
                  </a:cubicBezTo>
                  <a:lnTo>
                    <a:pt x="7323" y="49508"/>
                  </a:lnTo>
                  <a:cubicBezTo>
                    <a:pt x="8055" y="49451"/>
                    <a:pt x="8510" y="49142"/>
                    <a:pt x="8573" y="48381"/>
                  </a:cubicBezTo>
                  <a:cubicBezTo>
                    <a:pt x="8740" y="46880"/>
                    <a:pt x="7706" y="45713"/>
                    <a:pt x="7506" y="44312"/>
                  </a:cubicBezTo>
                  <a:cubicBezTo>
                    <a:pt x="7472" y="44178"/>
                    <a:pt x="7205" y="44078"/>
                    <a:pt x="7039" y="44045"/>
                  </a:cubicBezTo>
                  <a:cubicBezTo>
                    <a:pt x="6861" y="43986"/>
                    <a:pt x="6680" y="43964"/>
                    <a:pt x="6498" y="43964"/>
                  </a:cubicBezTo>
                  <a:cubicBezTo>
                    <a:pt x="6168" y="43964"/>
                    <a:pt x="5839" y="44035"/>
                    <a:pt x="5538" y="44078"/>
                  </a:cubicBezTo>
                  <a:cubicBezTo>
                    <a:pt x="6038" y="43611"/>
                    <a:pt x="5804" y="43144"/>
                    <a:pt x="5571" y="42677"/>
                  </a:cubicBezTo>
                  <a:cubicBezTo>
                    <a:pt x="5137" y="42344"/>
                    <a:pt x="5871" y="42544"/>
                    <a:pt x="5704" y="42344"/>
                  </a:cubicBezTo>
                  <a:cubicBezTo>
                    <a:pt x="5838" y="42043"/>
                    <a:pt x="5671" y="41877"/>
                    <a:pt x="5471" y="41710"/>
                  </a:cubicBezTo>
                  <a:cubicBezTo>
                    <a:pt x="4837" y="40876"/>
                    <a:pt x="5104" y="40009"/>
                    <a:pt x="5204" y="39141"/>
                  </a:cubicBezTo>
                  <a:cubicBezTo>
                    <a:pt x="5271" y="38941"/>
                    <a:pt x="5371" y="38708"/>
                    <a:pt x="5437" y="38474"/>
                  </a:cubicBezTo>
                  <a:cubicBezTo>
                    <a:pt x="5171" y="38041"/>
                    <a:pt x="5137" y="37674"/>
                    <a:pt x="5538" y="37340"/>
                  </a:cubicBezTo>
                  <a:cubicBezTo>
                    <a:pt x="5604" y="37307"/>
                    <a:pt x="5638" y="37273"/>
                    <a:pt x="5638" y="37207"/>
                  </a:cubicBezTo>
                  <a:cubicBezTo>
                    <a:pt x="5671" y="37140"/>
                    <a:pt x="5671" y="37107"/>
                    <a:pt x="5671" y="37040"/>
                  </a:cubicBezTo>
                  <a:lnTo>
                    <a:pt x="5671" y="36873"/>
                  </a:lnTo>
                  <a:cubicBezTo>
                    <a:pt x="5704" y="36273"/>
                    <a:pt x="5538" y="35672"/>
                    <a:pt x="5337" y="35038"/>
                  </a:cubicBezTo>
                  <a:cubicBezTo>
                    <a:pt x="5171" y="34505"/>
                    <a:pt x="5871" y="33871"/>
                    <a:pt x="5838" y="33204"/>
                  </a:cubicBezTo>
                  <a:cubicBezTo>
                    <a:pt x="5804" y="32870"/>
                    <a:pt x="5871" y="32503"/>
                    <a:pt x="5771" y="32170"/>
                  </a:cubicBezTo>
                  <a:cubicBezTo>
                    <a:pt x="5671" y="31869"/>
                    <a:pt x="5771" y="31669"/>
                    <a:pt x="5938" y="31469"/>
                  </a:cubicBezTo>
                  <a:cubicBezTo>
                    <a:pt x="6005" y="31302"/>
                    <a:pt x="6105" y="31136"/>
                    <a:pt x="6138" y="30935"/>
                  </a:cubicBezTo>
                  <a:cubicBezTo>
                    <a:pt x="6171" y="30368"/>
                    <a:pt x="5337" y="30168"/>
                    <a:pt x="5771" y="29534"/>
                  </a:cubicBezTo>
                  <a:cubicBezTo>
                    <a:pt x="5971" y="29134"/>
                    <a:pt x="6205" y="28701"/>
                    <a:pt x="5838" y="28267"/>
                  </a:cubicBezTo>
                  <a:cubicBezTo>
                    <a:pt x="5733" y="28149"/>
                    <a:pt x="5633" y="28108"/>
                    <a:pt x="5535" y="28108"/>
                  </a:cubicBezTo>
                  <a:cubicBezTo>
                    <a:pt x="5383" y="28108"/>
                    <a:pt x="5233" y="28206"/>
                    <a:pt x="5071" y="28267"/>
                  </a:cubicBezTo>
                  <a:cubicBezTo>
                    <a:pt x="5337" y="27800"/>
                    <a:pt x="5838" y="27833"/>
                    <a:pt x="6205" y="27666"/>
                  </a:cubicBezTo>
                  <a:cubicBezTo>
                    <a:pt x="6371" y="27600"/>
                    <a:pt x="6572" y="27500"/>
                    <a:pt x="6572" y="27266"/>
                  </a:cubicBezTo>
                  <a:cubicBezTo>
                    <a:pt x="6572" y="27033"/>
                    <a:pt x="6405" y="26966"/>
                    <a:pt x="6305" y="26832"/>
                  </a:cubicBezTo>
                  <a:cubicBezTo>
                    <a:pt x="6138" y="26699"/>
                    <a:pt x="5871" y="26866"/>
                    <a:pt x="5804" y="26632"/>
                  </a:cubicBezTo>
                  <a:cubicBezTo>
                    <a:pt x="5804" y="26632"/>
                    <a:pt x="5838" y="26632"/>
                    <a:pt x="5871" y="26599"/>
                  </a:cubicBezTo>
                  <a:lnTo>
                    <a:pt x="5971" y="26499"/>
                  </a:lnTo>
                  <a:cubicBezTo>
                    <a:pt x="6472" y="25665"/>
                    <a:pt x="6371" y="25431"/>
                    <a:pt x="5538" y="25098"/>
                  </a:cubicBezTo>
                  <a:cubicBezTo>
                    <a:pt x="5371" y="24998"/>
                    <a:pt x="5004" y="25031"/>
                    <a:pt x="5037" y="24798"/>
                  </a:cubicBezTo>
                  <a:cubicBezTo>
                    <a:pt x="5121" y="24331"/>
                    <a:pt x="4954" y="24256"/>
                    <a:pt x="4741" y="24256"/>
                  </a:cubicBezTo>
                  <a:cubicBezTo>
                    <a:pt x="4640" y="24256"/>
                    <a:pt x="4529" y="24272"/>
                    <a:pt x="4430" y="24272"/>
                  </a:cubicBezTo>
                  <a:cubicBezTo>
                    <a:pt x="4319" y="24272"/>
                    <a:pt x="4223" y="24252"/>
                    <a:pt x="4170" y="24164"/>
                  </a:cubicBezTo>
                  <a:lnTo>
                    <a:pt x="4170" y="24164"/>
                  </a:lnTo>
                  <a:cubicBezTo>
                    <a:pt x="4503" y="24331"/>
                    <a:pt x="5271" y="23964"/>
                    <a:pt x="5137" y="24831"/>
                  </a:cubicBezTo>
                  <a:cubicBezTo>
                    <a:pt x="5137" y="24931"/>
                    <a:pt x="5237" y="24998"/>
                    <a:pt x="5371" y="24998"/>
                  </a:cubicBezTo>
                  <a:cubicBezTo>
                    <a:pt x="6038" y="25031"/>
                    <a:pt x="6638" y="25165"/>
                    <a:pt x="7205" y="25498"/>
                  </a:cubicBezTo>
                  <a:cubicBezTo>
                    <a:pt x="7280" y="25535"/>
                    <a:pt x="7356" y="25553"/>
                    <a:pt x="7427" y="25553"/>
                  </a:cubicBezTo>
                  <a:cubicBezTo>
                    <a:pt x="7674" y="25553"/>
                    <a:pt x="7861" y="25342"/>
                    <a:pt x="7706" y="25031"/>
                  </a:cubicBezTo>
                  <a:cubicBezTo>
                    <a:pt x="7454" y="24497"/>
                    <a:pt x="7440" y="23755"/>
                    <a:pt x="6937" y="23532"/>
                  </a:cubicBezTo>
                  <a:lnTo>
                    <a:pt x="6937" y="23532"/>
                  </a:lnTo>
                  <a:cubicBezTo>
                    <a:pt x="6999" y="23549"/>
                    <a:pt x="7083" y="23564"/>
                    <a:pt x="7178" y="23564"/>
                  </a:cubicBezTo>
                  <a:cubicBezTo>
                    <a:pt x="7279" y="23564"/>
                    <a:pt x="7392" y="23547"/>
                    <a:pt x="7506" y="23497"/>
                  </a:cubicBezTo>
                  <a:cubicBezTo>
                    <a:pt x="7662" y="23474"/>
                    <a:pt x="7789" y="23272"/>
                    <a:pt x="7976" y="23272"/>
                  </a:cubicBezTo>
                  <a:cubicBezTo>
                    <a:pt x="8068" y="23272"/>
                    <a:pt x="8174" y="23321"/>
                    <a:pt x="8306" y="23463"/>
                  </a:cubicBezTo>
                  <a:cubicBezTo>
                    <a:pt x="8742" y="23992"/>
                    <a:pt x="8996" y="24260"/>
                    <a:pt x="9190" y="24260"/>
                  </a:cubicBezTo>
                  <a:cubicBezTo>
                    <a:pt x="9413" y="24260"/>
                    <a:pt x="9558" y="23909"/>
                    <a:pt x="9807" y="23197"/>
                  </a:cubicBezTo>
                  <a:cubicBezTo>
                    <a:pt x="9841" y="23130"/>
                    <a:pt x="9874" y="22996"/>
                    <a:pt x="9941" y="22930"/>
                  </a:cubicBezTo>
                  <a:cubicBezTo>
                    <a:pt x="9941" y="22830"/>
                    <a:pt x="9941" y="22696"/>
                    <a:pt x="9874" y="22629"/>
                  </a:cubicBezTo>
                  <a:cubicBezTo>
                    <a:pt x="9607" y="22329"/>
                    <a:pt x="9307" y="22029"/>
                    <a:pt x="8973" y="21762"/>
                  </a:cubicBezTo>
                  <a:cubicBezTo>
                    <a:pt x="8840" y="21695"/>
                    <a:pt x="8773" y="21695"/>
                    <a:pt x="8673" y="21695"/>
                  </a:cubicBezTo>
                  <a:cubicBezTo>
                    <a:pt x="8563" y="21695"/>
                    <a:pt x="8499" y="21854"/>
                    <a:pt x="8461" y="21854"/>
                  </a:cubicBezTo>
                  <a:cubicBezTo>
                    <a:pt x="8452" y="21854"/>
                    <a:pt x="8445" y="21847"/>
                    <a:pt x="8440" y="21829"/>
                  </a:cubicBezTo>
                  <a:cubicBezTo>
                    <a:pt x="8132" y="21479"/>
                    <a:pt x="7825" y="21353"/>
                    <a:pt x="7519" y="21353"/>
                  </a:cubicBezTo>
                  <a:cubicBezTo>
                    <a:pt x="7097" y="21353"/>
                    <a:pt x="6678" y="21596"/>
                    <a:pt x="6271" y="21829"/>
                  </a:cubicBezTo>
                  <a:cubicBezTo>
                    <a:pt x="6305" y="21695"/>
                    <a:pt x="6271" y="21495"/>
                    <a:pt x="6338" y="21462"/>
                  </a:cubicBezTo>
                  <a:cubicBezTo>
                    <a:pt x="7539" y="21128"/>
                    <a:pt x="7139" y="20161"/>
                    <a:pt x="7139" y="19427"/>
                  </a:cubicBezTo>
                  <a:cubicBezTo>
                    <a:pt x="7172" y="18960"/>
                    <a:pt x="7105" y="18493"/>
                    <a:pt x="7439" y="18126"/>
                  </a:cubicBezTo>
                  <a:cubicBezTo>
                    <a:pt x="7506" y="17993"/>
                    <a:pt x="7539" y="17859"/>
                    <a:pt x="7539" y="17693"/>
                  </a:cubicBezTo>
                  <a:cubicBezTo>
                    <a:pt x="7539" y="17626"/>
                    <a:pt x="7539" y="17526"/>
                    <a:pt x="7506" y="17459"/>
                  </a:cubicBezTo>
                  <a:cubicBezTo>
                    <a:pt x="7481" y="17309"/>
                    <a:pt x="7549" y="17234"/>
                    <a:pt x="7656" y="17234"/>
                  </a:cubicBezTo>
                  <a:cubicBezTo>
                    <a:pt x="7691" y="17234"/>
                    <a:pt x="7731" y="17242"/>
                    <a:pt x="7772" y="17259"/>
                  </a:cubicBezTo>
                  <a:cubicBezTo>
                    <a:pt x="8214" y="17362"/>
                    <a:pt x="8536" y="17423"/>
                    <a:pt x="8792" y="17423"/>
                  </a:cubicBezTo>
                  <a:cubicBezTo>
                    <a:pt x="9367" y="17423"/>
                    <a:pt x="9610" y="17112"/>
                    <a:pt x="10141" y="16258"/>
                  </a:cubicBezTo>
                  <a:cubicBezTo>
                    <a:pt x="10208" y="15791"/>
                    <a:pt x="10208" y="15291"/>
                    <a:pt x="10107" y="14824"/>
                  </a:cubicBezTo>
                  <a:cubicBezTo>
                    <a:pt x="9964" y="14622"/>
                    <a:pt x="9869" y="14297"/>
                    <a:pt x="9589" y="14297"/>
                  </a:cubicBezTo>
                  <a:cubicBezTo>
                    <a:pt x="9545" y="14297"/>
                    <a:pt x="9495" y="14305"/>
                    <a:pt x="9440" y="14324"/>
                  </a:cubicBezTo>
                  <a:cubicBezTo>
                    <a:pt x="9140" y="14424"/>
                    <a:pt x="9107" y="14757"/>
                    <a:pt x="8973" y="14991"/>
                  </a:cubicBezTo>
                  <a:cubicBezTo>
                    <a:pt x="8807" y="15358"/>
                    <a:pt x="9173" y="15791"/>
                    <a:pt x="8940" y="16192"/>
                  </a:cubicBezTo>
                  <a:cubicBezTo>
                    <a:pt x="8840" y="15958"/>
                    <a:pt x="9040" y="15624"/>
                    <a:pt x="8673" y="15491"/>
                  </a:cubicBezTo>
                  <a:cubicBezTo>
                    <a:pt x="8545" y="15528"/>
                    <a:pt x="8434" y="15547"/>
                    <a:pt x="8330" y="15547"/>
                  </a:cubicBezTo>
                  <a:cubicBezTo>
                    <a:pt x="8055" y="15547"/>
                    <a:pt x="7826" y="15414"/>
                    <a:pt x="7439" y="15124"/>
                  </a:cubicBezTo>
                  <a:cubicBezTo>
                    <a:pt x="7339" y="15024"/>
                    <a:pt x="7272" y="14991"/>
                    <a:pt x="7172" y="14957"/>
                  </a:cubicBezTo>
                  <a:cubicBezTo>
                    <a:pt x="6472" y="13656"/>
                    <a:pt x="6138" y="12255"/>
                    <a:pt x="6038" y="10788"/>
                  </a:cubicBezTo>
                  <a:cubicBezTo>
                    <a:pt x="6038" y="10588"/>
                    <a:pt x="6038" y="10354"/>
                    <a:pt x="5838" y="10254"/>
                  </a:cubicBezTo>
                  <a:cubicBezTo>
                    <a:pt x="5337" y="9920"/>
                    <a:pt x="5037" y="9353"/>
                    <a:pt x="4537" y="8986"/>
                  </a:cubicBezTo>
                  <a:cubicBezTo>
                    <a:pt x="3803" y="8419"/>
                    <a:pt x="2969" y="7852"/>
                    <a:pt x="3036" y="6685"/>
                  </a:cubicBezTo>
                  <a:cubicBezTo>
                    <a:pt x="3036" y="6418"/>
                    <a:pt x="2836" y="6084"/>
                    <a:pt x="2635" y="5851"/>
                  </a:cubicBezTo>
                  <a:cubicBezTo>
                    <a:pt x="1968" y="5184"/>
                    <a:pt x="1968" y="4416"/>
                    <a:pt x="2102" y="3583"/>
                  </a:cubicBezTo>
                  <a:cubicBezTo>
                    <a:pt x="2202" y="2615"/>
                    <a:pt x="2168" y="1648"/>
                    <a:pt x="2102" y="680"/>
                  </a:cubicBezTo>
                  <a:cubicBezTo>
                    <a:pt x="2041" y="437"/>
                    <a:pt x="2119" y="0"/>
                    <a:pt x="1679" y="0"/>
                  </a:cubicBezTo>
                  <a:close/>
                </a:path>
              </a:pathLst>
            </a:custGeom>
            <a:solidFill>
              <a:srgbClr val="FFB8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7"/>
            <p:cNvSpPr/>
            <p:nvPr/>
          </p:nvSpPr>
          <p:spPr>
            <a:xfrm>
              <a:off x="2772975" y="3034275"/>
              <a:ext cx="141800" cy="666750"/>
            </a:xfrm>
            <a:custGeom>
              <a:avLst/>
              <a:gdLst/>
              <a:ahLst/>
              <a:cxnLst/>
              <a:rect l="l" t="t" r="r" b="b"/>
              <a:pathLst>
                <a:path w="5672" h="26670" extrusionOk="0">
                  <a:moveTo>
                    <a:pt x="735" y="1"/>
                  </a:moveTo>
                  <a:cubicBezTo>
                    <a:pt x="101" y="534"/>
                    <a:pt x="1" y="1235"/>
                    <a:pt x="568" y="1802"/>
                  </a:cubicBezTo>
                  <a:cubicBezTo>
                    <a:pt x="902" y="2136"/>
                    <a:pt x="835" y="2302"/>
                    <a:pt x="701" y="2603"/>
                  </a:cubicBezTo>
                  <a:cubicBezTo>
                    <a:pt x="735" y="2803"/>
                    <a:pt x="1202" y="3103"/>
                    <a:pt x="601" y="3236"/>
                  </a:cubicBezTo>
                  <a:cubicBezTo>
                    <a:pt x="401" y="3403"/>
                    <a:pt x="368" y="3603"/>
                    <a:pt x="435" y="3870"/>
                  </a:cubicBezTo>
                  <a:cubicBezTo>
                    <a:pt x="501" y="4170"/>
                    <a:pt x="1002" y="3937"/>
                    <a:pt x="935" y="4304"/>
                  </a:cubicBezTo>
                  <a:cubicBezTo>
                    <a:pt x="1002" y="4404"/>
                    <a:pt x="1002" y="4504"/>
                    <a:pt x="1035" y="4571"/>
                  </a:cubicBezTo>
                  <a:cubicBezTo>
                    <a:pt x="1168" y="4938"/>
                    <a:pt x="701" y="5238"/>
                    <a:pt x="902" y="5671"/>
                  </a:cubicBezTo>
                  <a:cubicBezTo>
                    <a:pt x="1402" y="6672"/>
                    <a:pt x="1669" y="7706"/>
                    <a:pt x="501" y="8507"/>
                  </a:cubicBezTo>
                  <a:cubicBezTo>
                    <a:pt x="486" y="8514"/>
                    <a:pt x="475" y="8519"/>
                    <a:pt x="467" y="8522"/>
                  </a:cubicBezTo>
                  <a:lnTo>
                    <a:pt x="467" y="8522"/>
                  </a:lnTo>
                  <a:cubicBezTo>
                    <a:pt x="470" y="8514"/>
                    <a:pt x="468" y="8511"/>
                    <a:pt x="465" y="8511"/>
                  </a:cubicBezTo>
                  <a:cubicBezTo>
                    <a:pt x="457" y="8511"/>
                    <a:pt x="439" y="8527"/>
                    <a:pt x="450" y="8527"/>
                  </a:cubicBezTo>
                  <a:cubicBezTo>
                    <a:pt x="453" y="8527"/>
                    <a:pt x="458" y="8526"/>
                    <a:pt x="467" y="8522"/>
                  </a:cubicBezTo>
                  <a:lnTo>
                    <a:pt x="467" y="8522"/>
                  </a:lnTo>
                  <a:cubicBezTo>
                    <a:pt x="463" y="8532"/>
                    <a:pt x="454" y="8547"/>
                    <a:pt x="435" y="8574"/>
                  </a:cubicBezTo>
                  <a:cubicBezTo>
                    <a:pt x="368" y="8940"/>
                    <a:pt x="401" y="9374"/>
                    <a:pt x="401" y="9741"/>
                  </a:cubicBezTo>
                  <a:cubicBezTo>
                    <a:pt x="501" y="14344"/>
                    <a:pt x="701" y="18914"/>
                    <a:pt x="1035" y="23518"/>
                  </a:cubicBezTo>
                  <a:cubicBezTo>
                    <a:pt x="1068" y="23951"/>
                    <a:pt x="1102" y="24418"/>
                    <a:pt x="1569" y="24718"/>
                  </a:cubicBezTo>
                  <a:cubicBezTo>
                    <a:pt x="2436" y="25185"/>
                    <a:pt x="3103" y="25886"/>
                    <a:pt x="3837" y="26520"/>
                  </a:cubicBezTo>
                  <a:cubicBezTo>
                    <a:pt x="3998" y="26607"/>
                    <a:pt x="4146" y="26669"/>
                    <a:pt x="4281" y="26669"/>
                  </a:cubicBezTo>
                  <a:cubicBezTo>
                    <a:pt x="4454" y="26669"/>
                    <a:pt x="4606" y="26567"/>
                    <a:pt x="4738" y="26286"/>
                  </a:cubicBezTo>
                  <a:cubicBezTo>
                    <a:pt x="4904" y="25919"/>
                    <a:pt x="5205" y="25552"/>
                    <a:pt x="5438" y="25185"/>
                  </a:cubicBezTo>
                  <a:cubicBezTo>
                    <a:pt x="5438" y="24051"/>
                    <a:pt x="5438" y="22917"/>
                    <a:pt x="5538" y="21783"/>
                  </a:cubicBezTo>
                  <a:cubicBezTo>
                    <a:pt x="5672" y="20215"/>
                    <a:pt x="5505" y="18581"/>
                    <a:pt x="5438" y="17013"/>
                  </a:cubicBezTo>
                  <a:cubicBezTo>
                    <a:pt x="5438" y="16746"/>
                    <a:pt x="5438" y="16546"/>
                    <a:pt x="5238" y="16412"/>
                  </a:cubicBezTo>
                  <a:cubicBezTo>
                    <a:pt x="4871" y="16779"/>
                    <a:pt x="5004" y="17280"/>
                    <a:pt x="5004" y="17780"/>
                  </a:cubicBezTo>
                  <a:cubicBezTo>
                    <a:pt x="5004" y="19014"/>
                    <a:pt x="4904" y="20215"/>
                    <a:pt x="4871" y="21416"/>
                  </a:cubicBezTo>
                  <a:cubicBezTo>
                    <a:pt x="4537" y="19782"/>
                    <a:pt x="4237" y="18214"/>
                    <a:pt x="4237" y="16579"/>
                  </a:cubicBezTo>
                  <a:cubicBezTo>
                    <a:pt x="4271" y="12877"/>
                    <a:pt x="3370" y="9241"/>
                    <a:pt x="3670" y="5538"/>
                  </a:cubicBezTo>
                  <a:cubicBezTo>
                    <a:pt x="3704" y="4537"/>
                    <a:pt x="3704" y="3503"/>
                    <a:pt x="3603" y="2436"/>
                  </a:cubicBezTo>
                  <a:cubicBezTo>
                    <a:pt x="3570" y="1935"/>
                    <a:pt x="3503" y="1435"/>
                    <a:pt x="3003" y="1168"/>
                  </a:cubicBezTo>
                  <a:cubicBezTo>
                    <a:pt x="2269" y="735"/>
                    <a:pt x="1569" y="201"/>
                    <a:pt x="735" y="1"/>
                  </a:cubicBezTo>
                  <a:close/>
                </a:path>
              </a:pathLst>
            </a:custGeom>
            <a:solidFill>
              <a:srgbClr val="FFA8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7"/>
            <p:cNvSpPr/>
            <p:nvPr/>
          </p:nvSpPr>
          <p:spPr>
            <a:xfrm>
              <a:off x="2988975" y="3631250"/>
              <a:ext cx="167650" cy="677375"/>
            </a:xfrm>
            <a:custGeom>
              <a:avLst/>
              <a:gdLst/>
              <a:ahLst/>
              <a:cxnLst/>
              <a:rect l="l" t="t" r="r" b="b"/>
              <a:pathLst>
                <a:path w="6706" h="27095" extrusionOk="0">
                  <a:moveTo>
                    <a:pt x="3277" y="1"/>
                  </a:moveTo>
                  <a:cubicBezTo>
                    <a:pt x="3077" y="1"/>
                    <a:pt x="2852" y="81"/>
                    <a:pt x="2602" y="239"/>
                  </a:cubicBezTo>
                  <a:cubicBezTo>
                    <a:pt x="2402" y="306"/>
                    <a:pt x="2269" y="339"/>
                    <a:pt x="2202" y="506"/>
                  </a:cubicBezTo>
                  <a:cubicBezTo>
                    <a:pt x="2226" y="529"/>
                    <a:pt x="2266" y="553"/>
                    <a:pt x="2323" y="553"/>
                  </a:cubicBezTo>
                  <a:cubicBezTo>
                    <a:pt x="2346" y="553"/>
                    <a:pt x="2373" y="549"/>
                    <a:pt x="2402" y="539"/>
                  </a:cubicBezTo>
                  <a:cubicBezTo>
                    <a:pt x="3503" y="873"/>
                    <a:pt x="3803" y="1273"/>
                    <a:pt x="3603" y="2441"/>
                  </a:cubicBezTo>
                  <a:cubicBezTo>
                    <a:pt x="3570" y="2707"/>
                    <a:pt x="3503" y="2908"/>
                    <a:pt x="3636" y="3174"/>
                  </a:cubicBezTo>
                  <a:cubicBezTo>
                    <a:pt x="3770" y="3375"/>
                    <a:pt x="3803" y="3575"/>
                    <a:pt x="3636" y="3742"/>
                  </a:cubicBezTo>
                  <a:cubicBezTo>
                    <a:pt x="3303" y="4042"/>
                    <a:pt x="3403" y="4409"/>
                    <a:pt x="3336" y="4742"/>
                  </a:cubicBezTo>
                  <a:cubicBezTo>
                    <a:pt x="3069" y="6710"/>
                    <a:pt x="2769" y="8678"/>
                    <a:pt x="2602" y="10613"/>
                  </a:cubicBezTo>
                  <a:cubicBezTo>
                    <a:pt x="2435" y="12414"/>
                    <a:pt x="2169" y="14182"/>
                    <a:pt x="1935" y="15950"/>
                  </a:cubicBezTo>
                  <a:cubicBezTo>
                    <a:pt x="1835" y="16551"/>
                    <a:pt x="1668" y="17118"/>
                    <a:pt x="1568" y="17718"/>
                  </a:cubicBezTo>
                  <a:cubicBezTo>
                    <a:pt x="1537" y="17829"/>
                    <a:pt x="1475" y="17864"/>
                    <a:pt x="1402" y="17864"/>
                  </a:cubicBezTo>
                  <a:cubicBezTo>
                    <a:pt x="1320" y="17864"/>
                    <a:pt x="1222" y="17820"/>
                    <a:pt x="1135" y="17785"/>
                  </a:cubicBezTo>
                  <a:cubicBezTo>
                    <a:pt x="1001" y="17952"/>
                    <a:pt x="968" y="18118"/>
                    <a:pt x="1068" y="18285"/>
                  </a:cubicBezTo>
                  <a:cubicBezTo>
                    <a:pt x="1735" y="19586"/>
                    <a:pt x="2002" y="21021"/>
                    <a:pt x="2736" y="22255"/>
                  </a:cubicBezTo>
                  <a:cubicBezTo>
                    <a:pt x="2902" y="22555"/>
                    <a:pt x="3403" y="22889"/>
                    <a:pt x="2969" y="23222"/>
                  </a:cubicBezTo>
                  <a:cubicBezTo>
                    <a:pt x="2899" y="23271"/>
                    <a:pt x="2837" y="23292"/>
                    <a:pt x="2780" y="23292"/>
                  </a:cubicBezTo>
                  <a:cubicBezTo>
                    <a:pt x="2567" y="23292"/>
                    <a:pt x="2441" y="22992"/>
                    <a:pt x="2335" y="22755"/>
                  </a:cubicBezTo>
                  <a:cubicBezTo>
                    <a:pt x="2135" y="22288"/>
                    <a:pt x="2169" y="21721"/>
                    <a:pt x="1568" y="21554"/>
                  </a:cubicBezTo>
                  <a:cubicBezTo>
                    <a:pt x="834" y="21721"/>
                    <a:pt x="668" y="22255"/>
                    <a:pt x="934" y="22855"/>
                  </a:cubicBezTo>
                  <a:cubicBezTo>
                    <a:pt x="1068" y="23189"/>
                    <a:pt x="1101" y="23389"/>
                    <a:pt x="834" y="23589"/>
                  </a:cubicBezTo>
                  <a:cubicBezTo>
                    <a:pt x="0" y="24290"/>
                    <a:pt x="0" y="24923"/>
                    <a:pt x="834" y="25590"/>
                  </a:cubicBezTo>
                  <a:cubicBezTo>
                    <a:pt x="968" y="25691"/>
                    <a:pt x="968" y="25891"/>
                    <a:pt x="968" y="26024"/>
                  </a:cubicBezTo>
                  <a:cubicBezTo>
                    <a:pt x="1068" y="26191"/>
                    <a:pt x="1235" y="26224"/>
                    <a:pt x="1401" y="26224"/>
                  </a:cubicBezTo>
                  <a:cubicBezTo>
                    <a:pt x="1635" y="26424"/>
                    <a:pt x="1902" y="26558"/>
                    <a:pt x="2069" y="26858"/>
                  </a:cubicBezTo>
                  <a:lnTo>
                    <a:pt x="2269" y="27058"/>
                  </a:lnTo>
                  <a:cubicBezTo>
                    <a:pt x="2332" y="27084"/>
                    <a:pt x="2401" y="27095"/>
                    <a:pt x="2471" y="27095"/>
                  </a:cubicBezTo>
                  <a:cubicBezTo>
                    <a:pt x="2583" y="27095"/>
                    <a:pt x="2699" y="27066"/>
                    <a:pt x="2802" y="27025"/>
                  </a:cubicBezTo>
                  <a:lnTo>
                    <a:pt x="3069" y="26891"/>
                  </a:lnTo>
                  <a:cubicBezTo>
                    <a:pt x="3203" y="26791"/>
                    <a:pt x="3303" y="26725"/>
                    <a:pt x="3403" y="26591"/>
                  </a:cubicBezTo>
                  <a:cubicBezTo>
                    <a:pt x="3436" y="26524"/>
                    <a:pt x="3436" y="26391"/>
                    <a:pt x="3436" y="26291"/>
                  </a:cubicBezTo>
                  <a:cubicBezTo>
                    <a:pt x="3303" y="25557"/>
                    <a:pt x="3403" y="24957"/>
                    <a:pt x="3870" y="24256"/>
                  </a:cubicBezTo>
                  <a:cubicBezTo>
                    <a:pt x="4337" y="23522"/>
                    <a:pt x="4303" y="22422"/>
                    <a:pt x="4937" y="21688"/>
                  </a:cubicBezTo>
                  <a:cubicBezTo>
                    <a:pt x="5037" y="21087"/>
                    <a:pt x="5304" y="20587"/>
                    <a:pt x="5471" y="20053"/>
                  </a:cubicBezTo>
                  <a:cubicBezTo>
                    <a:pt x="5471" y="19886"/>
                    <a:pt x="5471" y="19753"/>
                    <a:pt x="5438" y="19586"/>
                  </a:cubicBezTo>
                  <a:cubicBezTo>
                    <a:pt x="5304" y="18786"/>
                    <a:pt x="5304" y="18052"/>
                    <a:pt x="5805" y="17351"/>
                  </a:cubicBezTo>
                  <a:cubicBezTo>
                    <a:pt x="6138" y="16851"/>
                    <a:pt x="6105" y="16351"/>
                    <a:pt x="5905" y="15783"/>
                  </a:cubicBezTo>
                  <a:cubicBezTo>
                    <a:pt x="5704" y="15183"/>
                    <a:pt x="5438" y="14416"/>
                    <a:pt x="5805" y="13915"/>
                  </a:cubicBezTo>
                  <a:cubicBezTo>
                    <a:pt x="6705" y="12781"/>
                    <a:pt x="6272" y="11947"/>
                    <a:pt x="5638" y="10847"/>
                  </a:cubicBezTo>
                  <a:cubicBezTo>
                    <a:pt x="4637" y="9079"/>
                    <a:pt x="4871" y="7044"/>
                    <a:pt x="5204" y="5109"/>
                  </a:cubicBezTo>
                  <a:cubicBezTo>
                    <a:pt x="5371" y="4142"/>
                    <a:pt x="5438" y="3174"/>
                    <a:pt x="5137" y="2207"/>
                  </a:cubicBezTo>
                  <a:cubicBezTo>
                    <a:pt x="4871" y="1573"/>
                    <a:pt x="4237" y="1240"/>
                    <a:pt x="4037" y="573"/>
                  </a:cubicBezTo>
                  <a:cubicBezTo>
                    <a:pt x="3835" y="189"/>
                    <a:pt x="3584" y="1"/>
                    <a:pt x="3277" y="1"/>
                  </a:cubicBezTo>
                  <a:close/>
                </a:path>
              </a:pathLst>
            </a:custGeom>
            <a:solidFill>
              <a:srgbClr val="FFBC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7"/>
            <p:cNvSpPr/>
            <p:nvPr/>
          </p:nvSpPr>
          <p:spPr>
            <a:xfrm>
              <a:off x="2660400" y="3309825"/>
              <a:ext cx="133450" cy="402725"/>
            </a:xfrm>
            <a:custGeom>
              <a:avLst/>
              <a:gdLst/>
              <a:ahLst/>
              <a:cxnLst/>
              <a:rect l="l" t="t" r="r" b="b"/>
              <a:pathLst>
                <a:path w="5338" h="16109" extrusionOk="0">
                  <a:moveTo>
                    <a:pt x="3099" y="1"/>
                  </a:moveTo>
                  <a:cubicBezTo>
                    <a:pt x="2930" y="1"/>
                    <a:pt x="2773" y="80"/>
                    <a:pt x="2603" y="187"/>
                  </a:cubicBezTo>
                  <a:cubicBezTo>
                    <a:pt x="2436" y="287"/>
                    <a:pt x="2336" y="454"/>
                    <a:pt x="2236" y="620"/>
                  </a:cubicBezTo>
                  <a:lnTo>
                    <a:pt x="2102" y="887"/>
                  </a:lnTo>
                  <a:cubicBezTo>
                    <a:pt x="2002" y="1054"/>
                    <a:pt x="1902" y="1187"/>
                    <a:pt x="1869" y="1354"/>
                  </a:cubicBezTo>
                  <a:cubicBezTo>
                    <a:pt x="1935" y="1388"/>
                    <a:pt x="2002" y="1488"/>
                    <a:pt x="1902" y="1488"/>
                  </a:cubicBezTo>
                  <a:cubicBezTo>
                    <a:pt x="1869" y="1488"/>
                    <a:pt x="1869" y="1354"/>
                    <a:pt x="1769" y="1354"/>
                  </a:cubicBezTo>
                  <a:cubicBezTo>
                    <a:pt x="1001" y="1454"/>
                    <a:pt x="401" y="2555"/>
                    <a:pt x="935" y="3189"/>
                  </a:cubicBezTo>
                  <a:cubicBezTo>
                    <a:pt x="1535" y="3856"/>
                    <a:pt x="1235" y="4423"/>
                    <a:pt x="1101" y="5057"/>
                  </a:cubicBezTo>
                  <a:cubicBezTo>
                    <a:pt x="1035" y="5424"/>
                    <a:pt x="935" y="5657"/>
                    <a:pt x="1368" y="5791"/>
                  </a:cubicBezTo>
                  <a:cubicBezTo>
                    <a:pt x="1568" y="5891"/>
                    <a:pt x="1669" y="6124"/>
                    <a:pt x="1602" y="6558"/>
                  </a:cubicBezTo>
                  <a:cubicBezTo>
                    <a:pt x="1538" y="6051"/>
                    <a:pt x="1385" y="5755"/>
                    <a:pt x="1055" y="5755"/>
                  </a:cubicBezTo>
                  <a:cubicBezTo>
                    <a:pt x="1038" y="5755"/>
                    <a:pt x="1020" y="5756"/>
                    <a:pt x="1001" y="5757"/>
                  </a:cubicBezTo>
                  <a:cubicBezTo>
                    <a:pt x="534" y="5824"/>
                    <a:pt x="668" y="6224"/>
                    <a:pt x="668" y="6525"/>
                  </a:cubicBezTo>
                  <a:cubicBezTo>
                    <a:pt x="668" y="6892"/>
                    <a:pt x="735" y="7325"/>
                    <a:pt x="935" y="7659"/>
                  </a:cubicBezTo>
                  <a:cubicBezTo>
                    <a:pt x="1168" y="7992"/>
                    <a:pt x="1168" y="8393"/>
                    <a:pt x="1035" y="8760"/>
                  </a:cubicBezTo>
                  <a:cubicBezTo>
                    <a:pt x="735" y="9660"/>
                    <a:pt x="835" y="10594"/>
                    <a:pt x="234" y="11395"/>
                  </a:cubicBezTo>
                  <a:cubicBezTo>
                    <a:pt x="1" y="12029"/>
                    <a:pt x="101" y="12696"/>
                    <a:pt x="67" y="13330"/>
                  </a:cubicBezTo>
                  <a:cubicBezTo>
                    <a:pt x="101" y="13863"/>
                    <a:pt x="101" y="14397"/>
                    <a:pt x="167" y="14797"/>
                  </a:cubicBezTo>
                  <a:cubicBezTo>
                    <a:pt x="201" y="15564"/>
                    <a:pt x="201" y="15564"/>
                    <a:pt x="1035" y="15564"/>
                  </a:cubicBezTo>
                  <a:cubicBezTo>
                    <a:pt x="1275" y="15440"/>
                    <a:pt x="1497" y="15390"/>
                    <a:pt x="1706" y="15390"/>
                  </a:cubicBezTo>
                  <a:cubicBezTo>
                    <a:pt x="2338" y="15390"/>
                    <a:pt x="2852" y="15848"/>
                    <a:pt x="3403" y="16098"/>
                  </a:cubicBezTo>
                  <a:cubicBezTo>
                    <a:pt x="3439" y="16105"/>
                    <a:pt x="3473" y="16109"/>
                    <a:pt x="3504" y="16109"/>
                  </a:cubicBezTo>
                  <a:cubicBezTo>
                    <a:pt x="3901" y="16109"/>
                    <a:pt x="3894" y="15557"/>
                    <a:pt x="4204" y="15464"/>
                  </a:cubicBezTo>
                  <a:cubicBezTo>
                    <a:pt x="4504" y="14931"/>
                    <a:pt x="5338" y="14697"/>
                    <a:pt x="5204" y="13863"/>
                  </a:cubicBezTo>
                  <a:cubicBezTo>
                    <a:pt x="5238" y="12529"/>
                    <a:pt x="4737" y="11261"/>
                    <a:pt x="4571" y="9960"/>
                  </a:cubicBezTo>
                  <a:cubicBezTo>
                    <a:pt x="4237" y="6958"/>
                    <a:pt x="3903" y="3956"/>
                    <a:pt x="3703" y="954"/>
                  </a:cubicBezTo>
                  <a:cubicBezTo>
                    <a:pt x="3703" y="620"/>
                    <a:pt x="3670" y="354"/>
                    <a:pt x="3403" y="87"/>
                  </a:cubicBezTo>
                  <a:cubicBezTo>
                    <a:pt x="3295" y="26"/>
                    <a:pt x="3195" y="1"/>
                    <a:pt x="3099" y="1"/>
                  </a:cubicBezTo>
                  <a:close/>
                </a:path>
              </a:pathLst>
            </a:custGeom>
            <a:solidFill>
              <a:srgbClr val="FFB8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7"/>
            <p:cNvSpPr/>
            <p:nvPr/>
          </p:nvSpPr>
          <p:spPr>
            <a:xfrm>
              <a:off x="2888075" y="4074200"/>
              <a:ext cx="141775" cy="208500"/>
            </a:xfrm>
            <a:custGeom>
              <a:avLst/>
              <a:gdLst/>
              <a:ahLst/>
              <a:cxnLst/>
              <a:rect l="l" t="t" r="r" b="b"/>
              <a:pathLst>
                <a:path w="5671" h="8340" extrusionOk="0">
                  <a:moveTo>
                    <a:pt x="3903" y="0"/>
                  </a:moveTo>
                  <a:cubicBezTo>
                    <a:pt x="3669" y="701"/>
                    <a:pt x="3002" y="634"/>
                    <a:pt x="2502" y="667"/>
                  </a:cubicBezTo>
                  <a:cubicBezTo>
                    <a:pt x="1835" y="701"/>
                    <a:pt x="1334" y="934"/>
                    <a:pt x="934" y="1368"/>
                  </a:cubicBezTo>
                  <a:cubicBezTo>
                    <a:pt x="601" y="1535"/>
                    <a:pt x="0" y="1435"/>
                    <a:pt x="0" y="2035"/>
                  </a:cubicBezTo>
                  <a:cubicBezTo>
                    <a:pt x="59" y="2622"/>
                    <a:pt x="531" y="3132"/>
                    <a:pt x="1144" y="3132"/>
                  </a:cubicBezTo>
                  <a:cubicBezTo>
                    <a:pt x="1227" y="3132"/>
                    <a:pt x="1313" y="3122"/>
                    <a:pt x="1401" y="3102"/>
                  </a:cubicBezTo>
                  <a:cubicBezTo>
                    <a:pt x="1472" y="3081"/>
                    <a:pt x="1522" y="3072"/>
                    <a:pt x="1557" y="3072"/>
                  </a:cubicBezTo>
                  <a:cubicBezTo>
                    <a:pt x="1687" y="3072"/>
                    <a:pt x="1616" y="3198"/>
                    <a:pt x="1668" y="3303"/>
                  </a:cubicBezTo>
                  <a:cubicBezTo>
                    <a:pt x="2002" y="3870"/>
                    <a:pt x="2335" y="5037"/>
                    <a:pt x="2469" y="5938"/>
                  </a:cubicBezTo>
                  <a:cubicBezTo>
                    <a:pt x="2502" y="6105"/>
                    <a:pt x="2635" y="6171"/>
                    <a:pt x="2669" y="6305"/>
                  </a:cubicBezTo>
                  <a:cubicBezTo>
                    <a:pt x="2836" y="6805"/>
                    <a:pt x="3269" y="7205"/>
                    <a:pt x="3436" y="7772"/>
                  </a:cubicBezTo>
                  <a:cubicBezTo>
                    <a:pt x="3469" y="7839"/>
                    <a:pt x="3569" y="7872"/>
                    <a:pt x="3603" y="7973"/>
                  </a:cubicBezTo>
                  <a:cubicBezTo>
                    <a:pt x="3624" y="7974"/>
                    <a:pt x="3645" y="7975"/>
                    <a:pt x="3667" y="7975"/>
                  </a:cubicBezTo>
                  <a:cubicBezTo>
                    <a:pt x="3883" y="7975"/>
                    <a:pt x="4116" y="7906"/>
                    <a:pt x="4332" y="7906"/>
                  </a:cubicBezTo>
                  <a:cubicBezTo>
                    <a:pt x="4570" y="7906"/>
                    <a:pt x="4787" y="7989"/>
                    <a:pt x="4937" y="8339"/>
                  </a:cubicBezTo>
                  <a:cubicBezTo>
                    <a:pt x="5271" y="7839"/>
                    <a:pt x="4904" y="7672"/>
                    <a:pt x="4603" y="7439"/>
                  </a:cubicBezTo>
                  <a:cubicBezTo>
                    <a:pt x="4303" y="7139"/>
                    <a:pt x="4270" y="6872"/>
                    <a:pt x="4603" y="6538"/>
                  </a:cubicBezTo>
                  <a:cubicBezTo>
                    <a:pt x="4970" y="6171"/>
                    <a:pt x="5304" y="5804"/>
                    <a:pt x="5638" y="5437"/>
                  </a:cubicBezTo>
                  <a:cubicBezTo>
                    <a:pt x="4837" y="4970"/>
                    <a:pt x="4837" y="4804"/>
                    <a:pt x="5504" y="4003"/>
                  </a:cubicBezTo>
                  <a:cubicBezTo>
                    <a:pt x="5671" y="3136"/>
                    <a:pt x="4603" y="467"/>
                    <a:pt x="3903" y="0"/>
                  </a:cubicBezTo>
                  <a:close/>
                </a:path>
              </a:pathLst>
            </a:custGeom>
            <a:solidFill>
              <a:srgbClr val="FFB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7"/>
            <p:cNvSpPr/>
            <p:nvPr/>
          </p:nvSpPr>
          <p:spPr>
            <a:xfrm>
              <a:off x="2939775" y="3937475"/>
              <a:ext cx="130125" cy="273400"/>
            </a:xfrm>
            <a:custGeom>
              <a:avLst/>
              <a:gdLst/>
              <a:ahLst/>
              <a:cxnLst/>
              <a:rect l="l" t="t" r="r" b="b"/>
              <a:pathLst>
                <a:path w="5205" h="10936" extrusionOk="0">
                  <a:moveTo>
                    <a:pt x="357" y="0"/>
                  </a:moveTo>
                  <a:cubicBezTo>
                    <a:pt x="228" y="0"/>
                    <a:pt x="107" y="108"/>
                    <a:pt x="0" y="399"/>
                  </a:cubicBezTo>
                  <a:cubicBezTo>
                    <a:pt x="634" y="2067"/>
                    <a:pt x="1235" y="3768"/>
                    <a:pt x="1835" y="5469"/>
                  </a:cubicBezTo>
                  <a:cubicBezTo>
                    <a:pt x="2369" y="6336"/>
                    <a:pt x="2535" y="7337"/>
                    <a:pt x="3002" y="8238"/>
                  </a:cubicBezTo>
                  <a:cubicBezTo>
                    <a:pt x="3203" y="8605"/>
                    <a:pt x="3503" y="8972"/>
                    <a:pt x="3436" y="9472"/>
                  </a:cubicBezTo>
                  <a:cubicBezTo>
                    <a:pt x="4037" y="9672"/>
                    <a:pt x="3770" y="10339"/>
                    <a:pt x="4137" y="10740"/>
                  </a:cubicBezTo>
                  <a:cubicBezTo>
                    <a:pt x="4223" y="10878"/>
                    <a:pt x="4337" y="10936"/>
                    <a:pt x="4459" y="10936"/>
                  </a:cubicBezTo>
                  <a:cubicBezTo>
                    <a:pt x="4572" y="10936"/>
                    <a:pt x="4692" y="10886"/>
                    <a:pt x="4804" y="10806"/>
                  </a:cubicBezTo>
                  <a:cubicBezTo>
                    <a:pt x="5204" y="10606"/>
                    <a:pt x="5137" y="10339"/>
                    <a:pt x="4971" y="10039"/>
                  </a:cubicBezTo>
                  <a:cubicBezTo>
                    <a:pt x="4770" y="9706"/>
                    <a:pt x="4570" y="9439"/>
                    <a:pt x="4470" y="9005"/>
                  </a:cubicBezTo>
                  <a:cubicBezTo>
                    <a:pt x="4303" y="8238"/>
                    <a:pt x="4037" y="7504"/>
                    <a:pt x="3636" y="6837"/>
                  </a:cubicBezTo>
                  <a:cubicBezTo>
                    <a:pt x="3436" y="6437"/>
                    <a:pt x="3269" y="6070"/>
                    <a:pt x="3136" y="5603"/>
                  </a:cubicBezTo>
                  <a:cubicBezTo>
                    <a:pt x="2902" y="5436"/>
                    <a:pt x="3103" y="5136"/>
                    <a:pt x="2902" y="4969"/>
                  </a:cubicBezTo>
                  <a:cubicBezTo>
                    <a:pt x="2035" y="3601"/>
                    <a:pt x="1768" y="1967"/>
                    <a:pt x="868" y="632"/>
                  </a:cubicBezTo>
                  <a:cubicBezTo>
                    <a:pt x="768" y="599"/>
                    <a:pt x="834" y="466"/>
                    <a:pt x="834" y="332"/>
                  </a:cubicBezTo>
                  <a:cubicBezTo>
                    <a:pt x="672" y="151"/>
                    <a:pt x="509" y="0"/>
                    <a:pt x="357" y="0"/>
                  </a:cubicBezTo>
                  <a:close/>
                </a:path>
              </a:pathLst>
            </a:custGeom>
            <a:solidFill>
              <a:srgbClr val="F3AB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7"/>
            <p:cNvSpPr/>
            <p:nvPr/>
          </p:nvSpPr>
          <p:spPr>
            <a:xfrm>
              <a:off x="2852200" y="4081700"/>
              <a:ext cx="130950" cy="186825"/>
            </a:xfrm>
            <a:custGeom>
              <a:avLst/>
              <a:gdLst/>
              <a:ahLst/>
              <a:cxnLst/>
              <a:rect l="l" t="t" r="r" b="b"/>
              <a:pathLst>
                <a:path w="5238" h="7473" extrusionOk="0">
                  <a:moveTo>
                    <a:pt x="1" y="0"/>
                  </a:moveTo>
                  <a:cubicBezTo>
                    <a:pt x="1" y="100"/>
                    <a:pt x="34" y="234"/>
                    <a:pt x="68" y="367"/>
                  </a:cubicBezTo>
                  <a:cubicBezTo>
                    <a:pt x="334" y="501"/>
                    <a:pt x="434" y="734"/>
                    <a:pt x="535" y="1001"/>
                  </a:cubicBezTo>
                  <a:cubicBezTo>
                    <a:pt x="768" y="1168"/>
                    <a:pt x="935" y="1335"/>
                    <a:pt x="1002" y="1602"/>
                  </a:cubicBezTo>
                  <a:cubicBezTo>
                    <a:pt x="1102" y="1702"/>
                    <a:pt x="1168" y="1868"/>
                    <a:pt x="1202" y="2035"/>
                  </a:cubicBezTo>
                  <a:cubicBezTo>
                    <a:pt x="1268" y="2102"/>
                    <a:pt x="1335" y="2202"/>
                    <a:pt x="1402" y="2269"/>
                  </a:cubicBezTo>
                  <a:cubicBezTo>
                    <a:pt x="1569" y="2369"/>
                    <a:pt x="1602" y="2536"/>
                    <a:pt x="1669" y="2702"/>
                  </a:cubicBezTo>
                  <a:cubicBezTo>
                    <a:pt x="1902" y="2869"/>
                    <a:pt x="2069" y="3069"/>
                    <a:pt x="2069" y="3369"/>
                  </a:cubicBezTo>
                  <a:cubicBezTo>
                    <a:pt x="2236" y="3436"/>
                    <a:pt x="2336" y="3636"/>
                    <a:pt x="2336" y="3770"/>
                  </a:cubicBezTo>
                  <a:cubicBezTo>
                    <a:pt x="2503" y="3903"/>
                    <a:pt x="2536" y="4037"/>
                    <a:pt x="2569" y="4203"/>
                  </a:cubicBezTo>
                  <a:cubicBezTo>
                    <a:pt x="2603" y="4303"/>
                    <a:pt x="2703" y="4370"/>
                    <a:pt x="2736" y="4470"/>
                  </a:cubicBezTo>
                  <a:cubicBezTo>
                    <a:pt x="2903" y="4570"/>
                    <a:pt x="2936" y="4704"/>
                    <a:pt x="3003" y="4871"/>
                  </a:cubicBezTo>
                  <a:cubicBezTo>
                    <a:pt x="3236" y="5037"/>
                    <a:pt x="3370" y="5237"/>
                    <a:pt x="3403" y="5538"/>
                  </a:cubicBezTo>
                  <a:cubicBezTo>
                    <a:pt x="3570" y="5571"/>
                    <a:pt x="3603" y="5738"/>
                    <a:pt x="3670" y="5905"/>
                  </a:cubicBezTo>
                  <a:cubicBezTo>
                    <a:pt x="3703" y="6005"/>
                    <a:pt x="3770" y="6071"/>
                    <a:pt x="3837" y="6171"/>
                  </a:cubicBezTo>
                  <a:cubicBezTo>
                    <a:pt x="4004" y="6238"/>
                    <a:pt x="4037" y="6372"/>
                    <a:pt x="4070" y="6538"/>
                  </a:cubicBezTo>
                  <a:cubicBezTo>
                    <a:pt x="4104" y="6638"/>
                    <a:pt x="4204" y="6705"/>
                    <a:pt x="4237" y="6805"/>
                  </a:cubicBezTo>
                  <a:cubicBezTo>
                    <a:pt x="4404" y="6872"/>
                    <a:pt x="4437" y="7005"/>
                    <a:pt x="4504" y="7172"/>
                  </a:cubicBezTo>
                  <a:cubicBezTo>
                    <a:pt x="4571" y="7239"/>
                    <a:pt x="4604" y="7339"/>
                    <a:pt x="4704" y="7406"/>
                  </a:cubicBezTo>
                  <a:cubicBezTo>
                    <a:pt x="4771" y="7472"/>
                    <a:pt x="4838" y="7472"/>
                    <a:pt x="4904" y="7472"/>
                  </a:cubicBezTo>
                  <a:cubicBezTo>
                    <a:pt x="4871" y="7206"/>
                    <a:pt x="5238" y="6739"/>
                    <a:pt x="4938" y="6705"/>
                  </a:cubicBezTo>
                  <a:cubicBezTo>
                    <a:pt x="4237" y="6638"/>
                    <a:pt x="4771" y="5738"/>
                    <a:pt x="4170" y="5671"/>
                  </a:cubicBezTo>
                  <a:cubicBezTo>
                    <a:pt x="4037" y="5671"/>
                    <a:pt x="4037" y="5471"/>
                    <a:pt x="4170" y="5404"/>
                  </a:cubicBezTo>
                  <a:cubicBezTo>
                    <a:pt x="4771" y="5171"/>
                    <a:pt x="4404" y="4604"/>
                    <a:pt x="4537" y="4237"/>
                  </a:cubicBezTo>
                  <a:cubicBezTo>
                    <a:pt x="4537" y="4203"/>
                    <a:pt x="4404" y="4170"/>
                    <a:pt x="4371" y="4137"/>
                  </a:cubicBezTo>
                  <a:cubicBezTo>
                    <a:pt x="4004" y="4137"/>
                    <a:pt x="4337" y="4670"/>
                    <a:pt x="3937" y="4704"/>
                  </a:cubicBezTo>
                  <a:cubicBezTo>
                    <a:pt x="3904" y="4604"/>
                    <a:pt x="3837" y="4570"/>
                    <a:pt x="3837" y="4537"/>
                  </a:cubicBezTo>
                  <a:cubicBezTo>
                    <a:pt x="3837" y="4037"/>
                    <a:pt x="4070" y="3503"/>
                    <a:pt x="3403" y="3169"/>
                  </a:cubicBezTo>
                  <a:cubicBezTo>
                    <a:pt x="3270" y="3136"/>
                    <a:pt x="3270" y="2902"/>
                    <a:pt x="3337" y="2802"/>
                  </a:cubicBezTo>
                  <a:cubicBezTo>
                    <a:pt x="3503" y="2402"/>
                    <a:pt x="3236" y="2369"/>
                    <a:pt x="3003" y="2302"/>
                  </a:cubicBezTo>
                  <a:cubicBezTo>
                    <a:pt x="2921" y="2269"/>
                    <a:pt x="2859" y="2255"/>
                    <a:pt x="2813" y="2255"/>
                  </a:cubicBezTo>
                  <a:cubicBezTo>
                    <a:pt x="2669" y="2255"/>
                    <a:pt x="2669" y="2393"/>
                    <a:pt x="2669" y="2569"/>
                  </a:cubicBezTo>
                  <a:cubicBezTo>
                    <a:pt x="2669" y="2702"/>
                    <a:pt x="2594" y="2737"/>
                    <a:pt x="2510" y="2737"/>
                  </a:cubicBezTo>
                  <a:cubicBezTo>
                    <a:pt x="2447" y="2737"/>
                    <a:pt x="2379" y="2717"/>
                    <a:pt x="2336" y="2702"/>
                  </a:cubicBezTo>
                  <a:cubicBezTo>
                    <a:pt x="2169" y="2636"/>
                    <a:pt x="2036" y="2502"/>
                    <a:pt x="1902" y="2369"/>
                  </a:cubicBezTo>
                  <a:cubicBezTo>
                    <a:pt x="1669" y="2069"/>
                    <a:pt x="2369" y="2035"/>
                    <a:pt x="2169" y="1735"/>
                  </a:cubicBezTo>
                  <a:cubicBezTo>
                    <a:pt x="2133" y="1699"/>
                    <a:pt x="2092" y="1686"/>
                    <a:pt x="2048" y="1686"/>
                  </a:cubicBezTo>
                  <a:cubicBezTo>
                    <a:pt x="1947" y="1686"/>
                    <a:pt x="1832" y="1754"/>
                    <a:pt x="1727" y="1754"/>
                  </a:cubicBezTo>
                  <a:cubicBezTo>
                    <a:pt x="1670" y="1754"/>
                    <a:pt x="1615" y="1733"/>
                    <a:pt x="1569" y="1668"/>
                  </a:cubicBezTo>
                  <a:cubicBezTo>
                    <a:pt x="1669" y="1201"/>
                    <a:pt x="2202" y="1368"/>
                    <a:pt x="2369" y="1034"/>
                  </a:cubicBezTo>
                  <a:cubicBezTo>
                    <a:pt x="1914" y="1034"/>
                    <a:pt x="1617" y="433"/>
                    <a:pt x="1510" y="433"/>
                  </a:cubicBezTo>
                  <a:cubicBezTo>
                    <a:pt x="1507" y="433"/>
                    <a:pt x="1504" y="433"/>
                    <a:pt x="1502" y="434"/>
                  </a:cubicBezTo>
                  <a:cubicBezTo>
                    <a:pt x="1353" y="495"/>
                    <a:pt x="1223" y="520"/>
                    <a:pt x="1106" y="520"/>
                  </a:cubicBezTo>
                  <a:cubicBezTo>
                    <a:pt x="650" y="520"/>
                    <a:pt x="399" y="133"/>
                    <a:pt x="1" y="0"/>
                  </a:cubicBezTo>
                  <a:close/>
                </a:path>
              </a:pathLst>
            </a:custGeom>
            <a:solidFill>
              <a:srgbClr val="FFC5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7"/>
            <p:cNvSpPr/>
            <p:nvPr/>
          </p:nvSpPr>
          <p:spPr>
            <a:xfrm>
              <a:off x="2899750" y="3828250"/>
              <a:ext cx="60900" cy="119200"/>
            </a:xfrm>
            <a:custGeom>
              <a:avLst/>
              <a:gdLst/>
              <a:ahLst/>
              <a:cxnLst/>
              <a:rect l="l" t="t" r="r" b="b"/>
              <a:pathLst>
                <a:path w="2436" h="4768" extrusionOk="0">
                  <a:moveTo>
                    <a:pt x="335" y="0"/>
                  </a:moveTo>
                  <a:cubicBezTo>
                    <a:pt x="295" y="0"/>
                    <a:pt x="251" y="9"/>
                    <a:pt x="200" y="31"/>
                  </a:cubicBezTo>
                  <a:cubicBezTo>
                    <a:pt x="34" y="131"/>
                    <a:pt x="0" y="298"/>
                    <a:pt x="100" y="498"/>
                  </a:cubicBezTo>
                  <a:lnTo>
                    <a:pt x="1101" y="3634"/>
                  </a:lnTo>
                  <a:cubicBezTo>
                    <a:pt x="1201" y="4001"/>
                    <a:pt x="1301" y="4434"/>
                    <a:pt x="1601" y="4768"/>
                  </a:cubicBezTo>
                  <a:cubicBezTo>
                    <a:pt x="1695" y="4594"/>
                    <a:pt x="1800" y="4538"/>
                    <a:pt x="1911" y="4538"/>
                  </a:cubicBezTo>
                  <a:cubicBezTo>
                    <a:pt x="2076" y="4538"/>
                    <a:pt x="2256" y="4661"/>
                    <a:pt x="2435" y="4701"/>
                  </a:cubicBezTo>
                  <a:cubicBezTo>
                    <a:pt x="2168" y="3267"/>
                    <a:pt x="1301" y="2033"/>
                    <a:pt x="968" y="665"/>
                  </a:cubicBezTo>
                  <a:cubicBezTo>
                    <a:pt x="934" y="498"/>
                    <a:pt x="801" y="331"/>
                    <a:pt x="667" y="198"/>
                  </a:cubicBezTo>
                  <a:cubicBezTo>
                    <a:pt x="563" y="120"/>
                    <a:pt x="479" y="0"/>
                    <a:pt x="335" y="0"/>
                  </a:cubicBezTo>
                  <a:close/>
                </a:path>
              </a:pathLst>
            </a:custGeom>
            <a:solidFill>
              <a:srgbClr val="F9B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7"/>
            <p:cNvSpPr/>
            <p:nvPr/>
          </p:nvSpPr>
          <p:spPr>
            <a:xfrm>
              <a:off x="2765475" y="3647025"/>
              <a:ext cx="103425" cy="52750"/>
            </a:xfrm>
            <a:custGeom>
              <a:avLst/>
              <a:gdLst/>
              <a:ahLst/>
              <a:cxnLst/>
              <a:rect l="l" t="t" r="r" b="b"/>
              <a:pathLst>
                <a:path w="4137" h="2110" extrusionOk="0">
                  <a:moveTo>
                    <a:pt x="1748" y="1"/>
                  </a:moveTo>
                  <a:cubicBezTo>
                    <a:pt x="1387" y="1"/>
                    <a:pt x="1090" y="164"/>
                    <a:pt x="868" y="609"/>
                  </a:cubicBezTo>
                  <a:cubicBezTo>
                    <a:pt x="801" y="1243"/>
                    <a:pt x="34" y="1509"/>
                    <a:pt x="1" y="2110"/>
                  </a:cubicBezTo>
                  <a:cubicBezTo>
                    <a:pt x="368" y="1910"/>
                    <a:pt x="701" y="1609"/>
                    <a:pt x="1135" y="1609"/>
                  </a:cubicBezTo>
                  <a:cubicBezTo>
                    <a:pt x="1335" y="1576"/>
                    <a:pt x="1669" y="1509"/>
                    <a:pt x="1402" y="1042"/>
                  </a:cubicBezTo>
                  <a:cubicBezTo>
                    <a:pt x="1271" y="781"/>
                    <a:pt x="1427" y="643"/>
                    <a:pt x="1644" y="643"/>
                  </a:cubicBezTo>
                  <a:cubicBezTo>
                    <a:pt x="1705" y="643"/>
                    <a:pt x="1770" y="654"/>
                    <a:pt x="1835" y="675"/>
                  </a:cubicBezTo>
                  <a:cubicBezTo>
                    <a:pt x="2302" y="742"/>
                    <a:pt x="2669" y="909"/>
                    <a:pt x="2936" y="1243"/>
                  </a:cubicBezTo>
                  <a:cubicBezTo>
                    <a:pt x="3303" y="1609"/>
                    <a:pt x="3670" y="1876"/>
                    <a:pt x="4137" y="2010"/>
                  </a:cubicBezTo>
                  <a:cubicBezTo>
                    <a:pt x="3737" y="1109"/>
                    <a:pt x="2936" y="709"/>
                    <a:pt x="2336" y="108"/>
                  </a:cubicBezTo>
                  <a:cubicBezTo>
                    <a:pt x="2124" y="42"/>
                    <a:pt x="1928" y="1"/>
                    <a:pt x="1748" y="1"/>
                  </a:cubicBezTo>
                  <a:close/>
                </a:path>
              </a:pathLst>
            </a:custGeom>
            <a:solidFill>
              <a:srgbClr val="FDB8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7"/>
            <p:cNvSpPr/>
            <p:nvPr/>
          </p:nvSpPr>
          <p:spPr>
            <a:xfrm>
              <a:off x="2686250" y="3688200"/>
              <a:ext cx="59250" cy="27625"/>
            </a:xfrm>
            <a:custGeom>
              <a:avLst/>
              <a:gdLst/>
              <a:ahLst/>
              <a:cxnLst/>
              <a:rect l="l" t="t" r="r" b="b"/>
              <a:pathLst>
                <a:path w="2370" h="1105" extrusionOk="0">
                  <a:moveTo>
                    <a:pt x="282" y="1"/>
                  </a:moveTo>
                  <a:cubicBezTo>
                    <a:pt x="122" y="1"/>
                    <a:pt x="1" y="302"/>
                    <a:pt x="1" y="530"/>
                  </a:cubicBezTo>
                  <a:cubicBezTo>
                    <a:pt x="268" y="563"/>
                    <a:pt x="534" y="596"/>
                    <a:pt x="801" y="763"/>
                  </a:cubicBezTo>
                  <a:cubicBezTo>
                    <a:pt x="1226" y="1018"/>
                    <a:pt x="1651" y="1104"/>
                    <a:pt x="2116" y="1104"/>
                  </a:cubicBezTo>
                  <a:cubicBezTo>
                    <a:pt x="2199" y="1104"/>
                    <a:pt x="2283" y="1102"/>
                    <a:pt x="2369" y="1097"/>
                  </a:cubicBezTo>
                  <a:cubicBezTo>
                    <a:pt x="2036" y="129"/>
                    <a:pt x="1035" y="363"/>
                    <a:pt x="368" y="29"/>
                  </a:cubicBezTo>
                  <a:cubicBezTo>
                    <a:pt x="338" y="10"/>
                    <a:pt x="310" y="1"/>
                    <a:pt x="282" y="1"/>
                  </a:cubicBezTo>
                  <a:close/>
                </a:path>
              </a:pathLst>
            </a:custGeom>
            <a:solidFill>
              <a:srgbClr val="ED95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7"/>
            <p:cNvSpPr/>
            <p:nvPr/>
          </p:nvSpPr>
          <p:spPr>
            <a:xfrm>
              <a:off x="2960625" y="3633675"/>
              <a:ext cx="50900" cy="49450"/>
            </a:xfrm>
            <a:custGeom>
              <a:avLst/>
              <a:gdLst/>
              <a:ahLst/>
              <a:cxnLst/>
              <a:rect l="l" t="t" r="r" b="b"/>
              <a:pathLst>
                <a:path w="2036" h="1978" extrusionOk="0">
                  <a:moveTo>
                    <a:pt x="180" y="0"/>
                  </a:moveTo>
                  <a:cubicBezTo>
                    <a:pt x="150" y="0"/>
                    <a:pt x="117" y="25"/>
                    <a:pt x="67" y="75"/>
                  </a:cubicBezTo>
                  <a:cubicBezTo>
                    <a:pt x="0" y="1009"/>
                    <a:pt x="734" y="1410"/>
                    <a:pt x="1335" y="1843"/>
                  </a:cubicBezTo>
                  <a:cubicBezTo>
                    <a:pt x="1420" y="1928"/>
                    <a:pt x="1529" y="1977"/>
                    <a:pt x="1639" y="1977"/>
                  </a:cubicBezTo>
                  <a:cubicBezTo>
                    <a:pt x="1788" y="1977"/>
                    <a:pt x="1939" y="1887"/>
                    <a:pt x="2035" y="1676"/>
                  </a:cubicBezTo>
                  <a:cubicBezTo>
                    <a:pt x="1568" y="1476"/>
                    <a:pt x="1234" y="1109"/>
                    <a:pt x="934" y="676"/>
                  </a:cubicBezTo>
                  <a:cubicBezTo>
                    <a:pt x="767" y="442"/>
                    <a:pt x="601" y="209"/>
                    <a:pt x="267" y="75"/>
                  </a:cubicBezTo>
                  <a:cubicBezTo>
                    <a:pt x="234" y="25"/>
                    <a:pt x="209" y="0"/>
                    <a:pt x="180" y="0"/>
                  </a:cubicBezTo>
                  <a:close/>
                </a:path>
              </a:pathLst>
            </a:custGeom>
            <a:solidFill>
              <a:srgbClr val="F0A5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7"/>
            <p:cNvSpPr/>
            <p:nvPr/>
          </p:nvSpPr>
          <p:spPr>
            <a:xfrm>
              <a:off x="2946450" y="3629925"/>
              <a:ext cx="20875" cy="5650"/>
            </a:xfrm>
            <a:custGeom>
              <a:avLst/>
              <a:gdLst/>
              <a:ahLst/>
              <a:cxnLst/>
              <a:rect l="l" t="t" r="r" b="b"/>
              <a:pathLst>
                <a:path w="835" h="226" extrusionOk="0">
                  <a:moveTo>
                    <a:pt x="430" y="0"/>
                  </a:moveTo>
                  <a:cubicBezTo>
                    <a:pt x="292" y="0"/>
                    <a:pt x="150" y="75"/>
                    <a:pt x="0" y="225"/>
                  </a:cubicBezTo>
                  <a:lnTo>
                    <a:pt x="834" y="225"/>
                  </a:lnTo>
                  <a:cubicBezTo>
                    <a:pt x="701" y="75"/>
                    <a:pt x="567" y="0"/>
                    <a:pt x="430" y="0"/>
                  </a:cubicBezTo>
                  <a:close/>
                </a:path>
              </a:pathLst>
            </a:custGeom>
            <a:solidFill>
              <a:srgbClr val="FFB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7"/>
            <p:cNvSpPr/>
            <p:nvPr/>
          </p:nvSpPr>
          <p:spPr>
            <a:xfrm>
              <a:off x="3011500" y="4062525"/>
              <a:ext cx="7525" cy="15850"/>
            </a:xfrm>
            <a:custGeom>
              <a:avLst/>
              <a:gdLst/>
              <a:ahLst/>
              <a:cxnLst/>
              <a:rect l="l" t="t" r="r" b="b"/>
              <a:pathLst>
                <a:path w="301" h="634" extrusionOk="0">
                  <a:moveTo>
                    <a:pt x="0" y="0"/>
                  </a:moveTo>
                  <a:lnTo>
                    <a:pt x="0" y="0"/>
                  </a:lnTo>
                  <a:cubicBezTo>
                    <a:pt x="33" y="234"/>
                    <a:pt x="0" y="467"/>
                    <a:pt x="234" y="634"/>
                  </a:cubicBezTo>
                  <a:cubicBezTo>
                    <a:pt x="234" y="400"/>
                    <a:pt x="300" y="134"/>
                    <a:pt x="0" y="0"/>
                  </a:cubicBezTo>
                  <a:close/>
                </a:path>
              </a:pathLst>
            </a:custGeom>
            <a:solidFill>
              <a:srgbClr val="FFBC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7"/>
            <p:cNvSpPr/>
            <p:nvPr/>
          </p:nvSpPr>
          <p:spPr>
            <a:xfrm>
              <a:off x="4634325" y="3585175"/>
              <a:ext cx="70075" cy="260650"/>
            </a:xfrm>
            <a:custGeom>
              <a:avLst/>
              <a:gdLst/>
              <a:ahLst/>
              <a:cxnLst/>
              <a:rect l="l" t="t" r="r" b="b"/>
              <a:pathLst>
                <a:path w="2803" h="10426" extrusionOk="0">
                  <a:moveTo>
                    <a:pt x="2298" y="0"/>
                  </a:moveTo>
                  <a:cubicBezTo>
                    <a:pt x="1736" y="0"/>
                    <a:pt x="1259" y="444"/>
                    <a:pt x="1168" y="1081"/>
                  </a:cubicBezTo>
                  <a:cubicBezTo>
                    <a:pt x="1034" y="2015"/>
                    <a:pt x="934" y="2916"/>
                    <a:pt x="634" y="3817"/>
                  </a:cubicBezTo>
                  <a:cubicBezTo>
                    <a:pt x="600" y="4150"/>
                    <a:pt x="600" y="4517"/>
                    <a:pt x="534" y="4851"/>
                  </a:cubicBezTo>
                  <a:cubicBezTo>
                    <a:pt x="467" y="6218"/>
                    <a:pt x="267" y="7553"/>
                    <a:pt x="100" y="8920"/>
                  </a:cubicBezTo>
                  <a:cubicBezTo>
                    <a:pt x="0" y="9321"/>
                    <a:pt x="267" y="9554"/>
                    <a:pt x="434" y="9754"/>
                  </a:cubicBezTo>
                  <a:cubicBezTo>
                    <a:pt x="698" y="10200"/>
                    <a:pt x="889" y="10426"/>
                    <a:pt x="1091" y="10426"/>
                  </a:cubicBezTo>
                  <a:cubicBezTo>
                    <a:pt x="1297" y="10426"/>
                    <a:pt x="1515" y="10192"/>
                    <a:pt x="1835" y="9721"/>
                  </a:cubicBezTo>
                  <a:cubicBezTo>
                    <a:pt x="2035" y="9521"/>
                    <a:pt x="1835" y="9220"/>
                    <a:pt x="2035" y="9054"/>
                  </a:cubicBezTo>
                  <a:cubicBezTo>
                    <a:pt x="2669" y="6719"/>
                    <a:pt x="2535" y="4350"/>
                    <a:pt x="2702" y="1982"/>
                  </a:cubicBezTo>
                  <a:cubicBezTo>
                    <a:pt x="2669" y="1415"/>
                    <a:pt x="2802" y="814"/>
                    <a:pt x="2602" y="247"/>
                  </a:cubicBezTo>
                  <a:lnTo>
                    <a:pt x="2468" y="14"/>
                  </a:lnTo>
                  <a:cubicBezTo>
                    <a:pt x="2411" y="5"/>
                    <a:pt x="2354" y="0"/>
                    <a:pt x="2298" y="0"/>
                  </a:cubicBezTo>
                  <a:close/>
                </a:path>
              </a:pathLst>
            </a:custGeom>
            <a:solidFill>
              <a:srgbClr val="587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7"/>
            <p:cNvSpPr/>
            <p:nvPr/>
          </p:nvSpPr>
          <p:spPr>
            <a:xfrm>
              <a:off x="4605950" y="3808175"/>
              <a:ext cx="74250" cy="198500"/>
            </a:xfrm>
            <a:custGeom>
              <a:avLst/>
              <a:gdLst/>
              <a:ahLst/>
              <a:cxnLst/>
              <a:rect l="l" t="t" r="r" b="b"/>
              <a:pathLst>
                <a:path w="2970" h="7940" extrusionOk="0">
                  <a:moveTo>
                    <a:pt x="1235" y="0"/>
                  </a:moveTo>
                  <a:cubicBezTo>
                    <a:pt x="1168" y="134"/>
                    <a:pt x="1102" y="234"/>
                    <a:pt x="1002" y="300"/>
                  </a:cubicBezTo>
                  <a:cubicBezTo>
                    <a:pt x="835" y="1501"/>
                    <a:pt x="768" y="2769"/>
                    <a:pt x="501" y="3970"/>
                  </a:cubicBezTo>
                  <a:cubicBezTo>
                    <a:pt x="301" y="5004"/>
                    <a:pt x="1" y="6071"/>
                    <a:pt x="101" y="7139"/>
                  </a:cubicBezTo>
                  <a:cubicBezTo>
                    <a:pt x="334" y="7439"/>
                    <a:pt x="268" y="7939"/>
                    <a:pt x="801" y="7939"/>
                  </a:cubicBezTo>
                  <a:cubicBezTo>
                    <a:pt x="1335" y="7906"/>
                    <a:pt x="1669" y="7672"/>
                    <a:pt x="1435" y="7105"/>
                  </a:cubicBezTo>
                  <a:lnTo>
                    <a:pt x="1435" y="7105"/>
                  </a:lnTo>
                  <a:cubicBezTo>
                    <a:pt x="1498" y="7184"/>
                    <a:pt x="1569" y="7218"/>
                    <a:pt x="1636" y="7218"/>
                  </a:cubicBezTo>
                  <a:cubicBezTo>
                    <a:pt x="1711" y="7218"/>
                    <a:pt x="1783" y="7176"/>
                    <a:pt x="1836" y="7105"/>
                  </a:cubicBezTo>
                  <a:cubicBezTo>
                    <a:pt x="1802" y="6338"/>
                    <a:pt x="2069" y="5671"/>
                    <a:pt x="2236" y="5004"/>
                  </a:cubicBezTo>
                  <a:cubicBezTo>
                    <a:pt x="2569" y="3636"/>
                    <a:pt x="2970" y="2269"/>
                    <a:pt x="2970" y="834"/>
                  </a:cubicBezTo>
                  <a:lnTo>
                    <a:pt x="2970" y="834"/>
                  </a:lnTo>
                  <a:cubicBezTo>
                    <a:pt x="2669" y="934"/>
                    <a:pt x="2569" y="1301"/>
                    <a:pt x="2236" y="1335"/>
                  </a:cubicBezTo>
                  <a:cubicBezTo>
                    <a:pt x="1769" y="968"/>
                    <a:pt x="1669" y="334"/>
                    <a:pt x="1235" y="0"/>
                  </a:cubicBezTo>
                  <a:close/>
                </a:path>
              </a:pathLst>
            </a:custGeom>
            <a:solidFill>
              <a:srgbClr val="598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4650150" y="3492875"/>
              <a:ext cx="70925" cy="186050"/>
            </a:xfrm>
            <a:custGeom>
              <a:avLst/>
              <a:gdLst/>
              <a:ahLst/>
              <a:cxnLst/>
              <a:rect l="l" t="t" r="r" b="b"/>
              <a:pathLst>
                <a:path w="2837" h="7442" extrusionOk="0">
                  <a:moveTo>
                    <a:pt x="2327" y="0"/>
                  </a:moveTo>
                  <a:cubicBezTo>
                    <a:pt x="2092" y="0"/>
                    <a:pt x="1925" y="202"/>
                    <a:pt x="1735" y="337"/>
                  </a:cubicBezTo>
                  <a:cubicBezTo>
                    <a:pt x="1235" y="737"/>
                    <a:pt x="1135" y="1304"/>
                    <a:pt x="901" y="1871"/>
                  </a:cubicBezTo>
                  <a:lnTo>
                    <a:pt x="901" y="2071"/>
                  </a:lnTo>
                  <a:cubicBezTo>
                    <a:pt x="868" y="2238"/>
                    <a:pt x="768" y="2372"/>
                    <a:pt x="701" y="2505"/>
                  </a:cubicBezTo>
                  <a:cubicBezTo>
                    <a:pt x="368" y="4173"/>
                    <a:pt x="168" y="5774"/>
                    <a:pt x="1" y="7442"/>
                  </a:cubicBezTo>
                  <a:cubicBezTo>
                    <a:pt x="201" y="7042"/>
                    <a:pt x="635" y="6741"/>
                    <a:pt x="535" y="6141"/>
                  </a:cubicBezTo>
                  <a:cubicBezTo>
                    <a:pt x="501" y="5874"/>
                    <a:pt x="535" y="5474"/>
                    <a:pt x="968" y="5307"/>
                  </a:cubicBezTo>
                  <a:cubicBezTo>
                    <a:pt x="1202" y="5240"/>
                    <a:pt x="1035" y="5073"/>
                    <a:pt x="901" y="4940"/>
                  </a:cubicBezTo>
                  <a:cubicBezTo>
                    <a:pt x="368" y="4406"/>
                    <a:pt x="1402" y="4406"/>
                    <a:pt x="1235" y="3939"/>
                  </a:cubicBezTo>
                  <a:cubicBezTo>
                    <a:pt x="1208" y="3886"/>
                    <a:pt x="1333" y="3745"/>
                    <a:pt x="1487" y="3745"/>
                  </a:cubicBezTo>
                  <a:cubicBezTo>
                    <a:pt x="1524" y="3745"/>
                    <a:pt x="1563" y="3753"/>
                    <a:pt x="1602" y="3773"/>
                  </a:cubicBezTo>
                  <a:cubicBezTo>
                    <a:pt x="1702" y="3839"/>
                    <a:pt x="1735" y="3939"/>
                    <a:pt x="1835" y="4039"/>
                  </a:cubicBezTo>
                  <a:cubicBezTo>
                    <a:pt x="1368" y="4340"/>
                    <a:pt x="2136" y="4540"/>
                    <a:pt x="1869" y="4840"/>
                  </a:cubicBezTo>
                  <a:cubicBezTo>
                    <a:pt x="1569" y="5207"/>
                    <a:pt x="1902" y="5440"/>
                    <a:pt x="2069" y="5741"/>
                  </a:cubicBezTo>
                  <a:cubicBezTo>
                    <a:pt x="2369" y="5440"/>
                    <a:pt x="2236" y="5073"/>
                    <a:pt x="2302" y="4640"/>
                  </a:cubicBezTo>
                  <a:cubicBezTo>
                    <a:pt x="2302" y="3939"/>
                    <a:pt x="2369" y="3272"/>
                    <a:pt x="2669" y="2605"/>
                  </a:cubicBezTo>
                  <a:cubicBezTo>
                    <a:pt x="2636" y="2271"/>
                    <a:pt x="2636" y="1905"/>
                    <a:pt x="2636" y="1571"/>
                  </a:cubicBezTo>
                  <a:cubicBezTo>
                    <a:pt x="2803" y="1271"/>
                    <a:pt x="2669" y="1004"/>
                    <a:pt x="2703" y="737"/>
                  </a:cubicBezTo>
                  <a:cubicBezTo>
                    <a:pt x="2803" y="437"/>
                    <a:pt x="2836" y="170"/>
                    <a:pt x="2503" y="37"/>
                  </a:cubicBezTo>
                  <a:cubicBezTo>
                    <a:pt x="2440" y="11"/>
                    <a:pt x="2381" y="0"/>
                    <a:pt x="2327" y="0"/>
                  </a:cubicBezTo>
                  <a:close/>
                </a:path>
              </a:pathLst>
            </a:custGeom>
            <a:solidFill>
              <a:srgbClr val="5C8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7"/>
            <p:cNvSpPr/>
            <p:nvPr/>
          </p:nvSpPr>
          <p:spPr>
            <a:xfrm>
              <a:off x="4595950" y="3973250"/>
              <a:ext cx="57575" cy="105750"/>
            </a:xfrm>
            <a:custGeom>
              <a:avLst/>
              <a:gdLst/>
              <a:ahLst/>
              <a:cxnLst/>
              <a:rect l="l" t="t" r="r" b="b"/>
              <a:pathLst>
                <a:path w="2303" h="4230" extrusionOk="0">
                  <a:moveTo>
                    <a:pt x="1597" y="1"/>
                  </a:moveTo>
                  <a:cubicBezTo>
                    <a:pt x="1588" y="1"/>
                    <a:pt x="1578" y="1"/>
                    <a:pt x="1568" y="2"/>
                  </a:cubicBezTo>
                  <a:cubicBezTo>
                    <a:pt x="1468" y="369"/>
                    <a:pt x="1802" y="636"/>
                    <a:pt x="1802" y="903"/>
                  </a:cubicBezTo>
                  <a:cubicBezTo>
                    <a:pt x="1579" y="968"/>
                    <a:pt x="1444" y="1008"/>
                    <a:pt x="1338" y="1008"/>
                  </a:cubicBezTo>
                  <a:cubicBezTo>
                    <a:pt x="1173" y="1008"/>
                    <a:pt x="1078" y="912"/>
                    <a:pt x="835" y="669"/>
                  </a:cubicBezTo>
                  <a:cubicBezTo>
                    <a:pt x="734" y="636"/>
                    <a:pt x="634" y="569"/>
                    <a:pt x="534" y="536"/>
                  </a:cubicBezTo>
                  <a:cubicBezTo>
                    <a:pt x="234" y="1370"/>
                    <a:pt x="267" y="2237"/>
                    <a:pt x="234" y="3037"/>
                  </a:cubicBezTo>
                  <a:cubicBezTo>
                    <a:pt x="67" y="3404"/>
                    <a:pt x="1" y="3838"/>
                    <a:pt x="434" y="4038"/>
                  </a:cubicBezTo>
                  <a:cubicBezTo>
                    <a:pt x="651" y="4138"/>
                    <a:pt x="885" y="4230"/>
                    <a:pt x="1110" y="4230"/>
                  </a:cubicBezTo>
                  <a:cubicBezTo>
                    <a:pt x="1335" y="4230"/>
                    <a:pt x="1552" y="4138"/>
                    <a:pt x="1735" y="3871"/>
                  </a:cubicBezTo>
                  <a:cubicBezTo>
                    <a:pt x="1902" y="2737"/>
                    <a:pt x="2135" y="1570"/>
                    <a:pt x="2302" y="469"/>
                  </a:cubicBezTo>
                  <a:lnTo>
                    <a:pt x="2302" y="469"/>
                  </a:lnTo>
                  <a:cubicBezTo>
                    <a:pt x="2254" y="488"/>
                    <a:pt x="2212" y="496"/>
                    <a:pt x="2176" y="496"/>
                  </a:cubicBezTo>
                  <a:cubicBezTo>
                    <a:pt x="1893" y="496"/>
                    <a:pt x="1922" y="1"/>
                    <a:pt x="1597" y="1"/>
                  </a:cubicBezTo>
                  <a:close/>
                </a:path>
              </a:pathLst>
            </a:custGeom>
            <a:solidFill>
              <a:srgbClr val="5D90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7"/>
            <p:cNvSpPr/>
            <p:nvPr/>
          </p:nvSpPr>
          <p:spPr>
            <a:xfrm>
              <a:off x="4660175" y="3987475"/>
              <a:ext cx="135950" cy="110925"/>
            </a:xfrm>
            <a:custGeom>
              <a:avLst/>
              <a:gdLst/>
              <a:ahLst/>
              <a:cxnLst/>
              <a:rect l="l" t="t" r="r" b="b"/>
              <a:pathLst>
                <a:path w="5438" h="4437" extrusionOk="0">
                  <a:moveTo>
                    <a:pt x="5437" y="0"/>
                  </a:moveTo>
                  <a:lnTo>
                    <a:pt x="5437" y="0"/>
                  </a:lnTo>
                  <a:cubicBezTo>
                    <a:pt x="5271" y="133"/>
                    <a:pt x="5004" y="267"/>
                    <a:pt x="4937" y="434"/>
                  </a:cubicBezTo>
                  <a:cubicBezTo>
                    <a:pt x="4503" y="1334"/>
                    <a:pt x="3636" y="1601"/>
                    <a:pt x="2769" y="1801"/>
                  </a:cubicBezTo>
                  <a:cubicBezTo>
                    <a:pt x="2669" y="1835"/>
                    <a:pt x="2569" y="1868"/>
                    <a:pt x="2469" y="1935"/>
                  </a:cubicBezTo>
                  <a:cubicBezTo>
                    <a:pt x="2302" y="1968"/>
                    <a:pt x="2168" y="2102"/>
                    <a:pt x="2235" y="2302"/>
                  </a:cubicBezTo>
                  <a:cubicBezTo>
                    <a:pt x="2402" y="2935"/>
                    <a:pt x="1901" y="3036"/>
                    <a:pt x="1468" y="3036"/>
                  </a:cubicBezTo>
                  <a:cubicBezTo>
                    <a:pt x="567" y="3102"/>
                    <a:pt x="267" y="3769"/>
                    <a:pt x="0" y="4437"/>
                  </a:cubicBezTo>
                  <a:cubicBezTo>
                    <a:pt x="467" y="4403"/>
                    <a:pt x="801" y="4103"/>
                    <a:pt x="1134" y="3836"/>
                  </a:cubicBezTo>
                  <a:cubicBezTo>
                    <a:pt x="1568" y="3503"/>
                    <a:pt x="2002" y="3169"/>
                    <a:pt x="2502" y="3002"/>
                  </a:cubicBezTo>
                  <a:lnTo>
                    <a:pt x="2735" y="2802"/>
                  </a:lnTo>
                  <a:cubicBezTo>
                    <a:pt x="2813" y="2673"/>
                    <a:pt x="2931" y="2624"/>
                    <a:pt x="3026" y="2624"/>
                  </a:cubicBezTo>
                  <a:cubicBezTo>
                    <a:pt x="3054" y="2624"/>
                    <a:pt x="3080" y="2628"/>
                    <a:pt x="3102" y="2635"/>
                  </a:cubicBezTo>
                  <a:cubicBezTo>
                    <a:pt x="3236" y="2402"/>
                    <a:pt x="3436" y="2235"/>
                    <a:pt x="3703" y="2168"/>
                  </a:cubicBezTo>
                  <a:cubicBezTo>
                    <a:pt x="3870" y="1935"/>
                    <a:pt x="4070" y="1768"/>
                    <a:pt x="4337" y="1701"/>
                  </a:cubicBezTo>
                  <a:cubicBezTo>
                    <a:pt x="4403" y="1635"/>
                    <a:pt x="4470" y="1601"/>
                    <a:pt x="4537" y="1501"/>
                  </a:cubicBezTo>
                  <a:cubicBezTo>
                    <a:pt x="4837" y="1201"/>
                    <a:pt x="5104" y="934"/>
                    <a:pt x="5371" y="634"/>
                  </a:cubicBezTo>
                  <a:cubicBezTo>
                    <a:pt x="5437" y="434"/>
                    <a:pt x="5437" y="200"/>
                    <a:pt x="5437" y="0"/>
                  </a:cubicBezTo>
                  <a:close/>
                </a:path>
              </a:pathLst>
            </a:custGeom>
            <a:solidFill>
              <a:srgbClr val="7CB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7"/>
            <p:cNvSpPr/>
            <p:nvPr/>
          </p:nvSpPr>
          <p:spPr>
            <a:xfrm>
              <a:off x="4588450" y="4051675"/>
              <a:ext cx="53400" cy="51850"/>
            </a:xfrm>
            <a:custGeom>
              <a:avLst/>
              <a:gdLst/>
              <a:ahLst/>
              <a:cxnLst/>
              <a:rect l="l" t="t" r="r" b="b"/>
              <a:pathLst>
                <a:path w="2136" h="2074" extrusionOk="0">
                  <a:moveTo>
                    <a:pt x="501" y="1"/>
                  </a:moveTo>
                  <a:cubicBezTo>
                    <a:pt x="301" y="668"/>
                    <a:pt x="0" y="1368"/>
                    <a:pt x="301" y="2035"/>
                  </a:cubicBezTo>
                  <a:cubicBezTo>
                    <a:pt x="336" y="2033"/>
                    <a:pt x="372" y="2032"/>
                    <a:pt x="408" y="2032"/>
                  </a:cubicBezTo>
                  <a:cubicBezTo>
                    <a:pt x="635" y="2032"/>
                    <a:pt x="868" y="2073"/>
                    <a:pt x="1097" y="2073"/>
                  </a:cubicBezTo>
                  <a:cubicBezTo>
                    <a:pt x="1340" y="2073"/>
                    <a:pt x="1578" y="2027"/>
                    <a:pt x="1802" y="1835"/>
                  </a:cubicBezTo>
                  <a:cubicBezTo>
                    <a:pt x="1802" y="1602"/>
                    <a:pt x="1768" y="1368"/>
                    <a:pt x="2002" y="1201"/>
                  </a:cubicBezTo>
                  <a:cubicBezTo>
                    <a:pt x="2135" y="1068"/>
                    <a:pt x="2135" y="901"/>
                    <a:pt x="2002" y="768"/>
                  </a:cubicBezTo>
                  <a:cubicBezTo>
                    <a:pt x="1652" y="815"/>
                    <a:pt x="1391" y="846"/>
                    <a:pt x="1193" y="846"/>
                  </a:cubicBezTo>
                  <a:cubicBezTo>
                    <a:pt x="692" y="846"/>
                    <a:pt x="596" y="646"/>
                    <a:pt x="501" y="1"/>
                  </a:cubicBezTo>
                  <a:close/>
                </a:path>
              </a:pathLst>
            </a:custGeom>
            <a:solidFill>
              <a:srgbClr val="6AA1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7"/>
            <p:cNvSpPr/>
            <p:nvPr/>
          </p:nvSpPr>
          <p:spPr>
            <a:xfrm>
              <a:off x="4638475" y="4070850"/>
              <a:ext cx="15050" cy="17325"/>
            </a:xfrm>
            <a:custGeom>
              <a:avLst/>
              <a:gdLst/>
              <a:ahLst/>
              <a:cxnLst/>
              <a:rect l="l" t="t" r="r" b="b"/>
              <a:pathLst>
                <a:path w="602" h="693" extrusionOk="0">
                  <a:moveTo>
                    <a:pt x="1" y="1"/>
                  </a:moveTo>
                  <a:lnTo>
                    <a:pt x="1" y="434"/>
                  </a:lnTo>
                  <a:cubicBezTo>
                    <a:pt x="26" y="535"/>
                    <a:pt x="32" y="692"/>
                    <a:pt x="91" y="692"/>
                  </a:cubicBezTo>
                  <a:cubicBezTo>
                    <a:pt x="110" y="692"/>
                    <a:pt x="135" y="676"/>
                    <a:pt x="168" y="635"/>
                  </a:cubicBezTo>
                  <a:cubicBezTo>
                    <a:pt x="368" y="434"/>
                    <a:pt x="601" y="67"/>
                    <a:pt x="1" y="1"/>
                  </a:cubicBezTo>
                  <a:close/>
                </a:path>
              </a:pathLst>
            </a:custGeom>
            <a:solidFill>
              <a:srgbClr val="7CB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4679350" y="3812350"/>
              <a:ext cx="7525" cy="16700"/>
            </a:xfrm>
            <a:custGeom>
              <a:avLst/>
              <a:gdLst/>
              <a:ahLst/>
              <a:cxnLst/>
              <a:rect l="l" t="t" r="r" b="b"/>
              <a:pathLst>
                <a:path w="301" h="668" extrusionOk="0">
                  <a:moveTo>
                    <a:pt x="234" y="0"/>
                  </a:moveTo>
                  <a:lnTo>
                    <a:pt x="234" y="0"/>
                  </a:lnTo>
                  <a:cubicBezTo>
                    <a:pt x="0" y="167"/>
                    <a:pt x="34" y="434"/>
                    <a:pt x="34" y="667"/>
                  </a:cubicBezTo>
                  <a:cubicBezTo>
                    <a:pt x="301" y="500"/>
                    <a:pt x="234" y="267"/>
                    <a:pt x="234" y="0"/>
                  </a:cubicBezTo>
                  <a:close/>
                </a:path>
              </a:pathLst>
            </a:custGeom>
            <a:solidFill>
              <a:srgbClr val="598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4651000" y="4098100"/>
              <a:ext cx="10850" cy="5300"/>
            </a:xfrm>
            <a:custGeom>
              <a:avLst/>
              <a:gdLst/>
              <a:ahLst/>
              <a:cxnLst/>
              <a:rect l="l" t="t" r="r" b="b"/>
              <a:pathLst>
                <a:path w="434" h="212" extrusionOk="0">
                  <a:moveTo>
                    <a:pt x="293" y="0"/>
                  </a:moveTo>
                  <a:cubicBezTo>
                    <a:pt x="135" y="0"/>
                    <a:pt x="26" y="55"/>
                    <a:pt x="0" y="212"/>
                  </a:cubicBezTo>
                  <a:cubicBezTo>
                    <a:pt x="167" y="212"/>
                    <a:pt x="334" y="178"/>
                    <a:pt x="434" y="12"/>
                  </a:cubicBezTo>
                  <a:cubicBezTo>
                    <a:pt x="384" y="4"/>
                    <a:pt x="336" y="0"/>
                    <a:pt x="293" y="0"/>
                  </a:cubicBezTo>
                  <a:close/>
                </a:path>
              </a:pathLst>
            </a:custGeom>
            <a:solidFill>
              <a:srgbClr val="7CB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3772025" y="2392625"/>
              <a:ext cx="624650" cy="76325"/>
            </a:xfrm>
            <a:custGeom>
              <a:avLst/>
              <a:gdLst/>
              <a:ahLst/>
              <a:cxnLst/>
              <a:rect l="l" t="t" r="r" b="b"/>
              <a:pathLst>
                <a:path w="24986" h="3053" extrusionOk="0">
                  <a:moveTo>
                    <a:pt x="8394" y="1"/>
                  </a:moveTo>
                  <a:cubicBezTo>
                    <a:pt x="6592" y="1"/>
                    <a:pt x="4817" y="382"/>
                    <a:pt x="3070" y="382"/>
                  </a:cubicBezTo>
                  <a:cubicBezTo>
                    <a:pt x="2269" y="415"/>
                    <a:pt x="1468" y="349"/>
                    <a:pt x="735" y="682"/>
                  </a:cubicBezTo>
                  <a:cubicBezTo>
                    <a:pt x="468" y="1049"/>
                    <a:pt x="1" y="1383"/>
                    <a:pt x="301" y="1983"/>
                  </a:cubicBezTo>
                  <a:cubicBezTo>
                    <a:pt x="612" y="2217"/>
                    <a:pt x="946" y="2276"/>
                    <a:pt x="1284" y="2276"/>
                  </a:cubicBezTo>
                  <a:cubicBezTo>
                    <a:pt x="1630" y="2276"/>
                    <a:pt x="1981" y="2214"/>
                    <a:pt x="2319" y="2214"/>
                  </a:cubicBezTo>
                  <a:cubicBezTo>
                    <a:pt x="2358" y="2214"/>
                    <a:pt x="2397" y="2215"/>
                    <a:pt x="2436" y="2217"/>
                  </a:cubicBezTo>
                  <a:cubicBezTo>
                    <a:pt x="3970" y="2183"/>
                    <a:pt x="5505" y="2150"/>
                    <a:pt x="7039" y="1983"/>
                  </a:cubicBezTo>
                  <a:cubicBezTo>
                    <a:pt x="7982" y="1876"/>
                    <a:pt x="8911" y="1783"/>
                    <a:pt x="9836" y="1783"/>
                  </a:cubicBezTo>
                  <a:cubicBezTo>
                    <a:pt x="10350" y="1783"/>
                    <a:pt x="10863" y="1811"/>
                    <a:pt x="11376" y="1883"/>
                  </a:cubicBezTo>
                  <a:cubicBezTo>
                    <a:pt x="11512" y="1881"/>
                    <a:pt x="11648" y="1881"/>
                    <a:pt x="11784" y="1881"/>
                  </a:cubicBezTo>
                  <a:cubicBezTo>
                    <a:pt x="14577" y="1881"/>
                    <a:pt x="17313" y="2200"/>
                    <a:pt x="20048" y="2550"/>
                  </a:cubicBezTo>
                  <a:cubicBezTo>
                    <a:pt x="21389" y="2710"/>
                    <a:pt x="22669" y="3053"/>
                    <a:pt x="23975" y="3053"/>
                  </a:cubicBezTo>
                  <a:cubicBezTo>
                    <a:pt x="24034" y="3053"/>
                    <a:pt x="24092" y="3052"/>
                    <a:pt x="24151" y="3051"/>
                  </a:cubicBezTo>
                  <a:cubicBezTo>
                    <a:pt x="24985" y="2750"/>
                    <a:pt x="24985" y="2183"/>
                    <a:pt x="24685" y="1516"/>
                  </a:cubicBezTo>
                  <a:cubicBezTo>
                    <a:pt x="24151" y="1416"/>
                    <a:pt x="23651" y="1183"/>
                    <a:pt x="23084" y="1082"/>
                  </a:cubicBezTo>
                  <a:cubicBezTo>
                    <a:pt x="21516" y="916"/>
                    <a:pt x="20015" y="649"/>
                    <a:pt x="18481" y="415"/>
                  </a:cubicBezTo>
                  <a:cubicBezTo>
                    <a:pt x="17380" y="249"/>
                    <a:pt x="16346" y="48"/>
                    <a:pt x="15312" y="48"/>
                  </a:cubicBezTo>
                  <a:cubicBezTo>
                    <a:pt x="14261" y="48"/>
                    <a:pt x="13210" y="57"/>
                    <a:pt x="12155" y="57"/>
                  </a:cubicBezTo>
                  <a:cubicBezTo>
                    <a:pt x="11100" y="57"/>
                    <a:pt x="10041" y="48"/>
                    <a:pt x="8974" y="15"/>
                  </a:cubicBezTo>
                  <a:cubicBezTo>
                    <a:pt x="8780" y="5"/>
                    <a:pt x="8587" y="1"/>
                    <a:pt x="8394" y="1"/>
                  </a:cubicBezTo>
                  <a:close/>
                </a:path>
              </a:pathLst>
            </a:custGeom>
            <a:solidFill>
              <a:srgbClr val="DDD4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4379975" y="2429675"/>
              <a:ext cx="299400" cy="127600"/>
            </a:xfrm>
            <a:custGeom>
              <a:avLst/>
              <a:gdLst/>
              <a:ahLst/>
              <a:cxnLst/>
              <a:rect l="l" t="t" r="r" b="b"/>
              <a:pathLst>
                <a:path w="11976" h="5104" extrusionOk="0">
                  <a:moveTo>
                    <a:pt x="1201" y="1"/>
                  </a:moveTo>
                  <a:cubicBezTo>
                    <a:pt x="967" y="34"/>
                    <a:pt x="667" y="34"/>
                    <a:pt x="367" y="34"/>
                  </a:cubicBezTo>
                  <a:cubicBezTo>
                    <a:pt x="300" y="234"/>
                    <a:pt x="167" y="434"/>
                    <a:pt x="300" y="701"/>
                  </a:cubicBezTo>
                  <a:cubicBezTo>
                    <a:pt x="467" y="1035"/>
                    <a:pt x="267" y="1202"/>
                    <a:pt x="0" y="1335"/>
                  </a:cubicBezTo>
                  <a:cubicBezTo>
                    <a:pt x="100" y="1869"/>
                    <a:pt x="567" y="1769"/>
                    <a:pt x="834" y="1869"/>
                  </a:cubicBezTo>
                  <a:cubicBezTo>
                    <a:pt x="4003" y="2836"/>
                    <a:pt x="7339" y="3503"/>
                    <a:pt x="10341" y="5004"/>
                  </a:cubicBezTo>
                  <a:cubicBezTo>
                    <a:pt x="10469" y="5047"/>
                    <a:pt x="10597" y="5103"/>
                    <a:pt x="10734" y="5103"/>
                  </a:cubicBezTo>
                  <a:cubicBezTo>
                    <a:pt x="10811" y="5103"/>
                    <a:pt x="10891" y="5086"/>
                    <a:pt x="10975" y="5038"/>
                  </a:cubicBezTo>
                  <a:cubicBezTo>
                    <a:pt x="11175" y="5038"/>
                    <a:pt x="11342" y="5038"/>
                    <a:pt x="11508" y="5004"/>
                  </a:cubicBezTo>
                  <a:cubicBezTo>
                    <a:pt x="11875" y="4871"/>
                    <a:pt x="11975" y="4337"/>
                    <a:pt x="11809" y="4270"/>
                  </a:cubicBezTo>
                  <a:cubicBezTo>
                    <a:pt x="11375" y="4170"/>
                    <a:pt x="11375" y="3670"/>
                    <a:pt x="10975" y="3537"/>
                  </a:cubicBezTo>
                  <a:cubicBezTo>
                    <a:pt x="10474" y="3403"/>
                    <a:pt x="10007" y="3103"/>
                    <a:pt x="9507" y="2903"/>
                  </a:cubicBezTo>
                  <a:cubicBezTo>
                    <a:pt x="8206" y="2336"/>
                    <a:pt x="6838" y="1835"/>
                    <a:pt x="5471" y="1368"/>
                  </a:cubicBezTo>
                  <a:cubicBezTo>
                    <a:pt x="4303" y="1001"/>
                    <a:pt x="3136" y="735"/>
                    <a:pt x="2035" y="201"/>
                  </a:cubicBezTo>
                  <a:lnTo>
                    <a:pt x="1635" y="201"/>
                  </a:lnTo>
                  <a:cubicBezTo>
                    <a:pt x="1535" y="67"/>
                    <a:pt x="1334" y="101"/>
                    <a:pt x="1201" y="1"/>
                  </a:cubicBezTo>
                  <a:close/>
                </a:path>
              </a:pathLst>
            </a:custGeom>
            <a:solidFill>
              <a:srgbClr val="D8D1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4031375" y="2367975"/>
              <a:ext cx="2525" cy="4200"/>
            </a:xfrm>
            <a:custGeom>
              <a:avLst/>
              <a:gdLst/>
              <a:ahLst/>
              <a:cxnLst/>
              <a:rect l="l" t="t" r="r" b="b"/>
              <a:pathLst>
                <a:path w="101" h="168" extrusionOk="0">
                  <a:moveTo>
                    <a:pt x="68" y="0"/>
                  </a:moveTo>
                  <a:cubicBezTo>
                    <a:pt x="68" y="34"/>
                    <a:pt x="1" y="34"/>
                    <a:pt x="1" y="67"/>
                  </a:cubicBezTo>
                  <a:cubicBezTo>
                    <a:pt x="1" y="134"/>
                    <a:pt x="68" y="134"/>
                    <a:pt x="68" y="167"/>
                  </a:cubicBezTo>
                  <a:cubicBezTo>
                    <a:pt x="68" y="134"/>
                    <a:pt x="101" y="134"/>
                    <a:pt x="101" y="67"/>
                  </a:cubicBezTo>
                  <a:cubicBezTo>
                    <a:pt x="101" y="67"/>
                    <a:pt x="68" y="34"/>
                    <a:pt x="68" y="0"/>
                  </a:cubicBezTo>
                  <a:close/>
                </a:path>
              </a:pathLst>
            </a:custGeom>
            <a:solidFill>
              <a:srgbClr val="D6D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4412500" y="2429675"/>
              <a:ext cx="10025" cy="5025"/>
            </a:xfrm>
            <a:custGeom>
              <a:avLst/>
              <a:gdLst/>
              <a:ahLst/>
              <a:cxnLst/>
              <a:rect l="l" t="t" r="r" b="b"/>
              <a:pathLst>
                <a:path w="401" h="201" extrusionOk="0">
                  <a:moveTo>
                    <a:pt x="0" y="1"/>
                  </a:moveTo>
                  <a:cubicBezTo>
                    <a:pt x="67" y="168"/>
                    <a:pt x="234" y="201"/>
                    <a:pt x="400" y="201"/>
                  </a:cubicBezTo>
                  <a:cubicBezTo>
                    <a:pt x="300" y="34"/>
                    <a:pt x="167" y="1"/>
                    <a:pt x="0" y="1"/>
                  </a:cubicBez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4513400" y="2333775"/>
              <a:ext cx="3350" cy="1700"/>
            </a:xfrm>
            <a:custGeom>
              <a:avLst/>
              <a:gdLst/>
              <a:ahLst/>
              <a:cxnLst/>
              <a:rect l="l" t="t" r="r" b="b"/>
              <a:pathLst>
                <a:path w="134" h="68" extrusionOk="0">
                  <a:moveTo>
                    <a:pt x="34" y="1"/>
                  </a:moveTo>
                  <a:lnTo>
                    <a:pt x="0" y="34"/>
                  </a:lnTo>
                  <a:lnTo>
                    <a:pt x="134" y="67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3103225" y="2702375"/>
              <a:ext cx="399475" cy="1048275"/>
            </a:xfrm>
            <a:custGeom>
              <a:avLst/>
              <a:gdLst/>
              <a:ahLst/>
              <a:cxnLst/>
              <a:rect l="l" t="t" r="r" b="b"/>
              <a:pathLst>
                <a:path w="15979" h="41931" extrusionOk="0">
                  <a:moveTo>
                    <a:pt x="1401" y="1"/>
                  </a:moveTo>
                  <a:cubicBezTo>
                    <a:pt x="234" y="67"/>
                    <a:pt x="301" y="968"/>
                    <a:pt x="334" y="1702"/>
                  </a:cubicBezTo>
                  <a:cubicBezTo>
                    <a:pt x="567" y="4537"/>
                    <a:pt x="0" y="7373"/>
                    <a:pt x="200" y="10208"/>
                  </a:cubicBezTo>
                  <a:cubicBezTo>
                    <a:pt x="367" y="12876"/>
                    <a:pt x="200" y="15578"/>
                    <a:pt x="467" y="18314"/>
                  </a:cubicBezTo>
                  <a:cubicBezTo>
                    <a:pt x="567" y="18881"/>
                    <a:pt x="634" y="19481"/>
                    <a:pt x="667" y="20082"/>
                  </a:cubicBezTo>
                  <a:cubicBezTo>
                    <a:pt x="801" y="22917"/>
                    <a:pt x="734" y="25819"/>
                    <a:pt x="868" y="28654"/>
                  </a:cubicBezTo>
                  <a:cubicBezTo>
                    <a:pt x="968" y="30856"/>
                    <a:pt x="868" y="33058"/>
                    <a:pt x="968" y="35259"/>
                  </a:cubicBezTo>
                  <a:cubicBezTo>
                    <a:pt x="1001" y="36327"/>
                    <a:pt x="968" y="37261"/>
                    <a:pt x="534" y="38195"/>
                  </a:cubicBezTo>
                  <a:cubicBezTo>
                    <a:pt x="401" y="38428"/>
                    <a:pt x="501" y="38695"/>
                    <a:pt x="701" y="38862"/>
                  </a:cubicBezTo>
                  <a:cubicBezTo>
                    <a:pt x="765" y="38890"/>
                    <a:pt x="824" y="38902"/>
                    <a:pt x="880" y="38902"/>
                  </a:cubicBezTo>
                  <a:cubicBezTo>
                    <a:pt x="1089" y="38902"/>
                    <a:pt x="1258" y="38740"/>
                    <a:pt x="1468" y="38662"/>
                  </a:cubicBezTo>
                  <a:cubicBezTo>
                    <a:pt x="1535" y="38595"/>
                    <a:pt x="1568" y="38562"/>
                    <a:pt x="1668" y="38528"/>
                  </a:cubicBezTo>
                  <a:cubicBezTo>
                    <a:pt x="1735" y="38495"/>
                    <a:pt x="1868" y="38395"/>
                    <a:pt x="1968" y="38361"/>
                  </a:cubicBezTo>
                  <a:cubicBezTo>
                    <a:pt x="2035" y="38328"/>
                    <a:pt x="2135" y="38261"/>
                    <a:pt x="2169" y="38228"/>
                  </a:cubicBezTo>
                  <a:cubicBezTo>
                    <a:pt x="2202" y="38195"/>
                    <a:pt x="2302" y="38161"/>
                    <a:pt x="2335" y="38095"/>
                  </a:cubicBezTo>
                  <a:cubicBezTo>
                    <a:pt x="2369" y="38061"/>
                    <a:pt x="2469" y="38028"/>
                    <a:pt x="2469" y="37928"/>
                  </a:cubicBezTo>
                  <a:cubicBezTo>
                    <a:pt x="2636" y="37694"/>
                    <a:pt x="2902" y="37694"/>
                    <a:pt x="3136" y="37594"/>
                  </a:cubicBezTo>
                  <a:cubicBezTo>
                    <a:pt x="3441" y="37492"/>
                    <a:pt x="3685" y="37437"/>
                    <a:pt x="3888" y="37437"/>
                  </a:cubicBezTo>
                  <a:cubicBezTo>
                    <a:pt x="4350" y="37437"/>
                    <a:pt x="4603" y="37723"/>
                    <a:pt x="4904" y="38395"/>
                  </a:cubicBezTo>
                  <a:lnTo>
                    <a:pt x="5304" y="39162"/>
                  </a:lnTo>
                  <a:cubicBezTo>
                    <a:pt x="5533" y="39599"/>
                    <a:pt x="5697" y="39790"/>
                    <a:pt x="5975" y="39790"/>
                  </a:cubicBezTo>
                  <a:cubicBezTo>
                    <a:pt x="6142" y="39790"/>
                    <a:pt x="6350" y="39721"/>
                    <a:pt x="6638" y="39596"/>
                  </a:cubicBezTo>
                  <a:cubicBezTo>
                    <a:pt x="7172" y="39395"/>
                    <a:pt x="7672" y="38995"/>
                    <a:pt x="8240" y="38862"/>
                  </a:cubicBezTo>
                  <a:cubicBezTo>
                    <a:pt x="8506" y="38728"/>
                    <a:pt x="8707" y="38595"/>
                    <a:pt x="8907" y="38428"/>
                  </a:cubicBezTo>
                  <a:cubicBezTo>
                    <a:pt x="9007" y="38395"/>
                    <a:pt x="9040" y="38395"/>
                    <a:pt x="9140" y="38395"/>
                  </a:cubicBezTo>
                  <a:cubicBezTo>
                    <a:pt x="9201" y="38385"/>
                    <a:pt x="9261" y="38381"/>
                    <a:pt x="9322" y="38381"/>
                  </a:cubicBezTo>
                  <a:cubicBezTo>
                    <a:pt x="9694" y="38381"/>
                    <a:pt x="10063" y="38537"/>
                    <a:pt x="10408" y="38595"/>
                  </a:cubicBezTo>
                  <a:cubicBezTo>
                    <a:pt x="10474" y="38695"/>
                    <a:pt x="10474" y="38728"/>
                    <a:pt x="10474" y="38828"/>
                  </a:cubicBezTo>
                  <a:lnTo>
                    <a:pt x="10675" y="39029"/>
                  </a:lnTo>
                  <a:cubicBezTo>
                    <a:pt x="11142" y="39429"/>
                    <a:pt x="11542" y="39862"/>
                    <a:pt x="11575" y="40530"/>
                  </a:cubicBezTo>
                  <a:cubicBezTo>
                    <a:pt x="11604" y="40699"/>
                    <a:pt x="11680" y="40845"/>
                    <a:pt x="11885" y="40845"/>
                  </a:cubicBezTo>
                  <a:cubicBezTo>
                    <a:pt x="11922" y="40845"/>
                    <a:pt x="11963" y="40840"/>
                    <a:pt x="12009" y="40830"/>
                  </a:cubicBezTo>
                  <a:cubicBezTo>
                    <a:pt x="12643" y="40696"/>
                    <a:pt x="13243" y="40430"/>
                    <a:pt x="13910" y="40430"/>
                  </a:cubicBezTo>
                  <a:cubicBezTo>
                    <a:pt x="14677" y="40663"/>
                    <a:pt x="14411" y="41564"/>
                    <a:pt x="14911" y="41931"/>
                  </a:cubicBezTo>
                  <a:cubicBezTo>
                    <a:pt x="15311" y="41730"/>
                    <a:pt x="15144" y="41397"/>
                    <a:pt x="15144" y="41163"/>
                  </a:cubicBezTo>
                  <a:cubicBezTo>
                    <a:pt x="15144" y="39562"/>
                    <a:pt x="14878" y="37994"/>
                    <a:pt x="14878" y="36393"/>
                  </a:cubicBezTo>
                  <a:cubicBezTo>
                    <a:pt x="14878" y="36026"/>
                    <a:pt x="14744" y="35659"/>
                    <a:pt x="15011" y="35292"/>
                  </a:cubicBezTo>
                  <a:cubicBezTo>
                    <a:pt x="15311" y="34859"/>
                    <a:pt x="15978" y="34292"/>
                    <a:pt x="14744" y="34158"/>
                  </a:cubicBezTo>
                  <a:cubicBezTo>
                    <a:pt x="14644" y="34158"/>
                    <a:pt x="14677" y="33891"/>
                    <a:pt x="14711" y="33791"/>
                  </a:cubicBezTo>
                  <a:cubicBezTo>
                    <a:pt x="14911" y="33024"/>
                    <a:pt x="14677" y="32324"/>
                    <a:pt x="14377" y="31657"/>
                  </a:cubicBezTo>
                  <a:cubicBezTo>
                    <a:pt x="14244" y="31356"/>
                    <a:pt x="14077" y="30889"/>
                    <a:pt x="14411" y="30789"/>
                  </a:cubicBezTo>
                  <a:cubicBezTo>
                    <a:pt x="15578" y="30322"/>
                    <a:pt x="14944" y="29855"/>
                    <a:pt x="14477" y="29455"/>
                  </a:cubicBezTo>
                  <a:cubicBezTo>
                    <a:pt x="13910" y="28988"/>
                    <a:pt x="13877" y="28521"/>
                    <a:pt x="14177" y="27921"/>
                  </a:cubicBezTo>
                  <a:cubicBezTo>
                    <a:pt x="14411" y="27387"/>
                    <a:pt x="14811" y="26886"/>
                    <a:pt x="14644" y="26253"/>
                  </a:cubicBezTo>
                  <a:cubicBezTo>
                    <a:pt x="14577" y="26186"/>
                    <a:pt x="14511" y="26153"/>
                    <a:pt x="14411" y="26053"/>
                  </a:cubicBezTo>
                  <a:cubicBezTo>
                    <a:pt x="14077" y="26053"/>
                    <a:pt x="13910" y="26253"/>
                    <a:pt x="13677" y="26353"/>
                  </a:cubicBezTo>
                  <a:cubicBezTo>
                    <a:pt x="12876" y="25185"/>
                    <a:pt x="13343" y="23751"/>
                    <a:pt x="13043" y="22417"/>
                  </a:cubicBezTo>
                  <a:lnTo>
                    <a:pt x="12843" y="22417"/>
                  </a:lnTo>
                  <a:cubicBezTo>
                    <a:pt x="12843" y="22417"/>
                    <a:pt x="12809" y="22383"/>
                    <a:pt x="12809" y="22350"/>
                  </a:cubicBezTo>
                  <a:cubicBezTo>
                    <a:pt x="12743" y="22317"/>
                    <a:pt x="12809" y="22250"/>
                    <a:pt x="12843" y="22216"/>
                  </a:cubicBezTo>
                  <a:lnTo>
                    <a:pt x="13043" y="22016"/>
                  </a:lnTo>
                  <a:cubicBezTo>
                    <a:pt x="13310" y="21816"/>
                    <a:pt x="12976" y="21583"/>
                    <a:pt x="13043" y="21383"/>
                  </a:cubicBezTo>
                  <a:lnTo>
                    <a:pt x="13143" y="21316"/>
                  </a:lnTo>
                  <a:cubicBezTo>
                    <a:pt x="13910" y="20248"/>
                    <a:pt x="13910" y="20248"/>
                    <a:pt x="12676" y="19915"/>
                  </a:cubicBezTo>
                  <a:cubicBezTo>
                    <a:pt x="12576" y="19248"/>
                    <a:pt x="12976" y="18981"/>
                    <a:pt x="13643" y="18881"/>
                  </a:cubicBezTo>
                  <a:cubicBezTo>
                    <a:pt x="13510" y="18847"/>
                    <a:pt x="13377" y="18814"/>
                    <a:pt x="13310" y="18814"/>
                  </a:cubicBezTo>
                  <a:cubicBezTo>
                    <a:pt x="12576" y="18714"/>
                    <a:pt x="12576" y="18714"/>
                    <a:pt x="12576" y="18013"/>
                  </a:cubicBezTo>
                  <a:cubicBezTo>
                    <a:pt x="12576" y="17813"/>
                    <a:pt x="12543" y="17580"/>
                    <a:pt x="12576" y="17380"/>
                  </a:cubicBezTo>
                  <a:cubicBezTo>
                    <a:pt x="12640" y="17220"/>
                    <a:pt x="12520" y="16877"/>
                    <a:pt x="12861" y="16877"/>
                  </a:cubicBezTo>
                  <a:cubicBezTo>
                    <a:pt x="12876" y="16877"/>
                    <a:pt x="12892" y="16878"/>
                    <a:pt x="12910" y="16879"/>
                  </a:cubicBezTo>
                  <a:cubicBezTo>
                    <a:pt x="13010" y="16992"/>
                    <a:pt x="13119" y="17034"/>
                    <a:pt x="13212" y="17034"/>
                  </a:cubicBezTo>
                  <a:cubicBezTo>
                    <a:pt x="13366" y="17034"/>
                    <a:pt x="13472" y="16917"/>
                    <a:pt x="13410" y="16813"/>
                  </a:cubicBezTo>
                  <a:cubicBezTo>
                    <a:pt x="13243" y="16479"/>
                    <a:pt x="13377" y="15912"/>
                    <a:pt x="12809" y="15845"/>
                  </a:cubicBezTo>
                  <a:cubicBezTo>
                    <a:pt x="12676" y="15812"/>
                    <a:pt x="12509" y="15645"/>
                    <a:pt x="12576" y="15545"/>
                  </a:cubicBezTo>
                  <a:cubicBezTo>
                    <a:pt x="13010" y="15145"/>
                    <a:pt x="12543" y="14911"/>
                    <a:pt x="12476" y="14644"/>
                  </a:cubicBezTo>
                  <a:cubicBezTo>
                    <a:pt x="12342" y="14244"/>
                    <a:pt x="12910" y="14044"/>
                    <a:pt x="12643" y="13677"/>
                  </a:cubicBezTo>
                  <a:cubicBezTo>
                    <a:pt x="12876" y="13410"/>
                    <a:pt x="12676" y="13143"/>
                    <a:pt x="12743" y="12876"/>
                  </a:cubicBezTo>
                  <a:cubicBezTo>
                    <a:pt x="12743" y="12810"/>
                    <a:pt x="12709" y="12676"/>
                    <a:pt x="12676" y="12576"/>
                  </a:cubicBezTo>
                  <a:cubicBezTo>
                    <a:pt x="12575" y="12505"/>
                    <a:pt x="12455" y="12487"/>
                    <a:pt x="12334" y="12487"/>
                  </a:cubicBezTo>
                  <a:cubicBezTo>
                    <a:pt x="12199" y="12487"/>
                    <a:pt x="12062" y="12510"/>
                    <a:pt x="11946" y="12510"/>
                  </a:cubicBezTo>
                  <a:cubicBezTo>
                    <a:pt x="11823" y="12510"/>
                    <a:pt x="11723" y="12484"/>
                    <a:pt x="11675" y="12376"/>
                  </a:cubicBezTo>
                  <a:cubicBezTo>
                    <a:pt x="11455" y="11800"/>
                    <a:pt x="11114" y="11671"/>
                    <a:pt x="10740" y="11671"/>
                  </a:cubicBezTo>
                  <a:cubicBezTo>
                    <a:pt x="10439" y="11671"/>
                    <a:pt x="10118" y="11754"/>
                    <a:pt x="9820" y="11754"/>
                  </a:cubicBezTo>
                  <a:cubicBezTo>
                    <a:pt x="9759" y="11754"/>
                    <a:pt x="9699" y="11751"/>
                    <a:pt x="9641" y="11742"/>
                  </a:cubicBezTo>
                  <a:cubicBezTo>
                    <a:pt x="9307" y="11909"/>
                    <a:pt x="9040" y="12209"/>
                    <a:pt x="9007" y="12543"/>
                  </a:cubicBezTo>
                  <a:cubicBezTo>
                    <a:pt x="8913" y="13270"/>
                    <a:pt x="8555" y="13436"/>
                    <a:pt x="8108" y="13436"/>
                  </a:cubicBezTo>
                  <a:cubicBezTo>
                    <a:pt x="7919" y="13436"/>
                    <a:pt x="7714" y="13407"/>
                    <a:pt x="7506" y="13377"/>
                  </a:cubicBezTo>
                  <a:cubicBezTo>
                    <a:pt x="6672" y="13377"/>
                    <a:pt x="6171" y="13810"/>
                    <a:pt x="5905" y="14711"/>
                  </a:cubicBezTo>
                  <a:cubicBezTo>
                    <a:pt x="5838" y="14077"/>
                    <a:pt x="5471" y="14044"/>
                    <a:pt x="5071" y="14044"/>
                  </a:cubicBezTo>
                  <a:cubicBezTo>
                    <a:pt x="5004" y="14044"/>
                    <a:pt x="4904" y="14144"/>
                    <a:pt x="4870" y="14211"/>
                  </a:cubicBezTo>
                  <a:cubicBezTo>
                    <a:pt x="4707" y="14364"/>
                    <a:pt x="4569" y="14424"/>
                    <a:pt x="4449" y="14424"/>
                  </a:cubicBezTo>
                  <a:cubicBezTo>
                    <a:pt x="4153" y="14424"/>
                    <a:pt x="3969" y="14058"/>
                    <a:pt x="3803" y="13844"/>
                  </a:cubicBezTo>
                  <a:cubicBezTo>
                    <a:pt x="3611" y="13597"/>
                    <a:pt x="3453" y="13497"/>
                    <a:pt x="3315" y="13497"/>
                  </a:cubicBezTo>
                  <a:cubicBezTo>
                    <a:pt x="3117" y="13497"/>
                    <a:pt x="2959" y="13702"/>
                    <a:pt x="2802" y="13977"/>
                  </a:cubicBezTo>
                  <a:cubicBezTo>
                    <a:pt x="2302" y="16379"/>
                    <a:pt x="2736" y="18847"/>
                    <a:pt x="2836" y="21249"/>
                  </a:cubicBezTo>
                  <a:cubicBezTo>
                    <a:pt x="3036" y="21883"/>
                    <a:pt x="3036" y="22517"/>
                    <a:pt x="2902" y="23150"/>
                  </a:cubicBezTo>
                  <a:cubicBezTo>
                    <a:pt x="2902" y="23251"/>
                    <a:pt x="2902" y="23351"/>
                    <a:pt x="2969" y="23484"/>
                  </a:cubicBezTo>
                  <a:cubicBezTo>
                    <a:pt x="3169" y="26386"/>
                    <a:pt x="3336" y="29355"/>
                    <a:pt x="3002" y="32324"/>
                  </a:cubicBezTo>
                  <a:cubicBezTo>
                    <a:pt x="2736" y="31356"/>
                    <a:pt x="2802" y="30356"/>
                    <a:pt x="2736" y="29388"/>
                  </a:cubicBezTo>
                  <a:cubicBezTo>
                    <a:pt x="2402" y="25085"/>
                    <a:pt x="2002" y="20815"/>
                    <a:pt x="2035" y="16512"/>
                  </a:cubicBezTo>
                  <a:cubicBezTo>
                    <a:pt x="2068" y="11809"/>
                    <a:pt x="1968" y="7139"/>
                    <a:pt x="1835" y="2402"/>
                  </a:cubicBezTo>
                  <a:cubicBezTo>
                    <a:pt x="1835" y="1702"/>
                    <a:pt x="1835" y="1001"/>
                    <a:pt x="1668" y="301"/>
                  </a:cubicBezTo>
                  <a:cubicBezTo>
                    <a:pt x="1635" y="167"/>
                    <a:pt x="1535" y="67"/>
                    <a:pt x="1401" y="1"/>
                  </a:cubicBez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3078200" y="3812175"/>
              <a:ext cx="365750" cy="511375"/>
            </a:xfrm>
            <a:custGeom>
              <a:avLst/>
              <a:gdLst/>
              <a:ahLst/>
              <a:cxnLst/>
              <a:rect l="l" t="t" r="r" b="b"/>
              <a:pathLst>
                <a:path w="14630" h="20455" extrusionOk="0">
                  <a:moveTo>
                    <a:pt x="13033" y="0"/>
                  </a:moveTo>
                  <a:cubicBezTo>
                    <a:pt x="13022" y="0"/>
                    <a:pt x="13015" y="2"/>
                    <a:pt x="13010" y="7"/>
                  </a:cubicBezTo>
                  <a:cubicBezTo>
                    <a:pt x="12510" y="507"/>
                    <a:pt x="11642" y="407"/>
                    <a:pt x="11309" y="1275"/>
                  </a:cubicBezTo>
                  <a:cubicBezTo>
                    <a:pt x="10908" y="2242"/>
                    <a:pt x="10408" y="3176"/>
                    <a:pt x="9708" y="3977"/>
                  </a:cubicBezTo>
                  <a:cubicBezTo>
                    <a:pt x="9407" y="3843"/>
                    <a:pt x="9574" y="3576"/>
                    <a:pt x="9341" y="3409"/>
                  </a:cubicBezTo>
                  <a:cubicBezTo>
                    <a:pt x="8807" y="3977"/>
                    <a:pt x="8006" y="4410"/>
                    <a:pt x="7973" y="5344"/>
                  </a:cubicBezTo>
                  <a:cubicBezTo>
                    <a:pt x="7973" y="5511"/>
                    <a:pt x="7706" y="5678"/>
                    <a:pt x="7573" y="5845"/>
                  </a:cubicBezTo>
                  <a:cubicBezTo>
                    <a:pt x="7306" y="6245"/>
                    <a:pt x="7006" y="6645"/>
                    <a:pt x="6906" y="7145"/>
                  </a:cubicBezTo>
                  <a:cubicBezTo>
                    <a:pt x="6872" y="7646"/>
                    <a:pt x="6572" y="8313"/>
                    <a:pt x="6205" y="8480"/>
                  </a:cubicBezTo>
                  <a:cubicBezTo>
                    <a:pt x="5338" y="8913"/>
                    <a:pt x="4904" y="9781"/>
                    <a:pt x="4137" y="10248"/>
                  </a:cubicBezTo>
                  <a:cubicBezTo>
                    <a:pt x="3803" y="10414"/>
                    <a:pt x="3737" y="10748"/>
                    <a:pt x="3670" y="11015"/>
                  </a:cubicBezTo>
                  <a:cubicBezTo>
                    <a:pt x="3503" y="11749"/>
                    <a:pt x="3069" y="12349"/>
                    <a:pt x="2502" y="12749"/>
                  </a:cubicBezTo>
                  <a:cubicBezTo>
                    <a:pt x="1835" y="13183"/>
                    <a:pt x="1635" y="13750"/>
                    <a:pt x="1668" y="14451"/>
                  </a:cubicBezTo>
                  <a:cubicBezTo>
                    <a:pt x="1702" y="15318"/>
                    <a:pt x="1402" y="16085"/>
                    <a:pt x="1001" y="16852"/>
                  </a:cubicBezTo>
                  <a:cubicBezTo>
                    <a:pt x="568" y="17686"/>
                    <a:pt x="67" y="18487"/>
                    <a:pt x="1" y="19454"/>
                  </a:cubicBezTo>
                  <a:cubicBezTo>
                    <a:pt x="234" y="19621"/>
                    <a:pt x="534" y="19621"/>
                    <a:pt x="835" y="19621"/>
                  </a:cubicBezTo>
                  <a:cubicBezTo>
                    <a:pt x="1103" y="19590"/>
                    <a:pt x="1367" y="19577"/>
                    <a:pt x="1629" y="19577"/>
                  </a:cubicBezTo>
                  <a:cubicBezTo>
                    <a:pt x="2477" y="19577"/>
                    <a:pt x="3304" y="19711"/>
                    <a:pt x="4170" y="19788"/>
                  </a:cubicBezTo>
                  <a:cubicBezTo>
                    <a:pt x="4237" y="19821"/>
                    <a:pt x="4337" y="19855"/>
                    <a:pt x="4470" y="19855"/>
                  </a:cubicBezTo>
                  <a:cubicBezTo>
                    <a:pt x="5171" y="19921"/>
                    <a:pt x="5705" y="20455"/>
                    <a:pt x="6405" y="20455"/>
                  </a:cubicBezTo>
                  <a:cubicBezTo>
                    <a:pt x="6539" y="20322"/>
                    <a:pt x="6672" y="20155"/>
                    <a:pt x="6772" y="20021"/>
                  </a:cubicBezTo>
                  <a:cubicBezTo>
                    <a:pt x="6772" y="19855"/>
                    <a:pt x="6839" y="19754"/>
                    <a:pt x="7006" y="19621"/>
                  </a:cubicBezTo>
                  <a:cubicBezTo>
                    <a:pt x="7006" y="19454"/>
                    <a:pt x="7006" y="19287"/>
                    <a:pt x="7172" y="19154"/>
                  </a:cubicBezTo>
                  <a:cubicBezTo>
                    <a:pt x="7239" y="18820"/>
                    <a:pt x="7339" y="18520"/>
                    <a:pt x="7573" y="18287"/>
                  </a:cubicBezTo>
                  <a:cubicBezTo>
                    <a:pt x="7606" y="17953"/>
                    <a:pt x="7739" y="17620"/>
                    <a:pt x="8006" y="17419"/>
                  </a:cubicBezTo>
                  <a:cubicBezTo>
                    <a:pt x="8006" y="17253"/>
                    <a:pt x="8006" y="17086"/>
                    <a:pt x="8173" y="16952"/>
                  </a:cubicBezTo>
                  <a:cubicBezTo>
                    <a:pt x="8340" y="16285"/>
                    <a:pt x="8540" y="15685"/>
                    <a:pt x="9007" y="15185"/>
                  </a:cubicBezTo>
                  <a:cubicBezTo>
                    <a:pt x="9241" y="14484"/>
                    <a:pt x="9541" y="13817"/>
                    <a:pt x="10008" y="13250"/>
                  </a:cubicBezTo>
                  <a:cubicBezTo>
                    <a:pt x="10008" y="13083"/>
                    <a:pt x="10041" y="12916"/>
                    <a:pt x="10208" y="12816"/>
                  </a:cubicBezTo>
                  <a:cubicBezTo>
                    <a:pt x="10341" y="12182"/>
                    <a:pt x="10575" y="11582"/>
                    <a:pt x="10875" y="11015"/>
                  </a:cubicBezTo>
                  <a:cubicBezTo>
                    <a:pt x="10875" y="10515"/>
                    <a:pt x="11075" y="10114"/>
                    <a:pt x="11475" y="9747"/>
                  </a:cubicBezTo>
                  <a:cubicBezTo>
                    <a:pt x="11475" y="9347"/>
                    <a:pt x="11576" y="9080"/>
                    <a:pt x="11876" y="8847"/>
                  </a:cubicBezTo>
                  <a:cubicBezTo>
                    <a:pt x="11842" y="8313"/>
                    <a:pt x="12309" y="7913"/>
                    <a:pt x="12343" y="7412"/>
                  </a:cubicBezTo>
                  <a:cubicBezTo>
                    <a:pt x="11809" y="6512"/>
                    <a:pt x="13177" y="5945"/>
                    <a:pt x="12743" y="5077"/>
                  </a:cubicBezTo>
                  <a:cubicBezTo>
                    <a:pt x="12710" y="5011"/>
                    <a:pt x="12910" y="4911"/>
                    <a:pt x="13010" y="4777"/>
                  </a:cubicBezTo>
                  <a:cubicBezTo>
                    <a:pt x="13644" y="4010"/>
                    <a:pt x="14144" y="3243"/>
                    <a:pt x="13810" y="2175"/>
                  </a:cubicBezTo>
                  <a:cubicBezTo>
                    <a:pt x="13721" y="1967"/>
                    <a:pt x="13791" y="1731"/>
                    <a:pt x="13974" y="1731"/>
                  </a:cubicBezTo>
                  <a:cubicBezTo>
                    <a:pt x="13996" y="1731"/>
                    <a:pt x="14019" y="1735"/>
                    <a:pt x="14044" y="1742"/>
                  </a:cubicBezTo>
                  <a:cubicBezTo>
                    <a:pt x="14089" y="1747"/>
                    <a:pt x="14130" y="1749"/>
                    <a:pt x="14167" y="1749"/>
                  </a:cubicBezTo>
                  <a:cubicBezTo>
                    <a:pt x="14630" y="1749"/>
                    <a:pt x="14542" y="1383"/>
                    <a:pt x="14511" y="1074"/>
                  </a:cubicBezTo>
                  <a:cubicBezTo>
                    <a:pt x="14511" y="808"/>
                    <a:pt x="14411" y="507"/>
                    <a:pt x="14378" y="274"/>
                  </a:cubicBezTo>
                  <a:cubicBezTo>
                    <a:pt x="14137" y="314"/>
                    <a:pt x="13871" y="560"/>
                    <a:pt x="13640" y="560"/>
                  </a:cubicBezTo>
                  <a:cubicBezTo>
                    <a:pt x="13488" y="560"/>
                    <a:pt x="13350" y="452"/>
                    <a:pt x="13243" y="107"/>
                  </a:cubicBezTo>
                  <a:cubicBezTo>
                    <a:pt x="13243" y="78"/>
                    <a:pt x="13095" y="0"/>
                    <a:pt x="13033" y="0"/>
                  </a:cubicBezTo>
                  <a:close/>
                </a:path>
              </a:pathLst>
            </a:custGeom>
            <a:solidFill>
              <a:srgbClr val="FFA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3107400" y="3650550"/>
              <a:ext cx="129275" cy="475400"/>
            </a:xfrm>
            <a:custGeom>
              <a:avLst/>
              <a:gdLst/>
              <a:ahLst/>
              <a:cxnLst/>
              <a:rect l="l" t="t" r="r" b="b"/>
              <a:pathLst>
                <a:path w="5171" h="19016" extrusionOk="0">
                  <a:moveTo>
                    <a:pt x="2368" y="1"/>
                  </a:moveTo>
                  <a:cubicBezTo>
                    <a:pt x="2302" y="1"/>
                    <a:pt x="2202" y="67"/>
                    <a:pt x="2168" y="67"/>
                  </a:cubicBezTo>
                  <a:cubicBezTo>
                    <a:pt x="2068" y="101"/>
                    <a:pt x="2002" y="201"/>
                    <a:pt x="2035" y="234"/>
                  </a:cubicBezTo>
                  <a:cubicBezTo>
                    <a:pt x="1968" y="401"/>
                    <a:pt x="1735" y="334"/>
                    <a:pt x="1635" y="468"/>
                  </a:cubicBezTo>
                  <a:cubicBezTo>
                    <a:pt x="1234" y="768"/>
                    <a:pt x="901" y="1135"/>
                    <a:pt x="434" y="1268"/>
                  </a:cubicBezTo>
                  <a:cubicBezTo>
                    <a:pt x="400" y="1302"/>
                    <a:pt x="400" y="1335"/>
                    <a:pt x="367" y="1402"/>
                  </a:cubicBezTo>
                  <a:cubicBezTo>
                    <a:pt x="400" y="1735"/>
                    <a:pt x="334" y="2136"/>
                    <a:pt x="434" y="2436"/>
                  </a:cubicBezTo>
                  <a:cubicBezTo>
                    <a:pt x="734" y="3003"/>
                    <a:pt x="500" y="3570"/>
                    <a:pt x="334" y="4070"/>
                  </a:cubicBezTo>
                  <a:cubicBezTo>
                    <a:pt x="200" y="4437"/>
                    <a:pt x="167" y="4771"/>
                    <a:pt x="100" y="5138"/>
                  </a:cubicBezTo>
                  <a:cubicBezTo>
                    <a:pt x="0" y="6072"/>
                    <a:pt x="200" y="7006"/>
                    <a:pt x="200" y="7940"/>
                  </a:cubicBezTo>
                  <a:cubicBezTo>
                    <a:pt x="167" y="9307"/>
                    <a:pt x="500" y="10675"/>
                    <a:pt x="1768" y="11509"/>
                  </a:cubicBezTo>
                  <a:cubicBezTo>
                    <a:pt x="1668" y="11742"/>
                    <a:pt x="1635" y="11909"/>
                    <a:pt x="1501" y="12009"/>
                  </a:cubicBezTo>
                  <a:cubicBezTo>
                    <a:pt x="534" y="13010"/>
                    <a:pt x="534" y="14144"/>
                    <a:pt x="1068" y="15312"/>
                  </a:cubicBezTo>
                  <a:cubicBezTo>
                    <a:pt x="1268" y="15779"/>
                    <a:pt x="1234" y="16246"/>
                    <a:pt x="867" y="16613"/>
                  </a:cubicBezTo>
                  <a:cubicBezTo>
                    <a:pt x="200" y="17313"/>
                    <a:pt x="334" y="18147"/>
                    <a:pt x="601" y="18948"/>
                  </a:cubicBezTo>
                  <a:cubicBezTo>
                    <a:pt x="772" y="18992"/>
                    <a:pt x="928" y="19015"/>
                    <a:pt x="1070" y="19015"/>
                  </a:cubicBezTo>
                  <a:cubicBezTo>
                    <a:pt x="1566" y="19015"/>
                    <a:pt x="1894" y="18736"/>
                    <a:pt x="2102" y="18114"/>
                  </a:cubicBezTo>
                  <a:cubicBezTo>
                    <a:pt x="2335" y="17580"/>
                    <a:pt x="2669" y="16980"/>
                    <a:pt x="3102" y="16513"/>
                  </a:cubicBezTo>
                  <a:cubicBezTo>
                    <a:pt x="3469" y="15579"/>
                    <a:pt x="4070" y="14778"/>
                    <a:pt x="4537" y="13911"/>
                  </a:cubicBezTo>
                  <a:cubicBezTo>
                    <a:pt x="4070" y="13244"/>
                    <a:pt x="4303" y="12576"/>
                    <a:pt x="4737" y="12076"/>
                  </a:cubicBezTo>
                  <a:cubicBezTo>
                    <a:pt x="5170" y="11609"/>
                    <a:pt x="5104" y="11209"/>
                    <a:pt x="4837" y="10742"/>
                  </a:cubicBezTo>
                  <a:cubicBezTo>
                    <a:pt x="4403" y="10041"/>
                    <a:pt x="4036" y="9307"/>
                    <a:pt x="4370" y="8440"/>
                  </a:cubicBezTo>
                  <a:cubicBezTo>
                    <a:pt x="4437" y="8173"/>
                    <a:pt x="4337" y="7906"/>
                    <a:pt x="4236" y="7606"/>
                  </a:cubicBezTo>
                  <a:cubicBezTo>
                    <a:pt x="4136" y="6972"/>
                    <a:pt x="3769" y="6272"/>
                    <a:pt x="4003" y="5772"/>
                  </a:cubicBezTo>
                  <a:cubicBezTo>
                    <a:pt x="4303" y="4971"/>
                    <a:pt x="3703" y="4204"/>
                    <a:pt x="4170" y="3437"/>
                  </a:cubicBezTo>
                  <a:cubicBezTo>
                    <a:pt x="4303" y="3170"/>
                    <a:pt x="3903" y="2936"/>
                    <a:pt x="3669" y="2803"/>
                  </a:cubicBezTo>
                  <a:cubicBezTo>
                    <a:pt x="3469" y="2736"/>
                    <a:pt x="3136" y="2736"/>
                    <a:pt x="3169" y="2469"/>
                  </a:cubicBezTo>
                  <a:cubicBezTo>
                    <a:pt x="3202" y="1735"/>
                    <a:pt x="2502" y="1168"/>
                    <a:pt x="2702" y="401"/>
                  </a:cubicBezTo>
                  <a:cubicBezTo>
                    <a:pt x="2802" y="134"/>
                    <a:pt x="2669" y="1"/>
                    <a:pt x="2368" y="1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3437625" y="3358675"/>
              <a:ext cx="56725" cy="397875"/>
            </a:xfrm>
            <a:custGeom>
              <a:avLst/>
              <a:gdLst/>
              <a:ahLst/>
              <a:cxnLst/>
              <a:rect l="l" t="t" r="r" b="b"/>
              <a:pathLst>
                <a:path w="2269" h="15915" extrusionOk="0">
                  <a:moveTo>
                    <a:pt x="1201" y="1"/>
                  </a:moveTo>
                  <a:cubicBezTo>
                    <a:pt x="968" y="568"/>
                    <a:pt x="834" y="1202"/>
                    <a:pt x="434" y="1669"/>
                  </a:cubicBezTo>
                  <a:cubicBezTo>
                    <a:pt x="1" y="2169"/>
                    <a:pt x="267" y="2936"/>
                    <a:pt x="868" y="3303"/>
                  </a:cubicBezTo>
                  <a:cubicBezTo>
                    <a:pt x="1168" y="3503"/>
                    <a:pt x="1468" y="3670"/>
                    <a:pt x="1435" y="4137"/>
                  </a:cubicBezTo>
                  <a:cubicBezTo>
                    <a:pt x="1274" y="4137"/>
                    <a:pt x="1082" y="4083"/>
                    <a:pt x="915" y="4083"/>
                  </a:cubicBezTo>
                  <a:cubicBezTo>
                    <a:pt x="736" y="4083"/>
                    <a:pt x="586" y="4145"/>
                    <a:pt x="534" y="4404"/>
                  </a:cubicBezTo>
                  <a:cubicBezTo>
                    <a:pt x="468" y="4804"/>
                    <a:pt x="434" y="5371"/>
                    <a:pt x="768" y="5705"/>
                  </a:cubicBezTo>
                  <a:cubicBezTo>
                    <a:pt x="968" y="5905"/>
                    <a:pt x="1001" y="5938"/>
                    <a:pt x="834" y="6205"/>
                  </a:cubicBezTo>
                  <a:cubicBezTo>
                    <a:pt x="668" y="6405"/>
                    <a:pt x="801" y="6605"/>
                    <a:pt x="1035" y="6672"/>
                  </a:cubicBezTo>
                  <a:cubicBezTo>
                    <a:pt x="1135" y="6672"/>
                    <a:pt x="1335" y="6806"/>
                    <a:pt x="1168" y="6839"/>
                  </a:cubicBezTo>
                  <a:cubicBezTo>
                    <a:pt x="367" y="7139"/>
                    <a:pt x="1435" y="7740"/>
                    <a:pt x="935" y="8073"/>
                  </a:cubicBezTo>
                  <a:cubicBezTo>
                    <a:pt x="868" y="8106"/>
                    <a:pt x="868" y="8340"/>
                    <a:pt x="1001" y="8440"/>
                  </a:cubicBezTo>
                  <a:cubicBezTo>
                    <a:pt x="1044" y="8468"/>
                    <a:pt x="1083" y="8480"/>
                    <a:pt x="1120" y="8480"/>
                  </a:cubicBezTo>
                  <a:cubicBezTo>
                    <a:pt x="1257" y="8480"/>
                    <a:pt x="1356" y="8319"/>
                    <a:pt x="1435" y="8240"/>
                  </a:cubicBezTo>
                  <a:cubicBezTo>
                    <a:pt x="1485" y="8139"/>
                    <a:pt x="1555" y="8038"/>
                    <a:pt x="1672" y="8038"/>
                  </a:cubicBezTo>
                  <a:cubicBezTo>
                    <a:pt x="1710" y="8038"/>
                    <a:pt x="1753" y="8049"/>
                    <a:pt x="1802" y="8073"/>
                  </a:cubicBezTo>
                  <a:cubicBezTo>
                    <a:pt x="1969" y="8440"/>
                    <a:pt x="1768" y="8640"/>
                    <a:pt x="1435" y="8774"/>
                  </a:cubicBezTo>
                  <a:cubicBezTo>
                    <a:pt x="1168" y="8840"/>
                    <a:pt x="1035" y="8974"/>
                    <a:pt x="1101" y="9241"/>
                  </a:cubicBezTo>
                  <a:cubicBezTo>
                    <a:pt x="1435" y="10742"/>
                    <a:pt x="1135" y="12310"/>
                    <a:pt x="1535" y="13811"/>
                  </a:cubicBezTo>
                  <a:cubicBezTo>
                    <a:pt x="1702" y="14311"/>
                    <a:pt x="1635" y="14911"/>
                    <a:pt x="1635" y="15545"/>
                  </a:cubicBezTo>
                  <a:cubicBezTo>
                    <a:pt x="1168" y="15045"/>
                    <a:pt x="1368" y="14211"/>
                    <a:pt x="534" y="14211"/>
                  </a:cubicBezTo>
                  <a:cubicBezTo>
                    <a:pt x="868" y="14544"/>
                    <a:pt x="1001" y="14978"/>
                    <a:pt x="1101" y="15412"/>
                  </a:cubicBezTo>
                  <a:cubicBezTo>
                    <a:pt x="1165" y="15602"/>
                    <a:pt x="1259" y="15914"/>
                    <a:pt x="1498" y="15914"/>
                  </a:cubicBezTo>
                  <a:cubicBezTo>
                    <a:pt x="1510" y="15914"/>
                    <a:pt x="1522" y="15914"/>
                    <a:pt x="1535" y="15912"/>
                  </a:cubicBezTo>
                  <a:cubicBezTo>
                    <a:pt x="1835" y="15845"/>
                    <a:pt x="1835" y="15545"/>
                    <a:pt x="1835" y="15278"/>
                  </a:cubicBezTo>
                  <a:cubicBezTo>
                    <a:pt x="1869" y="14945"/>
                    <a:pt x="1702" y="14478"/>
                    <a:pt x="1869" y="14244"/>
                  </a:cubicBezTo>
                  <a:cubicBezTo>
                    <a:pt x="2169" y="13711"/>
                    <a:pt x="2269" y="13277"/>
                    <a:pt x="1802" y="12810"/>
                  </a:cubicBezTo>
                  <a:cubicBezTo>
                    <a:pt x="1702" y="12743"/>
                    <a:pt x="1602" y="12576"/>
                    <a:pt x="1768" y="12443"/>
                  </a:cubicBezTo>
                  <a:cubicBezTo>
                    <a:pt x="2269" y="12109"/>
                    <a:pt x="2102" y="11609"/>
                    <a:pt x="2102" y="11142"/>
                  </a:cubicBezTo>
                  <a:cubicBezTo>
                    <a:pt x="2035" y="10241"/>
                    <a:pt x="2102" y="9374"/>
                    <a:pt x="2102" y="8473"/>
                  </a:cubicBezTo>
                  <a:cubicBezTo>
                    <a:pt x="2002" y="7273"/>
                    <a:pt x="1869" y="6005"/>
                    <a:pt x="1802" y="4804"/>
                  </a:cubicBezTo>
                  <a:cubicBezTo>
                    <a:pt x="1702" y="3737"/>
                    <a:pt x="1668" y="2603"/>
                    <a:pt x="1635" y="1468"/>
                  </a:cubicBezTo>
                  <a:cubicBezTo>
                    <a:pt x="1602" y="1435"/>
                    <a:pt x="1602" y="1402"/>
                    <a:pt x="1635" y="1302"/>
                  </a:cubicBezTo>
                  <a:cubicBezTo>
                    <a:pt x="1368" y="901"/>
                    <a:pt x="1602" y="434"/>
                    <a:pt x="1435" y="1"/>
                  </a:cubicBezTo>
                  <a:close/>
                </a:path>
              </a:pathLst>
            </a:custGeom>
            <a:solidFill>
              <a:srgbClr val="FFAA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3062350" y="4062525"/>
              <a:ext cx="120950" cy="235175"/>
            </a:xfrm>
            <a:custGeom>
              <a:avLst/>
              <a:gdLst/>
              <a:ahLst/>
              <a:cxnLst/>
              <a:rect l="l" t="t" r="r" b="b"/>
              <a:pathLst>
                <a:path w="4838" h="9407" extrusionOk="0">
                  <a:moveTo>
                    <a:pt x="4838" y="0"/>
                  </a:moveTo>
                  <a:cubicBezTo>
                    <a:pt x="4204" y="67"/>
                    <a:pt x="4137" y="634"/>
                    <a:pt x="3870" y="1001"/>
                  </a:cubicBezTo>
                  <a:cubicBezTo>
                    <a:pt x="3670" y="1334"/>
                    <a:pt x="3470" y="1635"/>
                    <a:pt x="3370" y="2068"/>
                  </a:cubicBezTo>
                  <a:cubicBezTo>
                    <a:pt x="3326" y="2233"/>
                    <a:pt x="3221" y="2275"/>
                    <a:pt x="3093" y="2275"/>
                  </a:cubicBezTo>
                  <a:cubicBezTo>
                    <a:pt x="2959" y="2275"/>
                    <a:pt x="2799" y="2229"/>
                    <a:pt x="2657" y="2229"/>
                  </a:cubicBezTo>
                  <a:cubicBezTo>
                    <a:pt x="2521" y="2229"/>
                    <a:pt x="2402" y="2271"/>
                    <a:pt x="2336" y="2435"/>
                  </a:cubicBezTo>
                  <a:lnTo>
                    <a:pt x="2336" y="2836"/>
                  </a:lnTo>
                  <a:cubicBezTo>
                    <a:pt x="2436" y="3369"/>
                    <a:pt x="2002" y="3836"/>
                    <a:pt x="1969" y="4337"/>
                  </a:cubicBezTo>
                  <a:cubicBezTo>
                    <a:pt x="1435" y="4804"/>
                    <a:pt x="968" y="5571"/>
                    <a:pt x="968" y="6138"/>
                  </a:cubicBezTo>
                  <a:cubicBezTo>
                    <a:pt x="968" y="6638"/>
                    <a:pt x="935" y="7005"/>
                    <a:pt x="434" y="7272"/>
                  </a:cubicBezTo>
                  <a:cubicBezTo>
                    <a:pt x="268" y="7339"/>
                    <a:pt x="1" y="7506"/>
                    <a:pt x="101" y="7739"/>
                  </a:cubicBezTo>
                  <a:cubicBezTo>
                    <a:pt x="334" y="8273"/>
                    <a:pt x="34" y="8873"/>
                    <a:pt x="468" y="9340"/>
                  </a:cubicBezTo>
                  <a:lnTo>
                    <a:pt x="535" y="9407"/>
                  </a:lnTo>
                  <a:lnTo>
                    <a:pt x="635" y="9340"/>
                  </a:lnTo>
                  <a:cubicBezTo>
                    <a:pt x="701" y="9107"/>
                    <a:pt x="1135" y="9207"/>
                    <a:pt x="1168" y="8940"/>
                  </a:cubicBezTo>
                  <a:cubicBezTo>
                    <a:pt x="1302" y="8006"/>
                    <a:pt x="1802" y="7305"/>
                    <a:pt x="2202" y="6572"/>
                  </a:cubicBezTo>
                  <a:cubicBezTo>
                    <a:pt x="2603" y="5938"/>
                    <a:pt x="2769" y="5271"/>
                    <a:pt x="2669" y="4503"/>
                  </a:cubicBezTo>
                  <a:cubicBezTo>
                    <a:pt x="2603" y="3970"/>
                    <a:pt x="2603" y="3403"/>
                    <a:pt x="3136" y="3102"/>
                  </a:cubicBezTo>
                  <a:cubicBezTo>
                    <a:pt x="4004" y="2602"/>
                    <a:pt x="4504" y="1835"/>
                    <a:pt x="4671" y="834"/>
                  </a:cubicBezTo>
                  <a:cubicBezTo>
                    <a:pt x="4671" y="634"/>
                    <a:pt x="4771" y="434"/>
                    <a:pt x="4838" y="234"/>
                  </a:cubicBezTo>
                  <a:lnTo>
                    <a:pt x="4838" y="0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3237475" y="3895425"/>
              <a:ext cx="41725" cy="41200"/>
            </a:xfrm>
            <a:custGeom>
              <a:avLst/>
              <a:gdLst/>
              <a:ahLst/>
              <a:cxnLst/>
              <a:rect l="l" t="t" r="r" b="b"/>
              <a:pathLst>
                <a:path w="1669" h="1648" extrusionOk="0">
                  <a:moveTo>
                    <a:pt x="1280" y="1"/>
                  </a:moveTo>
                  <a:cubicBezTo>
                    <a:pt x="1245" y="1"/>
                    <a:pt x="1208" y="5"/>
                    <a:pt x="1168" y="13"/>
                  </a:cubicBezTo>
                  <a:cubicBezTo>
                    <a:pt x="635" y="79"/>
                    <a:pt x="1" y="780"/>
                    <a:pt x="34" y="1280"/>
                  </a:cubicBezTo>
                  <a:cubicBezTo>
                    <a:pt x="101" y="1514"/>
                    <a:pt x="201" y="1647"/>
                    <a:pt x="468" y="1647"/>
                  </a:cubicBezTo>
                  <a:cubicBezTo>
                    <a:pt x="701" y="1647"/>
                    <a:pt x="801" y="1514"/>
                    <a:pt x="935" y="1314"/>
                  </a:cubicBezTo>
                  <a:cubicBezTo>
                    <a:pt x="1035" y="1080"/>
                    <a:pt x="601" y="947"/>
                    <a:pt x="801" y="780"/>
                  </a:cubicBezTo>
                  <a:cubicBezTo>
                    <a:pt x="968" y="680"/>
                    <a:pt x="1202" y="813"/>
                    <a:pt x="1368" y="613"/>
                  </a:cubicBezTo>
                  <a:cubicBezTo>
                    <a:pt x="1469" y="480"/>
                    <a:pt x="1669" y="346"/>
                    <a:pt x="1535" y="146"/>
                  </a:cubicBezTo>
                  <a:cubicBezTo>
                    <a:pt x="1484" y="44"/>
                    <a:pt x="1394" y="1"/>
                    <a:pt x="1280" y="1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3366750" y="3673075"/>
              <a:ext cx="35875" cy="42550"/>
            </a:xfrm>
            <a:custGeom>
              <a:avLst/>
              <a:gdLst/>
              <a:ahLst/>
              <a:cxnLst/>
              <a:rect l="l" t="t" r="r" b="b"/>
              <a:pathLst>
                <a:path w="1435" h="1702" extrusionOk="0">
                  <a:moveTo>
                    <a:pt x="134" y="0"/>
                  </a:moveTo>
                  <a:lnTo>
                    <a:pt x="134" y="0"/>
                  </a:lnTo>
                  <a:cubicBezTo>
                    <a:pt x="0" y="668"/>
                    <a:pt x="367" y="1068"/>
                    <a:pt x="801" y="1501"/>
                  </a:cubicBezTo>
                  <a:lnTo>
                    <a:pt x="1001" y="1702"/>
                  </a:lnTo>
                  <a:cubicBezTo>
                    <a:pt x="1435" y="734"/>
                    <a:pt x="667" y="401"/>
                    <a:pt x="134" y="0"/>
                  </a:cubicBezTo>
                  <a:close/>
                </a:path>
              </a:pathLst>
            </a:custGeom>
            <a:solidFill>
              <a:srgbClr val="EE8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7"/>
            <p:cNvSpPr/>
            <p:nvPr/>
          </p:nvSpPr>
          <p:spPr>
            <a:xfrm>
              <a:off x="3219125" y="3964950"/>
              <a:ext cx="23375" cy="35425"/>
            </a:xfrm>
            <a:custGeom>
              <a:avLst/>
              <a:gdLst/>
              <a:ahLst/>
              <a:cxnLst/>
              <a:rect l="l" t="t" r="r" b="b"/>
              <a:pathLst>
                <a:path w="935" h="1417" extrusionOk="0">
                  <a:moveTo>
                    <a:pt x="768" y="0"/>
                  </a:moveTo>
                  <a:lnTo>
                    <a:pt x="768" y="0"/>
                  </a:lnTo>
                  <a:cubicBezTo>
                    <a:pt x="568" y="34"/>
                    <a:pt x="435" y="100"/>
                    <a:pt x="368" y="367"/>
                  </a:cubicBezTo>
                  <a:cubicBezTo>
                    <a:pt x="268" y="701"/>
                    <a:pt x="101" y="1001"/>
                    <a:pt x="1" y="1335"/>
                  </a:cubicBezTo>
                  <a:cubicBezTo>
                    <a:pt x="106" y="1356"/>
                    <a:pt x="212" y="1417"/>
                    <a:pt x="300" y="1417"/>
                  </a:cubicBezTo>
                  <a:cubicBezTo>
                    <a:pt x="352" y="1417"/>
                    <a:pt x="398" y="1396"/>
                    <a:pt x="435" y="1335"/>
                  </a:cubicBezTo>
                  <a:cubicBezTo>
                    <a:pt x="835" y="968"/>
                    <a:pt x="935" y="501"/>
                    <a:pt x="768" y="0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7"/>
            <p:cNvSpPr/>
            <p:nvPr/>
          </p:nvSpPr>
          <p:spPr>
            <a:xfrm>
              <a:off x="3332550" y="3656550"/>
              <a:ext cx="32550" cy="16150"/>
            </a:xfrm>
            <a:custGeom>
              <a:avLst/>
              <a:gdLst/>
              <a:ahLst/>
              <a:cxnLst/>
              <a:rect l="l" t="t" r="r" b="b"/>
              <a:pathLst>
                <a:path w="1302" h="646" extrusionOk="0">
                  <a:moveTo>
                    <a:pt x="641" y="1"/>
                  </a:moveTo>
                  <a:cubicBezTo>
                    <a:pt x="479" y="1"/>
                    <a:pt x="290" y="83"/>
                    <a:pt x="1" y="228"/>
                  </a:cubicBezTo>
                  <a:cubicBezTo>
                    <a:pt x="269" y="429"/>
                    <a:pt x="537" y="645"/>
                    <a:pt x="836" y="645"/>
                  </a:cubicBezTo>
                  <a:cubicBezTo>
                    <a:pt x="983" y="645"/>
                    <a:pt x="1137" y="593"/>
                    <a:pt x="1301" y="461"/>
                  </a:cubicBezTo>
                  <a:cubicBezTo>
                    <a:pt x="1018" y="140"/>
                    <a:pt x="853" y="1"/>
                    <a:pt x="641" y="1"/>
                  </a:cubicBezTo>
                  <a:close/>
                </a:path>
              </a:pathLst>
            </a:custGeom>
            <a:solidFill>
              <a:srgbClr val="FAA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/>
            <p:cNvSpPr/>
            <p:nvPr/>
          </p:nvSpPr>
          <p:spPr>
            <a:xfrm>
              <a:off x="3365075" y="3673075"/>
              <a:ext cx="21700" cy="37550"/>
            </a:xfrm>
            <a:custGeom>
              <a:avLst/>
              <a:gdLst/>
              <a:ahLst/>
              <a:cxnLst/>
              <a:rect l="l" t="t" r="r" b="b"/>
              <a:pathLst>
                <a:path w="868" h="1502" extrusionOk="0">
                  <a:moveTo>
                    <a:pt x="0" y="0"/>
                  </a:moveTo>
                  <a:cubicBezTo>
                    <a:pt x="0" y="668"/>
                    <a:pt x="34" y="1301"/>
                    <a:pt x="868" y="1501"/>
                  </a:cubicBezTo>
                  <a:cubicBezTo>
                    <a:pt x="701" y="968"/>
                    <a:pt x="267" y="534"/>
                    <a:pt x="201" y="0"/>
                  </a:cubicBezTo>
                  <a:close/>
                </a:path>
              </a:pathLst>
            </a:custGeom>
            <a:solidFill>
              <a:srgbClr val="FAA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7"/>
            <p:cNvSpPr/>
            <p:nvPr/>
          </p:nvSpPr>
          <p:spPr>
            <a:xfrm>
              <a:off x="3224975" y="3953475"/>
              <a:ext cx="25875" cy="11500"/>
            </a:xfrm>
            <a:custGeom>
              <a:avLst/>
              <a:gdLst/>
              <a:ahLst/>
              <a:cxnLst/>
              <a:rect l="l" t="t" r="r" b="b"/>
              <a:pathLst>
                <a:path w="1035" h="460" extrusionOk="0">
                  <a:moveTo>
                    <a:pt x="786" y="1"/>
                  </a:moveTo>
                  <a:cubicBezTo>
                    <a:pt x="727" y="1"/>
                    <a:pt x="664" y="13"/>
                    <a:pt x="601" y="26"/>
                  </a:cubicBezTo>
                  <a:cubicBezTo>
                    <a:pt x="0" y="159"/>
                    <a:pt x="634" y="326"/>
                    <a:pt x="601" y="459"/>
                  </a:cubicBezTo>
                  <a:cubicBezTo>
                    <a:pt x="768" y="426"/>
                    <a:pt x="1001" y="459"/>
                    <a:pt x="1035" y="159"/>
                  </a:cubicBezTo>
                  <a:cubicBezTo>
                    <a:pt x="972" y="35"/>
                    <a:pt x="884" y="1"/>
                    <a:pt x="786" y="1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7"/>
            <p:cNvSpPr/>
            <p:nvPr/>
          </p:nvSpPr>
          <p:spPr>
            <a:xfrm>
              <a:off x="3310875" y="3663900"/>
              <a:ext cx="16700" cy="10025"/>
            </a:xfrm>
            <a:custGeom>
              <a:avLst/>
              <a:gdLst/>
              <a:ahLst/>
              <a:cxnLst/>
              <a:rect l="l" t="t" r="r" b="b"/>
              <a:pathLst>
                <a:path w="668" h="401" extrusionOk="0">
                  <a:moveTo>
                    <a:pt x="667" y="0"/>
                  </a:moveTo>
                  <a:cubicBezTo>
                    <a:pt x="334" y="0"/>
                    <a:pt x="100" y="167"/>
                    <a:pt x="0" y="401"/>
                  </a:cubicBezTo>
                  <a:cubicBezTo>
                    <a:pt x="334" y="401"/>
                    <a:pt x="534" y="267"/>
                    <a:pt x="667" y="0"/>
                  </a:cubicBezTo>
                  <a:close/>
                </a:path>
              </a:pathLst>
            </a:custGeom>
            <a:solidFill>
              <a:srgbClr val="FAA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7"/>
            <p:cNvSpPr/>
            <p:nvPr/>
          </p:nvSpPr>
          <p:spPr>
            <a:xfrm>
              <a:off x="3773700" y="2662400"/>
              <a:ext cx="381125" cy="399900"/>
            </a:xfrm>
            <a:custGeom>
              <a:avLst/>
              <a:gdLst/>
              <a:ahLst/>
              <a:cxnLst/>
              <a:rect l="l" t="t" r="r" b="b"/>
              <a:pathLst>
                <a:path w="15245" h="15996" extrusionOk="0">
                  <a:moveTo>
                    <a:pt x="1806" y="0"/>
                  </a:moveTo>
                  <a:cubicBezTo>
                    <a:pt x="1632" y="0"/>
                    <a:pt x="1447" y="86"/>
                    <a:pt x="1268" y="265"/>
                  </a:cubicBezTo>
                  <a:cubicBezTo>
                    <a:pt x="568" y="966"/>
                    <a:pt x="0" y="1766"/>
                    <a:pt x="367" y="2900"/>
                  </a:cubicBezTo>
                  <a:cubicBezTo>
                    <a:pt x="501" y="3234"/>
                    <a:pt x="1101" y="3267"/>
                    <a:pt x="868" y="3801"/>
                  </a:cubicBezTo>
                  <a:cubicBezTo>
                    <a:pt x="834" y="3935"/>
                    <a:pt x="901" y="4101"/>
                    <a:pt x="1035" y="4135"/>
                  </a:cubicBezTo>
                  <a:cubicBezTo>
                    <a:pt x="2169" y="4468"/>
                    <a:pt x="1835" y="5636"/>
                    <a:pt x="2335" y="6303"/>
                  </a:cubicBezTo>
                  <a:cubicBezTo>
                    <a:pt x="2477" y="6445"/>
                    <a:pt x="2378" y="6658"/>
                    <a:pt x="2161" y="6658"/>
                  </a:cubicBezTo>
                  <a:cubicBezTo>
                    <a:pt x="2123" y="6658"/>
                    <a:pt x="2081" y="6652"/>
                    <a:pt x="2035" y="6637"/>
                  </a:cubicBezTo>
                  <a:cubicBezTo>
                    <a:pt x="1954" y="6623"/>
                    <a:pt x="1878" y="6604"/>
                    <a:pt x="1817" y="6604"/>
                  </a:cubicBezTo>
                  <a:cubicBezTo>
                    <a:pt x="1727" y="6604"/>
                    <a:pt x="1668" y="6645"/>
                    <a:pt x="1668" y="6803"/>
                  </a:cubicBezTo>
                  <a:cubicBezTo>
                    <a:pt x="1668" y="7070"/>
                    <a:pt x="1502" y="7404"/>
                    <a:pt x="1835" y="7470"/>
                  </a:cubicBezTo>
                  <a:cubicBezTo>
                    <a:pt x="2436" y="7637"/>
                    <a:pt x="2569" y="8204"/>
                    <a:pt x="2836" y="8605"/>
                  </a:cubicBezTo>
                  <a:cubicBezTo>
                    <a:pt x="2942" y="8796"/>
                    <a:pt x="2981" y="8879"/>
                    <a:pt x="3082" y="8879"/>
                  </a:cubicBezTo>
                  <a:cubicBezTo>
                    <a:pt x="3139" y="8879"/>
                    <a:pt x="3216" y="8853"/>
                    <a:pt x="3336" y="8805"/>
                  </a:cubicBezTo>
                  <a:cubicBezTo>
                    <a:pt x="3377" y="8795"/>
                    <a:pt x="3421" y="8790"/>
                    <a:pt x="3467" y="8790"/>
                  </a:cubicBezTo>
                  <a:cubicBezTo>
                    <a:pt x="3722" y="8790"/>
                    <a:pt x="4039" y="8935"/>
                    <a:pt x="4237" y="9105"/>
                  </a:cubicBezTo>
                  <a:cubicBezTo>
                    <a:pt x="4570" y="9405"/>
                    <a:pt x="4237" y="9639"/>
                    <a:pt x="4103" y="9939"/>
                  </a:cubicBezTo>
                  <a:cubicBezTo>
                    <a:pt x="4070" y="10039"/>
                    <a:pt x="4170" y="10206"/>
                    <a:pt x="4203" y="10306"/>
                  </a:cubicBezTo>
                  <a:cubicBezTo>
                    <a:pt x="4370" y="10339"/>
                    <a:pt x="4570" y="10473"/>
                    <a:pt x="4771" y="10473"/>
                  </a:cubicBezTo>
                  <a:cubicBezTo>
                    <a:pt x="4838" y="10465"/>
                    <a:pt x="4898" y="10461"/>
                    <a:pt x="4951" y="10461"/>
                  </a:cubicBezTo>
                  <a:cubicBezTo>
                    <a:pt x="5378" y="10461"/>
                    <a:pt x="5401" y="10695"/>
                    <a:pt x="5371" y="11140"/>
                  </a:cubicBezTo>
                  <a:cubicBezTo>
                    <a:pt x="5304" y="11473"/>
                    <a:pt x="5304" y="11874"/>
                    <a:pt x="5771" y="12107"/>
                  </a:cubicBezTo>
                  <a:cubicBezTo>
                    <a:pt x="6138" y="12307"/>
                    <a:pt x="5504" y="12774"/>
                    <a:pt x="5638" y="13141"/>
                  </a:cubicBezTo>
                  <a:cubicBezTo>
                    <a:pt x="5705" y="13208"/>
                    <a:pt x="5738" y="13275"/>
                    <a:pt x="5771" y="13308"/>
                  </a:cubicBezTo>
                  <a:cubicBezTo>
                    <a:pt x="6238" y="13742"/>
                    <a:pt x="6405" y="14375"/>
                    <a:pt x="6905" y="14742"/>
                  </a:cubicBezTo>
                  <a:cubicBezTo>
                    <a:pt x="7039" y="14976"/>
                    <a:pt x="7206" y="15109"/>
                    <a:pt x="7506" y="15109"/>
                  </a:cubicBezTo>
                  <a:cubicBezTo>
                    <a:pt x="8907" y="15309"/>
                    <a:pt x="10375" y="15409"/>
                    <a:pt x="11842" y="15643"/>
                  </a:cubicBezTo>
                  <a:cubicBezTo>
                    <a:pt x="12276" y="15710"/>
                    <a:pt x="12743" y="15710"/>
                    <a:pt x="13210" y="15810"/>
                  </a:cubicBezTo>
                  <a:cubicBezTo>
                    <a:pt x="13233" y="15809"/>
                    <a:pt x="13257" y="15808"/>
                    <a:pt x="13280" y="15808"/>
                  </a:cubicBezTo>
                  <a:cubicBezTo>
                    <a:pt x="13710" y="15808"/>
                    <a:pt x="14140" y="15995"/>
                    <a:pt x="14580" y="15995"/>
                  </a:cubicBezTo>
                  <a:cubicBezTo>
                    <a:pt x="14799" y="15995"/>
                    <a:pt x="15020" y="15949"/>
                    <a:pt x="15245" y="15810"/>
                  </a:cubicBezTo>
                  <a:cubicBezTo>
                    <a:pt x="15245" y="15076"/>
                    <a:pt x="14578" y="15309"/>
                    <a:pt x="14211" y="15109"/>
                  </a:cubicBezTo>
                  <a:cubicBezTo>
                    <a:pt x="13610" y="14709"/>
                    <a:pt x="12409" y="14976"/>
                    <a:pt x="12509" y="13742"/>
                  </a:cubicBezTo>
                  <a:cubicBezTo>
                    <a:pt x="12443" y="13642"/>
                    <a:pt x="12343" y="13608"/>
                    <a:pt x="12243" y="13608"/>
                  </a:cubicBezTo>
                  <a:cubicBezTo>
                    <a:pt x="11829" y="13608"/>
                    <a:pt x="11643" y="14315"/>
                    <a:pt x="11365" y="14315"/>
                  </a:cubicBezTo>
                  <a:cubicBezTo>
                    <a:pt x="11307" y="14315"/>
                    <a:pt x="11245" y="14284"/>
                    <a:pt x="11175" y="14209"/>
                  </a:cubicBezTo>
                  <a:cubicBezTo>
                    <a:pt x="10375" y="13308"/>
                    <a:pt x="9207" y="13642"/>
                    <a:pt x="8340" y="13041"/>
                  </a:cubicBezTo>
                  <a:cubicBezTo>
                    <a:pt x="7372" y="12374"/>
                    <a:pt x="6839" y="11440"/>
                    <a:pt x="7406" y="10406"/>
                  </a:cubicBezTo>
                  <a:cubicBezTo>
                    <a:pt x="8073" y="9138"/>
                    <a:pt x="7873" y="9205"/>
                    <a:pt x="6772" y="8371"/>
                  </a:cubicBezTo>
                  <a:cubicBezTo>
                    <a:pt x="6071" y="7804"/>
                    <a:pt x="4203" y="7937"/>
                    <a:pt x="4837" y="6103"/>
                  </a:cubicBezTo>
                  <a:cubicBezTo>
                    <a:pt x="4837" y="6036"/>
                    <a:pt x="4771" y="5936"/>
                    <a:pt x="4737" y="5903"/>
                  </a:cubicBezTo>
                  <a:cubicBezTo>
                    <a:pt x="4103" y="5302"/>
                    <a:pt x="4370" y="4602"/>
                    <a:pt x="4337" y="3901"/>
                  </a:cubicBezTo>
                  <a:cubicBezTo>
                    <a:pt x="4237" y="3568"/>
                    <a:pt x="4370" y="3101"/>
                    <a:pt x="3770" y="3034"/>
                  </a:cubicBezTo>
                  <a:cubicBezTo>
                    <a:pt x="3403" y="3401"/>
                    <a:pt x="3736" y="4068"/>
                    <a:pt x="3269" y="4435"/>
                  </a:cubicBezTo>
                  <a:cubicBezTo>
                    <a:pt x="2736" y="4068"/>
                    <a:pt x="2836" y="3534"/>
                    <a:pt x="2836" y="3067"/>
                  </a:cubicBezTo>
                  <a:cubicBezTo>
                    <a:pt x="2836" y="2233"/>
                    <a:pt x="2769" y="1399"/>
                    <a:pt x="2502" y="632"/>
                  </a:cubicBezTo>
                  <a:cubicBezTo>
                    <a:pt x="2338" y="221"/>
                    <a:pt x="2085" y="0"/>
                    <a:pt x="1806" y="0"/>
                  </a:cubicBezTo>
                  <a:close/>
                </a:path>
              </a:pathLst>
            </a:custGeom>
            <a:solidFill>
              <a:srgbClr val="E0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7"/>
            <p:cNvSpPr/>
            <p:nvPr/>
          </p:nvSpPr>
          <p:spPr>
            <a:xfrm>
              <a:off x="3708650" y="2439700"/>
              <a:ext cx="148475" cy="280225"/>
            </a:xfrm>
            <a:custGeom>
              <a:avLst/>
              <a:gdLst/>
              <a:ahLst/>
              <a:cxnLst/>
              <a:rect l="l" t="t" r="r" b="b"/>
              <a:pathLst>
                <a:path w="5939" h="11209" extrusionOk="0">
                  <a:moveTo>
                    <a:pt x="5004" y="0"/>
                  </a:moveTo>
                  <a:lnTo>
                    <a:pt x="5004" y="0"/>
                  </a:lnTo>
                  <a:cubicBezTo>
                    <a:pt x="4304" y="33"/>
                    <a:pt x="3603" y="33"/>
                    <a:pt x="2869" y="100"/>
                  </a:cubicBezTo>
                  <a:cubicBezTo>
                    <a:pt x="2636" y="967"/>
                    <a:pt x="2102" y="1501"/>
                    <a:pt x="1101" y="1601"/>
                  </a:cubicBezTo>
                  <a:cubicBezTo>
                    <a:pt x="1135" y="2035"/>
                    <a:pt x="1668" y="1968"/>
                    <a:pt x="1702" y="2368"/>
                  </a:cubicBezTo>
                  <a:cubicBezTo>
                    <a:pt x="1668" y="2468"/>
                    <a:pt x="1635" y="2602"/>
                    <a:pt x="1535" y="2635"/>
                  </a:cubicBezTo>
                  <a:cubicBezTo>
                    <a:pt x="601" y="3136"/>
                    <a:pt x="368" y="3970"/>
                    <a:pt x="368" y="4970"/>
                  </a:cubicBezTo>
                  <a:cubicBezTo>
                    <a:pt x="368" y="5504"/>
                    <a:pt x="434" y="6104"/>
                    <a:pt x="134" y="6605"/>
                  </a:cubicBezTo>
                  <a:cubicBezTo>
                    <a:pt x="1" y="6838"/>
                    <a:pt x="134" y="7138"/>
                    <a:pt x="167" y="7439"/>
                  </a:cubicBezTo>
                  <a:cubicBezTo>
                    <a:pt x="434" y="8706"/>
                    <a:pt x="1468" y="9707"/>
                    <a:pt x="1468" y="11108"/>
                  </a:cubicBezTo>
                  <a:cubicBezTo>
                    <a:pt x="1468" y="11141"/>
                    <a:pt x="1602" y="11175"/>
                    <a:pt x="1635" y="11208"/>
                  </a:cubicBezTo>
                  <a:cubicBezTo>
                    <a:pt x="2102" y="11108"/>
                    <a:pt x="2169" y="10708"/>
                    <a:pt x="2302" y="10341"/>
                  </a:cubicBezTo>
                  <a:cubicBezTo>
                    <a:pt x="2636" y="9340"/>
                    <a:pt x="3203" y="8539"/>
                    <a:pt x="4037" y="7939"/>
                  </a:cubicBezTo>
                  <a:cubicBezTo>
                    <a:pt x="4804" y="7339"/>
                    <a:pt x="4637" y="6305"/>
                    <a:pt x="5204" y="5637"/>
                  </a:cubicBezTo>
                  <a:cubicBezTo>
                    <a:pt x="5471" y="5337"/>
                    <a:pt x="5471" y="4837"/>
                    <a:pt x="5671" y="4470"/>
                  </a:cubicBezTo>
                  <a:cubicBezTo>
                    <a:pt x="5938" y="3970"/>
                    <a:pt x="5805" y="3503"/>
                    <a:pt x="5271" y="3369"/>
                  </a:cubicBezTo>
                  <a:cubicBezTo>
                    <a:pt x="4270" y="3169"/>
                    <a:pt x="4337" y="2702"/>
                    <a:pt x="4671" y="1935"/>
                  </a:cubicBezTo>
                  <a:cubicBezTo>
                    <a:pt x="4937" y="1334"/>
                    <a:pt x="5271" y="701"/>
                    <a:pt x="5004" y="0"/>
                  </a:cubicBezTo>
                  <a:close/>
                </a:path>
              </a:pathLst>
            </a:custGeom>
            <a:solidFill>
              <a:srgbClr val="E2E5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7"/>
            <p:cNvSpPr/>
            <p:nvPr/>
          </p:nvSpPr>
          <p:spPr>
            <a:xfrm>
              <a:off x="3880450" y="3024275"/>
              <a:ext cx="284375" cy="356550"/>
            </a:xfrm>
            <a:custGeom>
              <a:avLst/>
              <a:gdLst/>
              <a:ahLst/>
              <a:cxnLst/>
              <a:rect l="l" t="t" r="r" b="b"/>
              <a:pathLst>
                <a:path w="11375" h="14262" extrusionOk="0">
                  <a:moveTo>
                    <a:pt x="434" y="0"/>
                  </a:moveTo>
                  <a:cubicBezTo>
                    <a:pt x="300" y="67"/>
                    <a:pt x="134" y="67"/>
                    <a:pt x="0" y="67"/>
                  </a:cubicBezTo>
                  <a:cubicBezTo>
                    <a:pt x="67" y="634"/>
                    <a:pt x="934" y="834"/>
                    <a:pt x="667" y="1568"/>
                  </a:cubicBezTo>
                  <a:cubicBezTo>
                    <a:pt x="634" y="1668"/>
                    <a:pt x="1001" y="1802"/>
                    <a:pt x="1234" y="1802"/>
                  </a:cubicBezTo>
                  <a:cubicBezTo>
                    <a:pt x="1390" y="1802"/>
                    <a:pt x="1575" y="1817"/>
                    <a:pt x="1771" y="1817"/>
                  </a:cubicBezTo>
                  <a:cubicBezTo>
                    <a:pt x="1868" y="1817"/>
                    <a:pt x="1968" y="1813"/>
                    <a:pt x="2068" y="1802"/>
                  </a:cubicBezTo>
                  <a:cubicBezTo>
                    <a:pt x="2219" y="1787"/>
                    <a:pt x="2365" y="1779"/>
                    <a:pt x="2504" y="1779"/>
                  </a:cubicBezTo>
                  <a:cubicBezTo>
                    <a:pt x="3598" y="1779"/>
                    <a:pt x="4333" y="2260"/>
                    <a:pt x="4570" y="3503"/>
                  </a:cubicBezTo>
                  <a:lnTo>
                    <a:pt x="4670" y="3770"/>
                  </a:lnTo>
                  <a:cubicBezTo>
                    <a:pt x="4737" y="4404"/>
                    <a:pt x="4937" y="4971"/>
                    <a:pt x="5104" y="5571"/>
                  </a:cubicBezTo>
                  <a:cubicBezTo>
                    <a:pt x="5337" y="6438"/>
                    <a:pt x="5304" y="7439"/>
                    <a:pt x="4837" y="8340"/>
                  </a:cubicBezTo>
                  <a:cubicBezTo>
                    <a:pt x="4637" y="8773"/>
                    <a:pt x="4503" y="9174"/>
                    <a:pt x="5004" y="9474"/>
                  </a:cubicBezTo>
                  <a:cubicBezTo>
                    <a:pt x="5125" y="9542"/>
                    <a:pt x="5231" y="9571"/>
                    <a:pt x="5325" y="9571"/>
                  </a:cubicBezTo>
                  <a:cubicBezTo>
                    <a:pt x="5645" y="9571"/>
                    <a:pt x="5832" y="9239"/>
                    <a:pt x="6038" y="9007"/>
                  </a:cubicBezTo>
                  <a:cubicBezTo>
                    <a:pt x="6238" y="8807"/>
                    <a:pt x="6305" y="8607"/>
                    <a:pt x="6371" y="8340"/>
                  </a:cubicBezTo>
                  <a:lnTo>
                    <a:pt x="6371" y="8340"/>
                  </a:lnTo>
                  <a:cubicBezTo>
                    <a:pt x="6505" y="8640"/>
                    <a:pt x="6305" y="8940"/>
                    <a:pt x="6338" y="9174"/>
                  </a:cubicBezTo>
                  <a:cubicBezTo>
                    <a:pt x="6363" y="9517"/>
                    <a:pt x="6279" y="9986"/>
                    <a:pt x="6590" y="9986"/>
                  </a:cubicBezTo>
                  <a:cubicBezTo>
                    <a:pt x="6702" y="9986"/>
                    <a:pt x="6866" y="9925"/>
                    <a:pt x="7105" y="9774"/>
                  </a:cubicBezTo>
                  <a:cubicBezTo>
                    <a:pt x="7191" y="9712"/>
                    <a:pt x="7266" y="9686"/>
                    <a:pt x="7331" y="9686"/>
                  </a:cubicBezTo>
                  <a:cubicBezTo>
                    <a:pt x="7543" y="9686"/>
                    <a:pt x="7647" y="9962"/>
                    <a:pt x="7672" y="10141"/>
                  </a:cubicBezTo>
                  <a:cubicBezTo>
                    <a:pt x="7939" y="11309"/>
                    <a:pt x="8473" y="12276"/>
                    <a:pt x="9607" y="12810"/>
                  </a:cubicBezTo>
                  <a:cubicBezTo>
                    <a:pt x="9807" y="13076"/>
                    <a:pt x="9807" y="13310"/>
                    <a:pt x="9841" y="13610"/>
                  </a:cubicBezTo>
                  <a:cubicBezTo>
                    <a:pt x="9905" y="14059"/>
                    <a:pt x="10078" y="14261"/>
                    <a:pt x="10335" y="14261"/>
                  </a:cubicBezTo>
                  <a:cubicBezTo>
                    <a:pt x="10479" y="14261"/>
                    <a:pt x="10649" y="14197"/>
                    <a:pt x="10841" y="14077"/>
                  </a:cubicBezTo>
                  <a:cubicBezTo>
                    <a:pt x="10941" y="13977"/>
                    <a:pt x="11008" y="13910"/>
                    <a:pt x="11041" y="13810"/>
                  </a:cubicBezTo>
                  <a:cubicBezTo>
                    <a:pt x="11208" y="13277"/>
                    <a:pt x="11375" y="12676"/>
                    <a:pt x="11275" y="12109"/>
                  </a:cubicBezTo>
                  <a:cubicBezTo>
                    <a:pt x="11108" y="11575"/>
                    <a:pt x="10308" y="11575"/>
                    <a:pt x="10308" y="10908"/>
                  </a:cubicBezTo>
                  <a:cubicBezTo>
                    <a:pt x="10308" y="10808"/>
                    <a:pt x="10274" y="10741"/>
                    <a:pt x="10174" y="10641"/>
                  </a:cubicBezTo>
                  <a:cubicBezTo>
                    <a:pt x="9507" y="10308"/>
                    <a:pt x="8940" y="10008"/>
                    <a:pt x="8706" y="9140"/>
                  </a:cubicBezTo>
                  <a:cubicBezTo>
                    <a:pt x="8506" y="8306"/>
                    <a:pt x="7939" y="7506"/>
                    <a:pt x="7005" y="7139"/>
                  </a:cubicBezTo>
                  <a:cubicBezTo>
                    <a:pt x="6438" y="6939"/>
                    <a:pt x="6471" y="6572"/>
                    <a:pt x="6705" y="6138"/>
                  </a:cubicBezTo>
                  <a:cubicBezTo>
                    <a:pt x="6838" y="5838"/>
                    <a:pt x="7039" y="5604"/>
                    <a:pt x="7272" y="5338"/>
                  </a:cubicBezTo>
                  <a:cubicBezTo>
                    <a:pt x="7606" y="4904"/>
                    <a:pt x="7672" y="4470"/>
                    <a:pt x="7172" y="4070"/>
                  </a:cubicBezTo>
                  <a:cubicBezTo>
                    <a:pt x="6705" y="3636"/>
                    <a:pt x="6471" y="3103"/>
                    <a:pt x="6438" y="2469"/>
                  </a:cubicBezTo>
                  <a:cubicBezTo>
                    <a:pt x="6371" y="1835"/>
                    <a:pt x="6004" y="1468"/>
                    <a:pt x="5437" y="1235"/>
                  </a:cubicBezTo>
                  <a:cubicBezTo>
                    <a:pt x="4637" y="868"/>
                    <a:pt x="3736" y="1035"/>
                    <a:pt x="3036" y="467"/>
                  </a:cubicBezTo>
                  <a:cubicBezTo>
                    <a:pt x="2936" y="401"/>
                    <a:pt x="2769" y="334"/>
                    <a:pt x="2635" y="267"/>
                  </a:cubicBezTo>
                  <a:cubicBezTo>
                    <a:pt x="2512" y="291"/>
                    <a:pt x="2388" y="301"/>
                    <a:pt x="2264" y="301"/>
                  </a:cubicBezTo>
                  <a:cubicBezTo>
                    <a:pt x="1684" y="301"/>
                    <a:pt x="1093" y="83"/>
                    <a:pt x="434" y="0"/>
                  </a:cubicBezTo>
                  <a:close/>
                </a:path>
              </a:pathLst>
            </a:custGeom>
            <a:solidFill>
              <a:srgbClr val="77BE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7"/>
            <p:cNvSpPr/>
            <p:nvPr/>
          </p:nvSpPr>
          <p:spPr>
            <a:xfrm>
              <a:off x="3688650" y="2897175"/>
              <a:ext cx="216000" cy="124625"/>
            </a:xfrm>
            <a:custGeom>
              <a:avLst/>
              <a:gdLst/>
              <a:ahLst/>
              <a:cxnLst/>
              <a:rect l="l" t="t" r="r" b="b"/>
              <a:pathLst>
                <a:path w="8640" h="4985" extrusionOk="0">
                  <a:moveTo>
                    <a:pt x="6158" y="0"/>
                  </a:moveTo>
                  <a:cubicBezTo>
                    <a:pt x="5947" y="0"/>
                    <a:pt x="5716" y="72"/>
                    <a:pt x="5471" y="214"/>
                  </a:cubicBezTo>
                  <a:cubicBezTo>
                    <a:pt x="5137" y="448"/>
                    <a:pt x="4770" y="615"/>
                    <a:pt x="4336" y="748"/>
                  </a:cubicBezTo>
                  <a:cubicBezTo>
                    <a:pt x="3436" y="1082"/>
                    <a:pt x="2468" y="1248"/>
                    <a:pt x="1501" y="1248"/>
                  </a:cubicBezTo>
                  <a:cubicBezTo>
                    <a:pt x="1334" y="1248"/>
                    <a:pt x="1134" y="1282"/>
                    <a:pt x="1101" y="1515"/>
                  </a:cubicBezTo>
                  <a:cubicBezTo>
                    <a:pt x="934" y="2116"/>
                    <a:pt x="300" y="2349"/>
                    <a:pt x="0" y="2783"/>
                  </a:cubicBezTo>
                  <a:cubicBezTo>
                    <a:pt x="334" y="2916"/>
                    <a:pt x="634" y="3083"/>
                    <a:pt x="467" y="3550"/>
                  </a:cubicBezTo>
                  <a:cubicBezTo>
                    <a:pt x="434" y="3683"/>
                    <a:pt x="467" y="3884"/>
                    <a:pt x="467" y="4050"/>
                  </a:cubicBezTo>
                  <a:cubicBezTo>
                    <a:pt x="951" y="3083"/>
                    <a:pt x="1084" y="2835"/>
                    <a:pt x="1730" y="2835"/>
                  </a:cubicBezTo>
                  <a:cubicBezTo>
                    <a:pt x="1976" y="2835"/>
                    <a:pt x="2295" y="2870"/>
                    <a:pt x="2735" y="2916"/>
                  </a:cubicBezTo>
                  <a:cubicBezTo>
                    <a:pt x="2835" y="2933"/>
                    <a:pt x="2935" y="2933"/>
                    <a:pt x="3036" y="2933"/>
                  </a:cubicBezTo>
                  <a:cubicBezTo>
                    <a:pt x="3136" y="2933"/>
                    <a:pt x="3236" y="2933"/>
                    <a:pt x="3336" y="2950"/>
                  </a:cubicBezTo>
                  <a:cubicBezTo>
                    <a:pt x="3736" y="3050"/>
                    <a:pt x="4103" y="3116"/>
                    <a:pt x="3936" y="3717"/>
                  </a:cubicBezTo>
                  <a:cubicBezTo>
                    <a:pt x="3903" y="3917"/>
                    <a:pt x="3903" y="4217"/>
                    <a:pt x="4136" y="4384"/>
                  </a:cubicBezTo>
                  <a:cubicBezTo>
                    <a:pt x="4994" y="3589"/>
                    <a:pt x="5445" y="3253"/>
                    <a:pt x="5860" y="3253"/>
                  </a:cubicBezTo>
                  <a:cubicBezTo>
                    <a:pt x="6106" y="3253"/>
                    <a:pt x="6340" y="3372"/>
                    <a:pt x="6638" y="3583"/>
                  </a:cubicBezTo>
                  <a:cubicBezTo>
                    <a:pt x="6607" y="3638"/>
                    <a:pt x="6570" y="3656"/>
                    <a:pt x="6531" y="3656"/>
                  </a:cubicBezTo>
                  <a:cubicBezTo>
                    <a:pt x="6452" y="3656"/>
                    <a:pt x="6363" y="3585"/>
                    <a:pt x="6281" y="3585"/>
                  </a:cubicBezTo>
                  <a:cubicBezTo>
                    <a:pt x="6228" y="3585"/>
                    <a:pt x="6178" y="3616"/>
                    <a:pt x="6138" y="3717"/>
                  </a:cubicBezTo>
                  <a:cubicBezTo>
                    <a:pt x="6671" y="4384"/>
                    <a:pt x="7339" y="4818"/>
                    <a:pt x="8173" y="4984"/>
                  </a:cubicBezTo>
                  <a:cubicBezTo>
                    <a:pt x="8339" y="4751"/>
                    <a:pt x="8506" y="4551"/>
                    <a:pt x="8640" y="4384"/>
                  </a:cubicBezTo>
                  <a:cubicBezTo>
                    <a:pt x="8406" y="4050"/>
                    <a:pt x="8173" y="3683"/>
                    <a:pt x="7906" y="3450"/>
                  </a:cubicBezTo>
                  <a:cubicBezTo>
                    <a:pt x="7105" y="2883"/>
                    <a:pt x="6738" y="2049"/>
                    <a:pt x="7072" y="1115"/>
                  </a:cubicBezTo>
                  <a:cubicBezTo>
                    <a:pt x="7138" y="881"/>
                    <a:pt x="7138" y="748"/>
                    <a:pt x="7005" y="548"/>
                  </a:cubicBezTo>
                  <a:cubicBezTo>
                    <a:pt x="6780" y="180"/>
                    <a:pt x="6493" y="0"/>
                    <a:pt x="6158" y="0"/>
                  </a:cubicBezTo>
                  <a:close/>
                </a:path>
              </a:pathLst>
            </a:custGeom>
            <a:solidFill>
              <a:srgbClr val="D2DC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7"/>
            <p:cNvSpPr/>
            <p:nvPr/>
          </p:nvSpPr>
          <p:spPr>
            <a:xfrm>
              <a:off x="3750350" y="2627650"/>
              <a:ext cx="130125" cy="160075"/>
            </a:xfrm>
            <a:custGeom>
              <a:avLst/>
              <a:gdLst/>
              <a:ahLst/>
              <a:cxnLst/>
              <a:rect l="l" t="t" r="r" b="b"/>
              <a:pathLst>
                <a:path w="5205" h="6403" extrusionOk="0">
                  <a:moveTo>
                    <a:pt x="3020" y="1"/>
                  </a:moveTo>
                  <a:cubicBezTo>
                    <a:pt x="2799" y="1"/>
                    <a:pt x="2559" y="59"/>
                    <a:pt x="2302" y="188"/>
                  </a:cubicBezTo>
                  <a:cubicBezTo>
                    <a:pt x="1468" y="688"/>
                    <a:pt x="968" y="1455"/>
                    <a:pt x="601" y="2322"/>
                  </a:cubicBezTo>
                  <a:cubicBezTo>
                    <a:pt x="367" y="2789"/>
                    <a:pt x="201" y="3256"/>
                    <a:pt x="0" y="3690"/>
                  </a:cubicBezTo>
                  <a:cubicBezTo>
                    <a:pt x="0" y="3790"/>
                    <a:pt x="34" y="3857"/>
                    <a:pt x="101" y="3890"/>
                  </a:cubicBezTo>
                  <a:cubicBezTo>
                    <a:pt x="366" y="4126"/>
                    <a:pt x="657" y="4335"/>
                    <a:pt x="1019" y="4335"/>
                  </a:cubicBezTo>
                  <a:cubicBezTo>
                    <a:pt x="1068" y="4335"/>
                    <a:pt x="1117" y="4332"/>
                    <a:pt x="1168" y="4324"/>
                  </a:cubicBezTo>
                  <a:cubicBezTo>
                    <a:pt x="1201" y="4290"/>
                    <a:pt x="1301" y="4290"/>
                    <a:pt x="1335" y="4224"/>
                  </a:cubicBezTo>
                  <a:cubicBezTo>
                    <a:pt x="1435" y="3323"/>
                    <a:pt x="1835" y="2556"/>
                    <a:pt x="2335" y="1822"/>
                  </a:cubicBezTo>
                  <a:cubicBezTo>
                    <a:pt x="2451" y="1678"/>
                    <a:pt x="2566" y="1509"/>
                    <a:pt x="2746" y="1509"/>
                  </a:cubicBezTo>
                  <a:cubicBezTo>
                    <a:pt x="2774" y="1509"/>
                    <a:pt x="2804" y="1513"/>
                    <a:pt x="2836" y="1522"/>
                  </a:cubicBezTo>
                  <a:cubicBezTo>
                    <a:pt x="3069" y="1622"/>
                    <a:pt x="3169" y="1822"/>
                    <a:pt x="3203" y="2022"/>
                  </a:cubicBezTo>
                  <a:cubicBezTo>
                    <a:pt x="3303" y="2556"/>
                    <a:pt x="3370" y="3123"/>
                    <a:pt x="3470" y="3690"/>
                  </a:cubicBezTo>
                  <a:cubicBezTo>
                    <a:pt x="3536" y="4391"/>
                    <a:pt x="3603" y="5124"/>
                    <a:pt x="3670" y="5825"/>
                  </a:cubicBezTo>
                  <a:cubicBezTo>
                    <a:pt x="3700" y="6154"/>
                    <a:pt x="3864" y="6402"/>
                    <a:pt x="4185" y="6402"/>
                  </a:cubicBezTo>
                  <a:cubicBezTo>
                    <a:pt x="4223" y="6402"/>
                    <a:pt x="4262" y="6399"/>
                    <a:pt x="4304" y="6392"/>
                  </a:cubicBezTo>
                  <a:cubicBezTo>
                    <a:pt x="4670" y="6359"/>
                    <a:pt x="4837" y="6125"/>
                    <a:pt x="4837" y="5725"/>
                  </a:cubicBezTo>
                  <a:lnTo>
                    <a:pt x="4837" y="4457"/>
                  </a:lnTo>
                  <a:cubicBezTo>
                    <a:pt x="5204" y="3156"/>
                    <a:pt x="4871" y="1955"/>
                    <a:pt x="4270" y="821"/>
                  </a:cubicBezTo>
                  <a:cubicBezTo>
                    <a:pt x="3965" y="329"/>
                    <a:pt x="3544" y="1"/>
                    <a:pt x="3020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7"/>
            <p:cNvSpPr/>
            <p:nvPr/>
          </p:nvSpPr>
          <p:spPr>
            <a:xfrm>
              <a:off x="3678825" y="2409675"/>
              <a:ext cx="114075" cy="50975"/>
            </a:xfrm>
            <a:custGeom>
              <a:avLst/>
              <a:gdLst/>
              <a:ahLst/>
              <a:cxnLst/>
              <a:rect l="l" t="t" r="r" b="b"/>
              <a:pathLst>
                <a:path w="4563" h="2039" extrusionOk="0">
                  <a:moveTo>
                    <a:pt x="4463" y="0"/>
                  </a:moveTo>
                  <a:cubicBezTo>
                    <a:pt x="3896" y="0"/>
                    <a:pt x="3362" y="0"/>
                    <a:pt x="2761" y="200"/>
                  </a:cubicBezTo>
                  <a:cubicBezTo>
                    <a:pt x="2161" y="400"/>
                    <a:pt x="1494" y="467"/>
                    <a:pt x="827" y="534"/>
                  </a:cubicBezTo>
                  <a:cubicBezTo>
                    <a:pt x="693" y="567"/>
                    <a:pt x="526" y="567"/>
                    <a:pt x="393" y="567"/>
                  </a:cubicBezTo>
                  <a:cubicBezTo>
                    <a:pt x="326" y="634"/>
                    <a:pt x="260" y="701"/>
                    <a:pt x="193" y="801"/>
                  </a:cubicBezTo>
                  <a:cubicBezTo>
                    <a:pt x="193" y="901"/>
                    <a:pt x="160" y="1068"/>
                    <a:pt x="126" y="1201"/>
                  </a:cubicBezTo>
                  <a:cubicBezTo>
                    <a:pt x="1" y="1796"/>
                    <a:pt x="140" y="2038"/>
                    <a:pt x="682" y="2038"/>
                  </a:cubicBezTo>
                  <a:cubicBezTo>
                    <a:pt x="717" y="2038"/>
                    <a:pt x="754" y="2037"/>
                    <a:pt x="793" y="2035"/>
                  </a:cubicBezTo>
                  <a:cubicBezTo>
                    <a:pt x="993" y="2002"/>
                    <a:pt x="1194" y="1902"/>
                    <a:pt x="1394" y="1868"/>
                  </a:cubicBezTo>
                  <a:cubicBezTo>
                    <a:pt x="2294" y="1668"/>
                    <a:pt x="3162" y="1368"/>
                    <a:pt x="4062" y="1301"/>
                  </a:cubicBezTo>
                  <a:cubicBezTo>
                    <a:pt x="4029" y="834"/>
                    <a:pt x="4563" y="501"/>
                    <a:pt x="4463" y="0"/>
                  </a:cubicBezTo>
                  <a:close/>
                </a:path>
              </a:pathLst>
            </a:custGeom>
            <a:solidFill>
              <a:srgbClr val="CEC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7"/>
            <p:cNvSpPr/>
            <p:nvPr/>
          </p:nvSpPr>
          <p:spPr>
            <a:xfrm>
              <a:off x="3745350" y="2725000"/>
              <a:ext cx="34200" cy="43475"/>
            </a:xfrm>
            <a:custGeom>
              <a:avLst/>
              <a:gdLst/>
              <a:ahLst/>
              <a:cxnLst/>
              <a:rect l="l" t="t" r="r" b="b"/>
              <a:pathLst>
                <a:path w="1368" h="1739" extrusionOk="0">
                  <a:moveTo>
                    <a:pt x="492" y="1"/>
                  </a:moveTo>
                  <a:cubicBezTo>
                    <a:pt x="411" y="1"/>
                    <a:pt x="325" y="10"/>
                    <a:pt x="234" y="30"/>
                  </a:cubicBezTo>
                  <a:cubicBezTo>
                    <a:pt x="67" y="396"/>
                    <a:pt x="0" y="763"/>
                    <a:pt x="0" y="1130"/>
                  </a:cubicBezTo>
                  <a:cubicBezTo>
                    <a:pt x="34" y="1431"/>
                    <a:pt x="167" y="1697"/>
                    <a:pt x="501" y="1731"/>
                  </a:cubicBezTo>
                  <a:cubicBezTo>
                    <a:pt x="550" y="1736"/>
                    <a:pt x="597" y="1738"/>
                    <a:pt x="641" y="1738"/>
                  </a:cubicBezTo>
                  <a:cubicBezTo>
                    <a:pt x="892" y="1738"/>
                    <a:pt x="1054" y="1648"/>
                    <a:pt x="1168" y="1364"/>
                  </a:cubicBezTo>
                  <a:cubicBezTo>
                    <a:pt x="1235" y="1064"/>
                    <a:pt x="1368" y="763"/>
                    <a:pt x="1335" y="430"/>
                  </a:cubicBezTo>
                  <a:cubicBezTo>
                    <a:pt x="1093" y="161"/>
                    <a:pt x="829" y="1"/>
                    <a:pt x="492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7"/>
            <p:cNvSpPr/>
            <p:nvPr/>
          </p:nvSpPr>
          <p:spPr>
            <a:xfrm>
              <a:off x="3876275" y="2920025"/>
              <a:ext cx="3350" cy="2525"/>
            </a:xfrm>
            <a:custGeom>
              <a:avLst/>
              <a:gdLst/>
              <a:ahLst/>
              <a:cxnLst/>
              <a:rect l="l" t="t" r="r" b="b"/>
              <a:pathLst>
                <a:path w="134" h="101" extrusionOk="0">
                  <a:moveTo>
                    <a:pt x="134" y="1"/>
                  </a:moveTo>
                  <a:lnTo>
                    <a:pt x="134" y="1"/>
                  </a:lnTo>
                  <a:cubicBezTo>
                    <a:pt x="0" y="34"/>
                    <a:pt x="0" y="101"/>
                    <a:pt x="100" y="101"/>
                  </a:cubicBezTo>
                  <a:cubicBezTo>
                    <a:pt x="100" y="101"/>
                    <a:pt x="134" y="68"/>
                    <a:pt x="134" y="1"/>
                  </a:cubicBezTo>
                  <a:close/>
                </a:path>
              </a:pathLst>
            </a:custGeom>
            <a:solidFill>
              <a:srgbClr val="E0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7"/>
            <p:cNvSpPr/>
            <p:nvPr/>
          </p:nvSpPr>
          <p:spPr>
            <a:xfrm>
              <a:off x="4736875" y="2405250"/>
              <a:ext cx="237700" cy="205425"/>
            </a:xfrm>
            <a:custGeom>
              <a:avLst/>
              <a:gdLst/>
              <a:ahLst/>
              <a:cxnLst/>
              <a:rect l="l" t="t" r="r" b="b"/>
              <a:pathLst>
                <a:path w="9508" h="8217" extrusionOk="0">
                  <a:moveTo>
                    <a:pt x="1286" y="1696"/>
                  </a:moveTo>
                  <a:cubicBezTo>
                    <a:pt x="1321" y="1696"/>
                    <a:pt x="1360" y="1701"/>
                    <a:pt x="1402" y="1712"/>
                  </a:cubicBezTo>
                  <a:cubicBezTo>
                    <a:pt x="1219" y="1834"/>
                    <a:pt x="1036" y="1816"/>
                    <a:pt x="904" y="1889"/>
                  </a:cubicBezTo>
                  <a:lnTo>
                    <a:pt x="904" y="1889"/>
                  </a:lnTo>
                  <a:cubicBezTo>
                    <a:pt x="1025" y="1806"/>
                    <a:pt x="1118" y="1696"/>
                    <a:pt x="1286" y="1696"/>
                  </a:cubicBezTo>
                  <a:close/>
                  <a:moveTo>
                    <a:pt x="1903" y="1"/>
                  </a:moveTo>
                  <a:cubicBezTo>
                    <a:pt x="1516" y="1"/>
                    <a:pt x="1142" y="125"/>
                    <a:pt x="1102" y="344"/>
                  </a:cubicBezTo>
                  <a:cubicBezTo>
                    <a:pt x="1068" y="978"/>
                    <a:pt x="601" y="1145"/>
                    <a:pt x="268" y="1411"/>
                  </a:cubicBezTo>
                  <a:cubicBezTo>
                    <a:pt x="401" y="1812"/>
                    <a:pt x="635" y="1812"/>
                    <a:pt x="868" y="1912"/>
                  </a:cubicBezTo>
                  <a:cubicBezTo>
                    <a:pt x="868" y="2045"/>
                    <a:pt x="902" y="2245"/>
                    <a:pt x="802" y="2345"/>
                  </a:cubicBezTo>
                  <a:cubicBezTo>
                    <a:pt x="234" y="2979"/>
                    <a:pt x="268" y="3680"/>
                    <a:pt x="301" y="4480"/>
                  </a:cubicBezTo>
                  <a:cubicBezTo>
                    <a:pt x="301" y="4747"/>
                    <a:pt x="368" y="5047"/>
                    <a:pt x="368" y="5314"/>
                  </a:cubicBezTo>
                  <a:cubicBezTo>
                    <a:pt x="368" y="5981"/>
                    <a:pt x="601" y="6682"/>
                    <a:pt x="168" y="7316"/>
                  </a:cubicBezTo>
                  <a:cubicBezTo>
                    <a:pt x="34" y="7416"/>
                    <a:pt x="1" y="7549"/>
                    <a:pt x="1" y="7716"/>
                  </a:cubicBezTo>
                  <a:cubicBezTo>
                    <a:pt x="1" y="7816"/>
                    <a:pt x="1" y="7916"/>
                    <a:pt x="34" y="8016"/>
                  </a:cubicBezTo>
                  <a:cubicBezTo>
                    <a:pt x="68" y="8083"/>
                    <a:pt x="168" y="8183"/>
                    <a:pt x="234" y="8216"/>
                  </a:cubicBezTo>
                  <a:cubicBezTo>
                    <a:pt x="368" y="8183"/>
                    <a:pt x="435" y="8116"/>
                    <a:pt x="535" y="8083"/>
                  </a:cubicBezTo>
                  <a:cubicBezTo>
                    <a:pt x="1035" y="7516"/>
                    <a:pt x="1869" y="7616"/>
                    <a:pt x="2369" y="7115"/>
                  </a:cubicBezTo>
                  <a:cubicBezTo>
                    <a:pt x="3437" y="6081"/>
                    <a:pt x="4771" y="5748"/>
                    <a:pt x="6172" y="5414"/>
                  </a:cubicBezTo>
                  <a:cubicBezTo>
                    <a:pt x="6406" y="5348"/>
                    <a:pt x="6672" y="5247"/>
                    <a:pt x="6739" y="4981"/>
                  </a:cubicBezTo>
                  <a:lnTo>
                    <a:pt x="7373" y="4080"/>
                  </a:lnTo>
                  <a:cubicBezTo>
                    <a:pt x="7606" y="4080"/>
                    <a:pt x="7873" y="4080"/>
                    <a:pt x="8107" y="4047"/>
                  </a:cubicBezTo>
                  <a:cubicBezTo>
                    <a:pt x="8741" y="3880"/>
                    <a:pt x="9374" y="3680"/>
                    <a:pt x="9508" y="2912"/>
                  </a:cubicBezTo>
                  <a:lnTo>
                    <a:pt x="9508" y="2712"/>
                  </a:lnTo>
                  <a:cubicBezTo>
                    <a:pt x="9441" y="2646"/>
                    <a:pt x="9441" y="2579"/>
                    <a:pt x="9441" y="2512"/>
                  </a:cubicBezTo>
                  <a:lnTo>
                    <a:pt x="9241" y="2312"/>
                  </a:lnTo>
                  <a:cubicBezTo>
                    <a:pt x="9208" y="2212"/>
                    <a:pt x="9107" y="2179"/>
                    <a:pt x="9041" y="2079"/>
                  </a:cubicBezTo>
                  <a:lnTo>
                    <a:pt x="8841" y="1878"/>
                  </a:lnTo>
                  <a:cubicBezTo>
                    <a:pt x="8774" y="1812"/>
                    <a:pt x="8707" y="1712"/>
                    <a:pt x="8440" y="1678"/>
                  </a:cubicBezTo>
                  <a:cubicBezTo>
                    <a:pt x="8407" y="1578"/>
                    <a:pt x="8340" y="1545"/>
                    <a:pt x="8240" y="1478"/>
                  </a:cubicBezTo>
                  <a:cubicBezTo>
                    <a:pt x="8207" y="1378"/>
                    <a:pt x="8107" y="1345"/>
                    <a:pt x="8040" y="1245"/>
                  </a:cubicBezTo>
                  <a:cubicBezTo>
                    <a:pt x="7873" y="1245"/>
                    <a:pt x="7706" y="1211"/>
                    <a:pt x="7606" y="1044"/>
                  </a:cubicBezTo>
                  <a:lnTo>
                    <a:pt x="7206" y="1044"/>
                  </a:lnTo>
                  <a:cubicBezTo>
                    <a:pt x="6976" y="1099"/>
                    <a:pt x="6742" y="1140"/>
                    <a:pt x="6519" y="1140"/>
                  </a:cubicBezTo>
                  <a:cubicBezTo>
                    <a:pt x="6063" y="1140"/>
                    <a:pt x="5651" y="971"/>
                    <a:pt x="5405" y="411"/>
                  </a:cubicBezTo>
                  <a:cubicBezTo>
                    <a:pt x="5405" y="344"/>
                    <a:pt x="5338" y="311"/>
                    <a:pt x="5271" y="244"/>
                  </a:cubicBezTo>
                  <a:lnTo>
                    <a:pt x="4938" y="244"/>
                  </a:lnTo>
                  <a:cubicBezTo>
                    <a:pt x="4574" y="203"/>
                    <a:pt x="4185" y="16"/>
                    <a:pt x="3794" y="16"/>
                  </a:cubicBezTo>
                  <a:cubicBezTo>
                    <a:pt x="3540" y="16"/>
                    <a:pt x="3286" y="95"/>
                    <a:pt x="3036" y="344"/>
                  </a:cubicBezTo>
                  <a:cubicBezTo>
                    <a:pt x="2998" y="383"/>
                    <a:pt x="2961" y="398"/>
                    <a:pt x="2926" y="398"/>
                  </a:cubicBezTo>
                  <a:cubicBezTo>
                    <a:pt x="2808" y="398"/>
                    <a:pt x="2705" y="228"/>
                    <a:pt x="2603" y="177"/>
                  </a:cubicBezTo>
                  <a:cubicBezTo>
                    <a:pt x="2429" y="57"/>
                    <a:pt x="2163" y="1"/>
                    <a:pt x="1903" y="1"/>
                  </a:cubicBezTo>
                  <a:close/>
                </a:path>
              </a:pathLst>
            </a:custGeom>
            <a:solidFill>
              <a:srgbClr val="D8D6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7"/>
            <p:cNvSpPr/>
            <p:nvPr/>
          </p:nvSpPr>
          <p:spPr>
            <a:xfrm>
              <a:off x="4789425" y="2635650"/>
              <a:ext cx="93425" cy="279400"/>
            </a:xfrm>
            <a:custGeom>
              <a:avLst/>
              <a:gdLst/>
              <a:ahLst/>
              <a:cxnLst/>
              <a:rect l="l" t="t" r="r" b="b"/>
              <a:pathLst>
                <a:path w="3737" h="11176" extrusionOk="0">
                  <a:moveTo>
                    <a:pt x="1568" y="1"/>
                  </a:moveTo>
                  <a:cubicBezTo>
                    <a:pt x="1502" y="34"/>
                    <a:pt x="1468" y="34"/>
                    <a:pt x="1435" y="34"/>
                  </a:cubicBezTo>
                  <a:cubicBezTo>
                    <a:pt x="1335" y="101"/>
                    <a:pt x="1301" y="168"/>
                    <a:pt x="1235" y="201"/>
                  </a:cubicBezTo>
                  <a:lnTo>
                    <a:pt x="834" y="601"/>
                  </a:lnTo>
                  <a:cubicBezTo>
                    <a:pt x="768" y="668"/>
                    <a:pt x="734" y="768"/>
                    <a:pt x="668" y="835"/>
                  </a:cubicBezTo>
                  <a:cubicBezTo>
                    <a:pt x="568" y="1102"/>
                    <a:pt x="501" y="1335"/>
                    <a:pt x="568" y="1602"/>
                  </a:cubicBezTo>
                  <a:cubicBezTo>
                    <a:pt x="601" y="1702"/>
                    <a:pt x="601" y="1802"/>
                    <a:pt x="634" y="1936"/>
                  </a:cubicBezTo>
                  <a:cubicBezTo>
                    <a:pt x="734" y="3604"/>
                    <a:pt x="601" y="5271"/>
                    <a:pt x="334" y="6939"/>
                  </a:cubicBezTo>
                  <a:cubicBezTo>
                    <a:pt x="234" y="7707"/>
                    <a:pt x="0" y="8540"/>
                    <a:pt x="568" y="9308"/>
                  </a:cubicBezTo>
                  <a:cubicBezTo>
                    <a:pt x="634" y="10275"/>
                    <a:pt x="1235" y="10976"/>
                    <a:pt x="2102" y="11176"/>
                  </a:cubicBezTo>
                  <a:cubicBezTo>
                    <a:pt x="2402" y="10942"/>
                    <a:pt x="2502" y="10609"/>
                    <a:pt x="2469" y="10142"/>
                  </a:cubicBezTo>
                  <a:cubicBezTo>
                    <a:pt x="2436" y="8674"/>
                    <a:pt x="2802" y="7273"/>
                    <a:pt x="2903" y="5838"/>
                  </a:cubicBezTo>
                  <a:cubicBezTo>
                    <a:pt x="2936" y="5205"/>
                    <a:pt x="3069" y="4638"/>
                    <a:pt x="3336" y="4137"/>
                  </a:cubicBezTo>
                  <a:cubicBezTo>
                    <a:pt x="3736" y="3437"/>
                    <a:pt x="3303" y="2670"/>
                    <a:pt x="3636" y="1936"/>
                  </a:cubicBezTo>
                  <a:cubicBezTo>
                    <a:pt x="3736" y="1702"/>
                    <a:pt x="3470" y="1135"/>
                    <a:pt x="2969" y="968"/>
                  </a:cubicBezTo>
                  <a:cubicBezTo>
                    <a:pt x="2602" y="835"/>
                    <a:pt x="2302" y="635"/>
                    <a:pt x="2102" y="268"/>
                  </a:cubicBezTo>
                  <a:cubicBezTo>
                    <a:pt x="2002" y="34"/>
                    <a:pt x="1768" y="1"/>
                    <a:pt x="1568" y="1"/>
                  </a:cubicBezTo>
                  <a:close/>
                </a:path>
              </a:pathLst>
            </a:custGeom>
            <a:solidFill>
              <a:srgbClr val="E7E4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7"/>
            <p:cNvSpPr/>
            <p:nvPr/>
          </p:nvSpPr>
          <p:spPr>
            <a:xfrm>
              <a:off x="4846975" y="2526175"/>
              <a:ext cx="142625" cy="61975"/>
            </a:xfrm>
            <a:custGeom>
              <a:avLst/>
              <a:gdLst/>
              <a:ahLst/>
              <a:cxnLst/>
              <a:rect l="l" t="t" r="r" b="b"/>
              <a:pathLst>
                <a:path w="5705" h="2479" extrusionOk="0">
                  <a:moveTo>
                    <a:pt x="4243" y="1"/>
                  </a:moveTo>
                  <a:cubicBezTo>
                    <a:pt x="3628" y="1"/>
                    <a:pt x="3009" y="44"/>
                    <a:pt x="2368" y="44"/>
                  </a:cubicBezTo>
                  <a:lnTo>
                    <a:pt x="1768" y="310"/>
                  </a:lnTo>
                  <a:cubicBezTo>
                    <a:pt x="867" y="744"/>
                    <a:pt x="367" y="1511"/>
                    <a:pt x="0" y="2345"/>
                  </a:cubicBezTo>
                  <a:cubicBezTo>
                    <a:pt x="33" y="2379"/>
                    <a:pt x="33" y="2412"/>
                    <a:pt x="100" y="2479"/>
                  </a:cubicBezTo>
                  <a:cubicBezTo>
                    <a:pt x="1201" y="2145"/>
                    <a:pt x="2469" y="2045"/>
                    <a:pt x="3503" y="1478"/>
                  </a:cubicBezTo>
                  <a:cubicBezTo>
                    <a:pt x="3573" y="1431"/>
                    <a:pt x="3627" y="1384"/>
                    <a:pt x="3688" y="1384"/>
                  </a:cubicBezTo>
                  <a:cubicBezTo>
                    <a:pt x="3714" y="1384"/>
                    <a:pt x="3740" y="1392"/>
                    <a:pt x="3769" y="1411"/>
                  </a:cubicBezTo>
                  <a:cubicBezTo>
                    <a:pt x="3897" y="1587"/>
                    <a:pt x="4038" y="1643"/>
                    <a:pt x="4186" y="1643"/>
                  </a:cubicBezTo>
                  <a:cubicBezTo>
                    <a:pt x="4441" y="1643"/>
                    <a:pt x="4717" y="1477"/>
                    <a:pt x="4974" y="1477"/>
                  </a:cubicBezTo>
                  <a:cubicBezTo>
                    <a:pt x="5076" y="1477"/>
                    <a:pt x="5176" y="1504"/>
                    <a:pt x="5271" y="1578"/>
                  </a:cubicBezTo>
                  <a:cubicBezTo>
                    <a:pt x="5304" y="1578"/>
                    <a:pt x="5371" y="1511"/>
                    <a:pt x="5437" y="1478"/>
                  </a:cubicBezTo>
                  <a:cubicBezTo>
                    <a:pt x="5704" y="1078"/>
                    <a:pt x="5204" y="10"/>
                    <a:pt x="4703" y="10"/>
                  </a:cubicBezTo>
                  <a:cubicBezTo>
                    <a:pt x="4550" y="4"/>
                    <a:pt x="4397" y="1"/>
                    <a:pt x="4243" y="1"/>
                  </a:cubicBezTo>
                  <a:close/>
                </a:path>
              </a:pathLst>
            </a:custGeom>
            <a:solidFill>
              <a:srgbClr val="DFCD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7"/>
            <p:cNvSpPr/>
            <p:nvPr/>
          </p:nvSpPr>
          <p:spPr>
            <a:xfrm>
              <a:off x="4801925" y="2592300"/>
              <a:ext cx="41725" cy="60900"/>
            </a:xfrm>
            <a:custGeom>
              <a:avLst/>
              <a:gdLst/>
              <a:ahLst/>
              <a:cxnLst/>
              <a:rect l="l" t="t" r="r" b="b"/>
              <a:pathLst>
                <a:path w="1669" h="2436" extrusionOk="0">
                  <a:moveTo>
                    <a:pt x="1569" y="0"/>
                  </a:moveTo>
                  <a:cubicBezTo>
                    <a:pt x="801" y="0"/>
                    <a:pt x="168" y="167"/>
                    <a:pt x="1" y="1034"/>
                  </a:cubicBezTo>
                  <a:cubicBezTo>
                    <a:pt x="101" y="1535"/>
                    <a:pt x="101" y="2035"/>
                    <a:pt x="468" y="2435"/>
                  </a:cubicBezTo>
                  <a:cubicBezTo>
                    <a:pt x="668" y="2369"/>
                    <a:pt x="801" y="2235"/>
                    <a:pt x="901" y="2035"/>
                  </a:cubicBezTo>
                  <a:cubicBezTo>
                    <a:pt x="968" y="1935"/>
                    <a:pt x="1002" y="1868"/>
                    <a:pt x="1102" y="1768"/>
                  </a:cubicBezTo>
                  <a:cubicBezTo>
                    <a:pt x="1135" y="1135"/>
                    <a:pt x="1402" y="601"/>
                    <a:pt x="1669" y="67"/>
                  </a:cubicBezTo>
                  <a:cubicBezTo>
                    <a:pt x="1635" y="67"/>
                    <a:pt x="1602" y="34"/>
                    <a:pt x="1569" y="0"/>
                  </a:cubicBezTo>
                  <a:close/>
                </a:path>
              </a:pathLst>
            </a:custGeom>
            <a:solidFill>
              <a:srgbClr val="D8D9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7"/>
            <p:cNvSpPr/>
            <p:nvPr/>
          </p:nvSpPr>
          <p:spPr>
            <a:xfrm>
              <a:off x="4842925" y="2588750"/>
              <a:ext cx="6575" cy="5250"/>
            </a:xfrm>
            <a:custGeom>
              <a:avLst/>
              <a:gdLst/>
              <a:ahLst/>
              <a:cxnLst/>
              <a:rect l="l" t="t" r="r" b="b"/>
              <a:pathLst>
                <a:path w="263" h="210" extrusionOk="0">
                  <a:moveTo>
                    <a:pt x="185" y="1"/>
                  </a:moveTo>
                  <a:cubicBezTo>
                    <a:pt x="66" y="1"/>
                    <a:pt x="1" y="70"/>
                    <a:pt x="29" y="209"/>
                  </a:cubicBezTo>
                  <a:cubicBezTo>
                    <a:pt x="129" y="176"/>
                    <a:pt x="162" y="76"/>
                    <a:pt x="262" y="9"/>
                  </a:cubicBezTo>
                  <a:cubicBezTo>
                    <a:pt x="234" y="3"/>
                    <a:pt x="208" y="1"/>
                    <a:pt x="185" y="1"/>
                  </a:cubicBezTo>
                  <a:close/>
                </a:path>
              </a:pathLst>
            </a:custGeom>
            <a:solidFill>
              <a:srgbClr val="DFCD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7"/>
            <p:cNvSpPr/>
            <p:nvPr/>
          </p:nvSpPr>
          <p:spPr>
            <a:xfrm>
              <a:off x="4010425" y="2431775"/>
              <a:ext cx="710650" cy="174700"/>
            </a:xfrm>
            <a:custGeom>
              <a:avLst/>
              <a:gdLst/>
              <a:ahLst/>
              <a:cxnLst/>
              <a:rect l="l" t="t" r="r" b="b"/>
              <a:pathLst>
                <a:path w="28426" h="6988" extrusionOk="0">
                  <a:moveTo>
                    <a:pt x="3696" y="1"/>
                  </a:moveTo>
                  <a:cubicBezTo>
                    <a:pt x="3101" y="1"/>
                    <a:pt x="2504" y="26"/>
                    <a:pt x="1906" y="84"/>
                  </a:cubicBezTo>
                  <a:cubicBezTo>
                    <a:pt x="1603" y="40"/>
                    <a:pt x="1344" y="16"/>
                    <a:pt x="1127" y="16"/>
                  </a:cubicBezTo>
                  <a:cubicBezTo>
                    <a:pt x="171" y="16"/>
                    <a:pt x="0" y="475"/>
                    <a:pt x="272" y="1751"/>
                  </a:cubicBezTo>
                  <a:cubicBezTo>
                    <a:pt x="272" y="1818"/>
                    <a:pt x="305" y="1952"/>
                    <a:pt x="338" y="2018"/>
                  </a:cubicBezTo>
                  <a:cubicBezTo>
                    <a:pt x="987" y="2948"/>
                    <a:pt x="1873" y="3473"/>
                    <a:pt x="2675" y="3473"/>
                  </a:cubicBezTo>
                  <a:cubicBezTo>
                    <a:pt x="2823" y="3473"/>
                    <a:pt x="2967" y="3456"/>
                    <a:pt x="3107" y="3419"/>
                  </a:cubicBezTo>
                  <a:cubicBezTo>
                    <a:pt x="4108" y="2785"/>
                    <a:pt x="5242" y="2585"/>
                    <a:pt x="6409" y="2519"/>
                  </a:cubicBezTo>
                  <a:cubicBezTo>
                    <a:pt x="6910" y="2519"/>
                    <a:pt x="7277" y="2452"/>
                    <a:pt x="7577" y="2018"/>
                  </a:cubicBezTo>
                  <a:cubicBezTo>
                    <a:pt x="7717" y="1792"/>
                    <a:pt x="7865" y="1692"/>
                    <a:pt x="8032" y="1692"/>
                  </a:cubicBezTo>
                  <a:cubicBezTo>
                    <a:pt x="8185" y="1692"/>
                    <a:pt x="8353" y="1775"/>
                    <a:pt x="8544" y="1918"/>
                  </a:cubicBezTo>
                  <a:cubicBezTo>
                    <a:pt x="8924" y="2193"/>
                    <a:pt x="9358" y="2347"/>
                    <a:pt x="9811" y="2347"/>
                  </a:cubicBezTo>
                  <a:cubicBezTo>
                    <a:pt x="10074" y="2347"/>
                    <a:pt x="10343" y="2295"/>
                    <a:pt x="10612" y="2185"/>
                  </a:cubicBezTo>
                  <a:cubicBezTo>
                    <a:pt x="10896" y="1876"/>
                    <a:pt x="11219" y="1706"/>
                    <a:pt x="11597" y="1706"/>
                  </a:cubicBezTo>
                  <a:cubicBezTo>
                    <a:pt x="11709" y="1706"/>
                    <a:pt x="11825" y="1721"/>
                    <a:pt x="11947" y="1751"/>
                  </a:cubicBezTo>
                  <a:cubicBezTo>
                    <a:pt x="14282" y="2285"/>
                    <a:pt x="16750" y="2485"/>
                    <a:pt x="18952" y="3586"/>
                  </a:cubicBezTo>
                  <a:cubicBezTo>
                    <a:pt x="19185" y="3653"/>
                    <a:pt x="19419" y="3786"/>
                    <a:pt x="19652" y="3853"/>
                  </a:cubicBezTo>
                  <a:cubicBezTo>
                    <a:pt x="20419" y="4153"/>
                    <a:pt x="21187" y="4320"/>
                    <a:pt x="21921" y="4787"/>
                  </a:cubicBezTo>
                  <a:cubicBezTo>
                    <a:pt x="23488" y="5287"/>
                    <a:pt x="24956" y="5988"/>
                    <a:pt x="26457" y="6622"/>
                  </a:cubicBezTo>
                  <a:cubicBezTo>
                    <a:pt x="26915" y="6698"/>
                    <a:pt x="27315" y="6988"/>
                    <a:pt x="27745" y="6988"/>
                  </a:cubicBezTo>
                  <a:cubicBezTo>
                    <a:pt x="27879" y="6988"/>
                    <a:pt x="28016" y="6960"/>
                    <a:pt x="28158" y="6888"/>
                  </a:cubicBezTo>
                  <a:cubicBezTo>
                    <a:pt x="28325" y="6488"/>
                    <a:pt x="28425" y="6021"/>
                    <a:pt x="28158" y="5587"/>
                  </a:cubicBezTo>
                  <a:cubicBezTo>
                    <a:pt x="27992" y="5532"/>
                    <a:pt x="27918" y="5247"/>
                    <a:pt x="27764" y="5247"/>
                  </a:cubicBezTo>
                  <a:cubicBezTo>
                    <a:pt x="27733" y="5247"/>
                    <a:pt x="27698" y="5259"/>
                    <a:pt x="27658" y="5287"/>
                  </a:cubicBezTo>
                  <a:cubicBezTo>
                    <a:pt x="27425" y="5467"/>
                    <a:pt x="27210" y="5536"/>
                    <a:pt x="27005" y="5536"/>
                  </a:cubicBezTo>
                  <a:cubicBezTo>
                    <a:pt x="26565" y="5536"/>
                    <a:pt x="26177" y="5215"/>
                    <a:pt x="25790" y="4987"/>
                  </a:cubicBezTo>
                  <a:cubicBezTo>
                    <a:pt x="23622" y="3686"/>
                    <a:pt x="21187" y="3119"/>
                    <a:pt x="18818" y="2419"/>
                  </a:cubicBezTo>
                  <a:cubicBezTo>
                    <a:pt x="17484" y="1985"/>
                    <a:pt x="16083" y="1785"/>
                    <a:pt x="14782" y="1251"/>
                  </a:cubicBezTo>
                  <a:cubicBezTo>
                    <a:pt x="13248" y="1151"/>
                    <a:pt x="11713" y="817"/>
                    <a:pt x="10145" y="617"/>
                  </a:cubicBezTo>
                  <a:cubicBezTo>
                    <a:pt x="8001" y="330"/>
                    <a:pt x="5857" y="1"/>
                    <a:pt x="3696" y="1"/>
                  </a:cubicBezTo>
                  <a:close/>
                </a:path>
              </a:pathLst>
            </a:custGeom>
            <a:solidFill>
              <a:srgbClr val="E0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7"/>
            <p:cNvSpPr/>
            <p:nvPr/>
          </p:nvSpPr>
          <p:spPr>
            <a:xfrm>
              <a:off x="4679350" y="2570050"/>
              <a:ext cx="88425" cy="422550"/>
            </a:xfrm>
            <a:custGeom>
              <a:avLst/>
              <a:gdLst/>
              <a:ahLst/>
              <a:cxnLst/>
              <a:rect l="l" t="t" r="r" b="b"/>
              <a:pathLst>
                <a:path w="3537" h="16902" extrusionOk="0">
                  <a:moveTo>
                    <a:pt x="1836" y="0"/>
                  </a:moveTo>
                  <a:cubicBezTo>
                    <a:pt x="1718" y="0"/>
                    <a:pt x="1577" y="21"/>
                    <a:pt x="1401" y="56"/>
                  </a:cubicBezTo>
                  <a:cubicBezTo>
                    <a:pt x="1368" y="490"/>
                    <a:pt x="1068" y="924"/>
                    <a:pt x="1468" y="1324"/>
                  </a:cubicBezTo>
                  <a:cubicBezTo>
                    <a:pt x="1835" y="2225"/>
                    <a:pt x="1702" y="3125"/>
                    <a:pt x="1401" y="3959"/>
                  </a:cubicBezTo>
                  <a:cubicBezTo>
                    <a:pt x="1335" y="4293"/>
                    <a:pt x="1268" y="4660"/>
                    <a:pt x="1235" y="4993"/>
                  </a:cubicBezTo>
                  <a:cubicBezTo>
                    <a:pt x="868" y="8062"/>
                    <a:pt x="701" y="11131"/>
                    <a:pt x="100" y="14167"/>
                  </a:cubicBezTo>
                  <a:cubicBezTo>
                    <a:pt x="34" y="14767"/>
                    <a:pt x="0" y="15401"/>
                    <a:pt x="200" y="15968"/>
                  </a:cubicBezTo>
                  <a:cubicBezTo>
                    <a:pt x="325" y="16218"/>
                    <a:pt x="538" y="16438"/>
                    <a:pt x="783" y="16438"/>
                  </a:cubicBezTo>
                  <a:cubicBezTo>
                    <a:pt x="800" y="16438"/>
                    <a:pt x="817" y="16437"/>
                    <a:pt x="834" y="16435"/>
                  </a:cubicBezTo>
                  <a:cubicBezTo>
                    <a:pt x="946" y="16412"/>
                    <a:pt x="1054" y="16402"/>
                    <a:pt x="1157" y="16402"/>
                  </a:cubicBezTo>
                  <a:cubicBezTo>
                    <a:pt x="1670" y="16402"/>
                    <a:pt x="2091" y="16652"/>
                    <a:pt x="2535" y="16902"/>
                  </a:cubicBezTo>
                  <a:cubicBezTo>
                    <a:pt x="2836" y="16602"/>
                    <a:pt x="2802" y="16168"/>
                    <a:pt x="2802" y="15801"/>
                  </a:cubicBezTo>
                  <a:cubicBezTo>
                    <a:pt x="2802" y="15267"/>
                    <a:pt x="2702" y="14667"/>
                    <a:pt x="2869" y="14133"/>
                  </a:cubicBezTo>
                  <a:cubicBezTo>
                    <a:pt x="3169" y="12966"/>
                    <a:pt x="3069" y="11765"/>
                    <a:pt x="3203" y="10564"/>
                  </a:cubicBezTo>
                  <a:cubicBezTo>
                    <a:pt x="3503" y="7895"/>
                    <a:pt x="3536" y="5260"/>
                    <a:pt x="3403" y="2592"/>
                  </a:cubicBezTo>
                  <a:cubicBezTo>
                    <a:pt x="3369" y="2391"/>
                    <a:pt x="3303" y="2158"/>
                    <a:pt x="3169" y="1991"/>
                  </a:cubicBezTo>
                  <a:cubicBezTo>
                    <a:pt x="3069" y="1891"/>
                    <a:pt x="3002" y="1758"/>
                    <a:pt x="2869" y="1658"/>
                  </a:cubicBezTo>
                  <a:cubicBezTo>
                    <a:pt x="2736" y="1591"/>
                    <a:pt x="2636" y="1591"/>
                    <a:pt x="2502" y="1491"/>
                  </a:cubicBezTo>
                  <a:lnTo>
                    <a:pt x="2502" y="1291"/>
                  </a:lnTo>
                  <a:cubicBezTo>
                    <a:pt x="2502" y="1291"/>
                    <a:pt x="2469" y="1257"/>
                    <a:pt x="2469" y="1224"/>
                  </a:cubicBezTo>
                  <a:cubicBezTo>
                    <a:pt x="2402" y="1157"/>
                    <a:pt x="2469" y="1124"/>
                    <a:pt x="2502" y="1091"/>
                  </a:cubicBezTo>
                  <a:lnTo>
                    <a:pt x="2502" y="657"/>
                  </a:lnTo>
                  <a:cubicBezTo>
                    <a:pt x="2306" y="166"/>
                    <a:pt x="2163" y="0"/>
                    <a:pt x="1836" y="0"/>
                  </a:cubicBezTo>
                  <a:close/>
                </a:path>
              </a:pathLst>
            </a:custGeom>
            <a:solidFill>
              <a:srgbClr val="DAE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7"/>
            <p:cNvSpPr/>
            <p:nvPr/>
          </p:nvSpPr>
          <p:spPr>
            <a:xfrm>
              <a:off x="4108100" y="3366075"/>
              <a:ext cx="553750" cy="611625"/>
            </a:xfrm>
            <a:custGeom>
              <a:avLst/>
              <a:gdLst/>
              <a:ahLst/>
              <a:cxnLst/>
              <a:rect l="l" t="t" r="r" b="b"/>
              <a:pathLst>
                <a:path w="22150" h="24465" extrusionOk="0">
                  <a:moveTo>
                    <a:pt x="4612" y="0"/>
                  </a:moveTo>
                  <a:cubicBezTo>
                    <a:pt x="4554" y="0"/>
                    <a:pt x="4496" y="2"/>
                    <a:pt x="4437" y="5"/>
                  </a:cubicBezTo>
                  <a:cubicBezTo>
                    <a:pt x="3937" y="105"/>
                    <a:pt x="3737" y="505"/>
                    <a:pt x="3503" y="906"/>
                  </a:cubicBezTo>
                  <a:lnTo>
                    <a:pt x="3370" y="1139"/>
                  </a:lnTo>
                  <a:cubicBezTo>
                    <a:pt x="3270" y="1439"/>
                    <a:pt x="3236" y="1739"/>
                    <a:pt x="3170" y="1973"/>
                  </a:cubicBezTo>
                  <a:cubicBezTo>
                    <a:pt x="3103" y="2073"/>
                    <a:pt x="3070" y="2173"/>
                    <a:pt x="3070" y="2273"/>
                  </a:cubicBezTo>
                  <a:cubicBezTo>
                    <a:pt x="3036" y="2573"/>
                    <a:pt x="2936" y="2807"/>
                    <a:pt x="2869" y="3040"/>
                  </a:cubicBezTo>
                  <a:cubicBezTo>
                    <a:pt x="1902" y="8678"/>
                    <a:pt x="1368" y="14449"/>
                    <a:pt x="501" y="20119"/>
                  </a:cubicBezTo>
                  <a:cubicBezTo>
                    <a:pt x="434" y="21053"/>
                    <a:pt x="1" y="22021"/>
                    <a:pt x="434" y="22988"/>
                  </a:cubicBezTo>
                  <a:cubicBezTo>
                    <a:pt x="663" y="22703"/>
                    <a:pt x="793" y="22466"/>
                    <a:pt x="1181" y="22466"/>
                  </a:cubicBezTo>
                  <a:cubicBezTo>
                    <a:pt x="1246" y="22466"/>
                    <a:pt x="1319" y="22473"/>
                    <a:pt x="1402" y="22488"/>
                  </a:cubicBezTo>
                  <a:cubicBezTo>
                    <a:pt x="2903" y="22688"/>
                    <a:pt x="4404" y="22955"/>
                    <a:pt x="5905" y="23121"/>
                  </a:cubicBezTo>
                  <a:cubicBezTo>
                    <a:pt x="7039" y="23222"/>
                    <a:pt x="8173" y="23355"/>
                    <a:pt x="9307" y="23588"/>
                  </a:cubicBezTo>
                  <a:cubicBezTo>
                    <a:pt x="10023" y="23691"/>
                    <a:pt x="10757" y="24086"/>
                    <a:pt x="11527" y="24086"/>
                  </a:cubicBezTo>
                  <a:cubicBezTo>
                    <a:pt x="11762" y="24086"/>
                    <a:pt x="12001" y="24049"/>
                    <a:pt x="12243" y="23955"/>
                  </a:cubicBezTo>
                  <a:cubicBezTo>
                    <a:pt x="12303" y="23910"/>
                    <a:pt x="12370" y="23892"/>
                    <a:pt x="12438" y="23892"/>
                  </a:cubicBezTo>
                  <a:cubicBezTo>
                    <a:pt x="12520" y="23892"/>
                    <a:pt x="12603" y="23919"/>
                    <a:pt x="12676" y="23955"/>
                  </a:cubicBezTo>
                  <a:cubicBezTo>
                    <a:pt x="13011" y="24079"/>
                    <a:pt x="13356" y="24118"/>
                    <a:pt x="13695" y="24118"/>
                  </a:cubicBezTo>
                  <a:cubicBezTo>
                    <a:pt x="13997" y="24118"/>
                    <a:pt x="14295" y="24087"/>
                    <a:pt x="14578" y="24055"/>
                  </a:cubicBezTo>
                  <a:cubicBezTo>
                    <a:pt x="14853" y="24047"/>
                    <a:pt x="15124" y="24041"/>
                    <a:pt x="15392" y="24041"/>
                  </a:cubicBezTo>
                  <a:cubicBezTo>
                    <a:pt x="16196" y="24041"/>
                    <a:pt x="16971" y="24097"/>
                    <a:pt x="17747" y="24322"/>
                  </a:cubicBezTo>
                  <a:cubicBezTo>
                    <a:pt x="18093" y="24413"/>
                    <a:pt x="18367" y="24465"/>
                    <a:pt x="18587" y="24465"/>
                  </a:cubicBezTo>
                  <a:cubicBezTo>
                    <a:pt x="19173" y="24465"/>
                    <a:pt x="19378" y="24101"/>
                    <a:pt x="19548" y="23155"/>
                  </a:cubicBezTo>
                  <a:lnTo>
                    <a:pt x="19548" y="23021"/>
                  </a:lnTo>
                  <a:cubicBezTo>
                    <a:pt x="19982" y="21487"/>
                    <a:pt x="19915" y="19786"/>
                    <a:pt x="20582" y="18285"/>
                  </a:cubicBezTo>
                  <a:cubicBezTo>
                    <a:pt x="20682" y="18018"/>
                    <a:pt x="20682" y="17784"/>
                    <a:pt x="20682" y="17517"/>
                  </a:cubicBezTo>
                  <a:cubicBezTo>
                    <a:pt x="20749" y="16317"/>
                    <a:pt x="20982" y="15116"/>
                    <a:pt x="21049" y="13915"/>
                  </a:cubicBezTo>
                  <a:cubicBezTo>
                    <a:pt x="21149" y="12847"/>
                    <a:pt x="21649" y="11847"/>
                    <a:pt x="21182" y="10779"/>
                  </a:cubicBezTo>
                  <a:cubicBezTo>
                    <a:pt x="21149" y="10679"/>
                    <a:pt x="21149" y="10512"/>
                    <a:pt x="21182" y="10479"/>
                  </a:cubicBezTo>
                  <a:cubicBezTo>
                    <a:pt x="21583" y="10012"/>
                    <a:pt x="21549" y="9578"/>
                    <a:pt x="21349" y="9011"/>
                  </a:cubicBezTo>
                  <a:cubicBezTo>
                    <a:pt x="21216" y="8744"/>
                    <a:pt x="21416" y="8478"/>
                    <a:pt x="21649" y="8277"/>
                  </a:cubicBezTo>
                  <a:cubicBezTo>
                    <a:pt x="21983" y="7944"/>
                    <a:pt x="22150" y="7510"/>
                    <a:pt x="21916" y="7010"/>
                  </a:cubicBezTo>
                  <a:cubicBezTo>
                    <a:pt x="21850" y="6943"/>
                    <a:pt x="21716" y="6943"/>
                    <a:pt x="21683" y="6943"/>
                  </a:cubicBezTo>
                  <a:cubicBezTo>
                    <a:pt x="20715" y="7410"/>
                    <a:pt x="20515" y="8277"/>
                    <a:pt x="20515" y="9245"/>
                  </a:cubicBezTo>
                  <a:cubicBezTo>
                    <a:pt x="20515" y="9879"/>
                    <a:pt x="20415" y="10546"/>
                    <a:pt x="20182" y="11180"/>
                  </a:cubicBezTo>
                  <a:cubicBezTo>
                    <a:pt x="19915" y="11813"/>
                    <a:pt x="19915" y="12481"/>
                    <a:pt x="19882" y="13148"/>
                  </a:cubicBezTo>
                  <a:cubicBezTo>
                    <a:pt x="19848" y="13314"/>
                    <a:pt x="20082" y="13481"/>
                    <a:pt x="19781" y="13581"/>
                  </a:cubicBezTo>
                  <a:cubicBezTo>
                    <a:pt x="19750" y="13592"/>
                    <a:pt x="19723" y="13596"/>
                    <a:pt x="19697" y="13596"/>
                  </a:cubicBezTo>
                  <a:cubicBezTo>
                    <a:pt x="19560" y="13596"/>
                    <a:pt x="19499" y="13455"/>
                    <a:pt x="19415" y="13314"/>
                  </a:cubicBezTo>
                  <a:cubicBezTo>
                    <a:pt x="19214" y="12847"/>
                    <a:pt x="19048" y="12314"/>
                    <a:pt x="18581" y="11980"/>
                  </a:cubicBezTo>
                  <a:cubicBezTo>
                    <a:pt x="18547" y="11963"/>
                    <a:pt x="18514" y="11955"/>
                    <a:pt x="18489" y="11955"/>
                  </a:cubicBezTo>
                  <a:cubicBezTo>
                    <a:pt x="18464" y="11955"/>
                    <a:pt x="18447" y="11963"/>
                    <a:pt x="18447" y="11980"/>
                  </a:cubicBezTo>
                  <a:cubicBezTo>
                    <a:pt x="18447" y="12018"/>
                    <a:pt x="18444" y="12032"/>
                    <a:pt x="18440" y="12032"/>
                  </a:cubicBezTo>
                  <a:cubicBezTo>
                    <a:pt x="18430" y="12032"/>
                    <a:pt x="18417" y="11926"/>
                    <a:pt x="18467" y="11926"/>
                  </a:cubicBezTo>
                  <a:cubicBezTo>
                    <a:pt x="18479" y="11926"/>
                    <a:pt x="18494" y="11932"/>
                    <a:pt x="18514" y="11947"/>
                  </a:cubicBezTo>
                  <a:cubicBezTo>
                    <a:pt x="18623" y="11947"/>
                    <a:pt x="18782" y="12006"/>
                    <a:pt x="18909" y="12006"/>
                  </a:cubicBezTo>
                  <a:cubicBezTo>
                    <a:pt x="19015" y="12006"/>
                    <a:pt x="19099" y="11965"/>
                    <a:pt x="19114" y="11813"/>
                  </a:cubicBezTo>
                  <a:cubicBezTo>
                    <a:pt x="19348" y="10713"/>
                    <a:pt x="20315" y="9879"/>
                    <a:pt x="20015" y="8611"/>
                  </a:cubicBezTo>
                  <a:cubicBezTo>
                    <a:pt x="19882" y="8111"/>
                    <a:pt x="19882" y="7710"/>
                    <a:pt x="19348" y="7610"/>
                  </a:cubicBezTo>
                  <a:cubicBezTo>
                    <a:pt x="18514" y="7444"/>
                    <a:pt x="18047" y="6876"/>
                    <a:pt x="17880" y="6109"/>
                  </a:cubicBezTo>
                  <a:cubicBezTo>
                    <a:pt x="17788" y="5864"/>
                    <a:pt x="17696" y="5534"/>
                    <a:pt x="17501" y="5534"/>
                  </a:cubicBezTo>
                  <a:cubicBezTo>
                    <a:pt x="17483" y="5534"/>
                    <a:pt x="17465" y="5537"/>
                    <a:pt x="17446" y="5542"/>
                  </a:cubicBezTo>
                  <a:cubicBezTo>
                    <a:pt x="17266" y="5629"/>
                    <a:pt x="17121" y="5665"/>
                    <a:pt x="16999" y="5665"/>
                  </a:cubicBezTo>
                  <a:cubicBezTo>
                    <a:pt x="16558" y="5665"/>
                    <a:pt x="16440" y="5182"/>
                    <a:pt x="16179" y="4842"/>
                  </a:cubicBezTo>
                  <a:cubicBezTo>
                    <a:pt x="16013" y="4658"/>
                    <a:pt x="15807" y="4585"/>
                    <a:pt x="15594" y="4585"/>
                  </a:cubicBezTo>
                  <a:cubicBezTo>
                    <a:pt x="15421" y="4585"/>
                    <a:pt x="15243" y="4633"/>
                    <a:pt x="15078" y="4708"/>
                  </a:cubicBezTo>
                  <a:cubicBezTo>
                    <a:pt x="14789" y="4845"/>
                    <a:pt x="14513" y="4962"/>
                    <a:pt x="14267" y="4962"/>
                  </a:cubicBezTo>
                  <a:cubicBezTo>
                    <a:pt x="13975" y="4962"/>
                    <a:pt x="13725" y="4797"/>
                    <a:pt x="13544" y="4308"/>
                  </a:cubicBezTo>
                  <a:cubicBezTo>
                    <a:pt x="13444" y="4008"/>
                    <a:pt x="13110" y="3974"/>
                    <a:pt x="12843" y="3941"/>
                  </a:cubicBezTo>
                  <a:cubicBezTo>
                    <a:pt x="12710" y="3941"/>
                    <a:pt x="12610" y="3974"/>
                    <a:pt x="12543" y="4008"/>
                  </a:cubicBezTo>
                  <a:cubicBezTo>
                    <a:pt x="12285" y="4266"/>
                    <a:pt x="11947" y="4389"/>
                    <a:pt x="11606" y="4389"/>
                  </a:cubicBezTo>
                  <a:cubicBezTo>
                    <a:pt x="11066" y="4389"/>
                    <a:pt x="10520" y="4080"/>
                    <a:pt x="10275" y="3507"/>
                  </a:cubicBezTo>
                  <a:cubicBezTo>
                    <a:pt x="10117" y="3061"/>
                    <a:pt x="9959" y="2821"/>
                    <a:pt x="9573" y="2821"/>
                  </a:cubicBezTo>
                  <a:cubicBezTo>
                    <a:pt x="9469" y="2821"/>
                    <a:pt x="9349" y="2838"/>
                    <a:pt x="9207" y="2874"/>
                  </a:cubicBezTo>
                  <a:cubicBezTo>
                    <a:pt x="9013" y="2942"/>
                    <a:pt x="8822" y="2981"/>
                    <a:pt x="8645" y="2981"/>
                  </a:cubicBezTo>
                  <a:cubicBezTo>
                    <a:pt x="8214" y="2981"/>
                    <a:pt x="7868" y="2745"/>
                    <a:pt x="7773" y="2106"/>
                  </a:cubicBezTo>
                  <a:cubicBezTo>
                    <a:pt x="7706" y="1606"/>
                    <a:pt x="7239" y="1473"/>
                    <a:pt x="6872" y="1272"/>
                  </a:cubicBezTo>
                  <a:cubicBezTo>
                    <a:pt x="6572" y="1106"/>
                    <a:pt x="6205" y="1106"/>
                    <a:pt x="6005" y="705"/>
                  </a:cubicBezTo>
                  <a:cubicBezTo>
                    <a:pt x="5702" y="160"/>
                    <a:pt x="5180" y="0"/>
                    <a:pt x="4612" y="0"/>
                  </a:cubicBezTo>
                  <a:close/>
                </a:path>
              </a:pathLst>
            </a:custGeom>
            <a:solidFill>
              <a:srgbClr val="64B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7"/>
            <p:cNvSpPr/>
            <p:nvPr/>
          </p:nvSpPr>
          <p:spPr>
            <a:xfrm>
              <a:off x="4605125" y="3437900"/>
              <a:ext cx="83425" cy="103425"/>
            </a:xfrm>
            <a:custGeom>
              <a:avLst/>
              <a:gdLst/>
              <a:ahLst/>
              <a:cxnLst/>
              <a:rect l="l" t="t" r="r" b="b"/>
              <a:pathLst>
                <a:path w="3337" h="4137" extrusionOk="0">
                  <a:moveTo>
                    <a:pt x="3103" y="1"/>
                  </a:moveTo>
                  <a:cubicBezTo>
                    <a:pt x="2436" y="267"/>
                    <a:pt x="2302" y="1001"/>
                    <a:pt x="1802" y="1302"/>
                  </a:cubicBezTo>
                  <a:cubicBezTo>
                    <a:pt x="1835" y="1101"/>
                    <a:pt x="2102" y="768"/>
                    <a:pt x="1635" y="634"/>
                  </a:cubicBezTo>
                  <a:cubicBezTo>
                    <a:pt x="1600" y="627"/>
                    <a:pt x="1566" y="624"/>
                    <a:pt x="1535" y="624"/>
                  </a:cubicBezTo>
                  <a:cubicBezTo>
                    <a:pt x="1268" y="624"/>
                    <a:pt x="1135" y="863"/>
                    <a:pt x="1135" y="1101"/>
                  </a:cubicBezTo>
                  <a:cubicBezTo>
                    <a:pt x="1035" y="1735"/>
                    <a:pt x="634" y="1969"/>
                    <a:pt x="134" y="2169"/>
                  </a:cubicBezTo>
                  <a:cubicBezTo>
                    <a:pt x="34" y="2236"/>
                    <a:pt x="1" y="2336"/>
                    <a:pt x="1" y="2436"/>
                  </a:cubicBezTo>
                  <a:cubicBezTo>
                    <a:pt x="1" y="2836"/>
                    <a:pt x="267" y="2969"/>
                    <a:pt x="634" y="3103"/>
                  </a:cubicBezTo>
                  <a:cubicBezTo>
                    <a:pt x="1135" y="3270"/>
                    <a:pt x="1368" y="3870"/>
                    <a:pt x="1835" y="4137"/>
                  </a:cubicBezTo>
                  <a:lnTo>
                    <a:pt x="2035" y="4137"/>
                  </a:lnTo>
                  <a:cubicBezTo>
                    <a:pt x="2502" y="4137"/>
                    <a:pt x="2369" y="3637"/>
                    <a:pt x="2769" y="3436"/>
                  </a:cubicBezTo>
                  <a:cubicBezTo>
                    <a:pt x="3169" y="3003"/>
                    <a:pt x="3136" y="2436"/>
                    <a:pt x="3203" y="1902"/>
                  </a:cubicBezTo>
                  <a:cubicBezTo>
                    <a:pt x="3203" y="1668"/>
                    <a:pt x="3270" y="1468"/>
                    <a:pt x="3303" y="1268"/>
                  </a:cubicBezTo>
                  <a:cubicBezTo>
                    <a:pt x="3303" y="1135"/>
                    <a:pt x="3336" y="1068"/>
                    <a:pt x="3336" y="935"/>
                  </a:cubicBezTo>
                  <a:cubicBezTo>
                    <a:pt x="3336" y="601"/>
                    <a:pt x="3336" y="267"/>
                    <a:pt x="3103" y="1"/>
                  </a:cubicBezTo>
                  <a:close/>
                </a:path>
              </a:pathLst>
            </a:custGeom>
            <a:solidFill>
              <a:srgbClr val="7BC3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7"/>
            <p:cNvSpPr/>
            <p:nvPr/>
          </p:nvSpPr>
          <p:spPr>
            <a:xfrm>
              <a:off x="4068900" y="3860700"/>
              <a:ext cx="60900" cy="124475"/>
            </a:xfrm>
            <a:custGeom>
              <a:avLst/>
              <a:gdLst/>
              <a:ahLst/>
              <a:cxnLst/>
              <a:rect l="l" t="t" r="r" b="b"/>
              <a:pathLst>
                <a:path w="2436" h="4979" extrusionOk="0">
                  <a:moveTo>
                    <a:pt x="735" y="1"/>
                  </a:moveTo>
                  <a:cubicBezTo>
                    <a:pt x="1" y="801"/>
                    <a:pt x="401" y="1735"/>
                    <a:pt x="301" y="2636"/>
                  </a:cubicBezTo>
                  <a:cubicBezTo>
                    <a:pt x="334" y="2970"/>
                    <a:pt x="334" y="3336"/>
                    <a:pt x="334" y="3670"/>
                  </a:cubicBezTo>
                  <a:cubicBezTo>
                    <a:pt x="134" y="4004"/>
                    <a:pt x="435" y="4404"/>
                    <a:pt x="168" y="4737"/>
                  </a:cubicBezTo>
                  <a:cubicBezTo>
                    <a:pt x="545" y="4894"/>
                    <a:pt x="796" y="4979"/>
                    <a:pt x="999" y="4979"/>
                  </a:cubicBezTo>
                  <a:cubicBezTo>
                    <a:pt x="1316" y="4979"/>
                    <a:pt x="1516" y="4771"/>
                    <a:pt x="1902" y="4304"/>
                  </a:cubicBezTo>
                  <a:cubicBezTo>
                    <a:pt x="1836" y="3904"/>
                    <a:pt x="2069" y="3570"/>
                    <a:pt x="2102" y="3203"/>
                  </a:cubicBezTo>
                  <a:cubicBezTo>
                    <a:pt x="2169" y="2302"/>
                    <a:pt x="2303" y="1335"/>
                    <a:pt x="2436" y="401"/>
                  </a:cubicBezTo>
                  <a:lnTo>
                    <a:pt x="2436" y="401"/>
                  </a:lnTo>
                  <a:cubicBezTo>
                    <a:pt x="1702" y="468"/>
                    <a:pt x="1869" y="1035"/>
                    <a:pt x="1735" y="1535"/>
                  </a:cubicBezTo>
                  <a:cubicBezTo>
                    <a:pt x="1672" y="1726"/>
                    <a:pt x="1730" y="2038"/>
                    <a:pt x="1389" y="2038"/>
                  </a:cubicBezTo>
                  <a:cubicBezTo>
                    <a:pt x="1372" y="2038"/>
                    <a:pt x="1354" y="2037"/>
                    <a:pt x="1335" y="2036"/>
                  </a:cubicBezTo>
                  <a:cubicBezTo>
                    <a:pt x="968" y="2002"/>
                    <a:pt x="1102" y="1669"/>
                    <a:pt x="1102" y="1468"/>
                  </a:cubicBezTo>
                  <a:cubicBezTo>
                    <a:pt x="1102" y="901"/>
                    <a:pt x="1435" y="334"/>
                    <a:pt x="735" y="1"/>
                  </a:cubicBezTo>
                  <a:close/>
                </a:path>
              </a:pathLst>
            </a:custGeom>
            <a:solidFill>
              <a:srgbClr val="7BD5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7"/>
            <p:cNvSpPr/>
            <p:nvPr/>
          </p:nvSpPr>
          <p:spPr>
            <a:xfrm>
              <a:off x="4671000" y="3455850"/>
              <a:ext cx="55900" cy="84650"/>
            </a:xfrm>
            <a:custGeom>
              <a:avLst/>
              <a:gdLst/>
              <a:ahLst/>
              <a:cxnLst/>
              <a:rect l="l" t="t" r="r" b="b"/>
              <a:pathLst>
                <a:path w="2236" h="3386" extrusionOk="0">
                  <a:moveTo>
                    <a:pt x="1766" y="0"/>
                  </a:moveTo>
                  <a:cubicBezTo>
                    <a:pt x="1302" y="0"/>
                    <a:pt x="897" y="328"/>
                    <a:pt x="401" y="383"/>
                  </a:cubicBezTo>
                  <a:lnTo>
                    <a:pt x="401" y="584"/>
                  </a:lnTo>
                  <a:cubicBezTo>
                    <a:pt x="301" y="717"/>
                    <a:pt x="334" y="917"/>
                    <a:pt x="234" y="1051"/>
                  </a:cubicBezTo>
                  <a:cubicBezTo>
                    <a:pt x="334" y="1651"/>
                    <a:pt x="1" y="2185"/>
                    <a:pt x="34" y="2752"/>
                  </a:cubicBezTo>
                  <a:cubicBezTo>
                    <a:pt x="34" y="2985"/>
                    <a:pt x="67" y="3185"/>
                    <a:pt x="67" y="3386"/>
                  </a:cubicBezTo>
                  <a:cubicBezTo>
                    <a:pt x="534" y="2818"/>
                    <a:pt x="868" y="2151"/>
                    <a:pt x="1602" y="1718"/>
                  </a:cubicBezTo>
                  <a:cubicBezTo>
                    <a:pt x="1835" y="2218"/>
                    <a:pt x="1735" y="2685"/>
                    <a:pt x="1769" y="3152"/>
                  </a:cubicBezTo>
                  <a:cubicBezTo>
                    <a:pt x="2102" y="2885"/>
                    <a:pt x="1935" y="2552"/>
                    <a:pt x="2002" y="2251"/>
                  </a:cubicBezTo>
                  <a:cubicBezTo>
                    <a:pt x="2169" y="2051"/>
                    <a:pt x="2202" y="1818"/>
                    <a:pt x="2202" y="1551"/>
                  </a:cubicBezTo>
                  <a:lnTo>
                    <a:pt x="2202" y="1251"/>
                  </a:lnTo>
                  <a:lnTo>
                    <a:pt x="2202" y="850"/>
                  </a:lnTo>
                  <a:cubicBezTo>
                    <a:pt x="2202" y="717"/>
                    <a:pt x="2236" y="550"/>
                    <a:pt x="2236" y="417"/>
                  </a:cubicBezTo>
                  <a:cubicBezTo>
                    <a:pt x="2236" y="250"/>
                    <a:pt x="2202" y="150"/>
                    <a:pt x="2069" y="50"/>
                  </a:cubicBezTo>
                  <a:cubicBezTo>
                    <a:pt x="1964" y="15"/>
                    <a:pt x="1864" y="0"/>
                    <a:pt x="1766" y="0"/>
                  </a:cubicBezTo>
                  <a:close/>
                </a:path>
              </a:pathLst>
            </a:custGeom>
            <a:solidFill>
              <a:srgbClr val="6798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7"/>
            <p:cNvSpPr/>
            <p:nvPr/>
          </p:nvSpPr>
          <p:spPr>
            <a:xfrm>
              <a:off x="4666825" y="3545475"/>
              <a:ext cx="12550" cy="10875"/>
            </a:xfrm>
            <a:custGeom>
              <a:avLst/>
              <a:gdLst/>
              <a:ahLst/>
              <a:cxnLst/>
              <a:rect l="l" t="t" r="r" b="b"/>
              <a:pathLst>
                <a:path w="502" h="435" extrusionOk="0">
                  <a:moveTo>
                    <a:pt x="201" y="1"/>
                  </a:moveTo>
                  <a:cubicBezTo>
                    <a:pt x="34" y="134"/>
                    <a:pt x="34" y="268"/>
                    <a:pt x="1" y="434"/>
                  </a:cubicBezTo>
                  <a:cubicBezTo>
                    <a:pt x="134" y="334"/>
                    <a:pt x="501" y="301"/>
                    <a:pt x="201" y="1"/>
                  </a:cubicBezTo>
                  <a:close/>
                </a:path>
              </a:pathLst>
            </a:custGeom>
            <a:solidFill>
              <a:srgbClr val="6798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7"/>
            <p:cNvSpPr/>
            <p:nvPr/>
          </p:nvSpPr>
          <p:spPr>
            <a:xfrm>
              <a:off x="3202450" y="2319500"/>
              <a:ext cx="141800" cy="157200"/>
            </a:xfrm>
            <a:custGeom>
              <a:avLst/>
              <a:gdLst/>
              <a:ahLst/>
              <a:cxnLst/>
              <a:rect l="l" t="t" r="r" b="b"/>
              <a:pathLst>
                <a:path w="5672" h="6288" extrusionOk="0">
                  <a:moveTo>
                    <a:pt x="2887" y="0"/>
                  </a:moveTo>
                  <a:cubicBezTo>
                    <a:pt x="1880" y="0"/>
                    <a:pt x="1315" y="645"/>
                    <a:pt x="901" y="1472"/>
                  </a:cubicBezTo>
                  <a:cubicBezTo>
                    <a:pt x="368" y="2606"/>
                    <a:pt x="168" y="3807"/>
                    <a:pt x="34" y="5075"/>
                  </a:cubicBezTo>
                  <a:cubicBezTo>
                    <a:pt x="1" y="5609"/>
                    <a:pt x="101" y="6076"/>
                    <a:pt x="701" y="6276"/>
                  </a:cubicBezTo>
                  <a:cubicBezTo>
                    <a:pt x="766" y="6283"/>
                    <a:pt x="829" y="6287"/>
                    <a:pt x="891" y="6287"/>
                  </a:cubicBezTo>
                  <a:cubicBezTo>
                    <a:pt x="1115" y="6287"/>
                    <a:pt x="1319" y="6233"/>
                    <a:pt x="1502" y="6076"/>
                  </a:cubicBezTo>
                  <a:cubicBezTo>
                    <a:pt x="1835" y="5675"/>
                    <a:pt x="1835" y="5142"/>
                    <a:pt x="1902" y="4675"/>
                  </a:cubicBezTo>
                  <a:cubicBezTo>
                    <a:pt x="2069" y="3974"/>
                    <a:pt x="2102" y="3240"/>
                    <a:pt x="2403" y="2573"/>
                  </a:cubicBezTo>
                  <a:cubicBezTo>
                    <a:pt x="2500" y="2330"/>
                    <a:pt x="2597" y="1962"/>
                    <a:pt x="2850" y="1962"/>
                  </a:cubicBezTo>
                  <a:cubicBezTo>
                    <a:pt x="2943" y="1962"/>
                    <a:pt x="3059" y="2013"/>
                    <a:pt x="3203" y="2139"/>
                  </a:cubicBezTo>
                  <a:cubicBezTo>
                    <a:pt x="3670" y="2640"/>
                    <a:pt x="3703" y="3307"/>
                    <a:pt x="3870" y="3907"/>
                  </a:cubicBezTo>
                  <a:cubicBezTo>
                    <a:pt x="3904" y="3974"/>
                    <a:pt x="3904" y="4108"/>
                    <a:pt x="3937" y="4174"/>
                  </a:cubicBezTo>
                  <a:cubicBezTo>
                    <a:pt x="4104" y="4775"/>
                    <a:pt x="4037" y="5408"/>
                    <a:pt x="4504" y="5842"/>
                  </a:cubicBezTo>
                  <a:cubicBezTo>
                    <a:pt x="4571" y="5909"/>
                    <a:pt x="4671" y="5942"/>
                    <a:pt x="4771" y="5976"/>
                  </a:cubicBezTo>
                  <a:cubicBezTo>
                    <a:pt x="4818" y="5979"/>
                    <a:pt x="4862" y="5982"/>
                    <a:pt x="4905" y="5982"/>
                  </a:cubicBezTo>
                  <a:cubicBezTo>
                    <a:pt x="5232" y="5982"/>
                    <a:pt x="5457" y="5862"/>
                    <a:pt x="5605" y="5509"/>
                  </a:cubicBezTo>
                  <a:cubicBezTo>
                    <a:pt x="5672" y="4608"/>
                    <a:pt x="5271" y="3674"/>
                    <a:pt x="5171" y="2773"/>
                  </a:cubicBezTo>
                  <a:cubicBezTo>
                    <a:pt x="5205" y="2306"/>
                    <a:pt x="5071" y="1839"/>
                    <a:pt x="4904" y="1406"/>
                  </a:cubicBezTo>
                  <a:cubicBezTo>
                    <a:pt x="4838" y="1272"/>
                    <a:pt x="4738" y="1172"/>
                    <a:pt x="4671" y="1072"/>
                  </a:cubicBezTo>
                  <a:cubicBezTo>
                    <a:pt x="4604" y="972"/>
                    <a:pt x="4537" y="939"/>
                    <a:pt x="4504" y="839"/>
                  </a:cubicBezTo>
                  <a:cubicBezTo>
                    <a:pt x="4337" y="672"/>
                    <a:pt x="4204" y="472"/>
                    <a:pt x="4037" y="338"/>
                  </a:cubicBezTo>
                  <a:lnTo>
                    <a:pt x="3770" y="238"/>
                  </a:lnTo>
                  <a:cubicBezTo>
                    <a:pt x="3670" y="138"/>
                    <a:pt x="3537" y="105"/>
                    <a:pt x="3370" y="71"/>
                  </a:cubicBezTo>
                  <a:cubicBezTo>
                    <a:pt x="3236" y="5"/>
                    <a:pt x="3170" y="5"/>
                    <a:pt x="3036" y="5"/>
                  </a:cubicBezTo>
                  <a:cubicBezTo>
                    <a:pt x="2985" y="2"/>
                    <a:pt x="2936" y="0"/>
                    <a:pt x="2887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7"/>
            <p:cNvSpPr/>
            <p:nvPr/>
          </p:nvSpPr>
          <p:spPr>
            <a:xfrm>
              <a:off x="3283725" y="2580825"/>
              <a:ext cx="74700" cy="200400"/>
            </a:xfrm>
            <a:custGeom>
              <a:avLst/>
              <a:gdLst/>
              <a:ahLst/>
              <a:cxnLst/>
              <a:rect l="l" t="t" r="r" b="b"/>
              <a:pathLst>
                <a:path w="2988" h="8016" extrusionOk="0">
                  <a:moveTo>
                    <a:pt x="1086" y="1"/>
                  </a:moveTo>
                  <a:cubicBezTo>
                    <a:pt x="1036" y="1"/>
                    <a:pt x="986" y="9"/>
                    <a:pt x="953" y="26"/>
                  </a:cubicBezTo>
                  <a:cubicBezTo>
                    <a:pt x="686" y="126"/>
                    <a:pt x="452" y="159"/>
                    <a:pt x="352" y="459"/>
                  </a:cubicBezTo>
                  <a:cubicBezTo>
                    <a:pt x="386" y="826"/>
                    <a:pt x="686" y="960"/>
                    <a:pt x="986" y="1060"/>
                  </a:cubicBezTo>
                  <a:cubicBezTo>
                    <a:pt x="840" y="1021"/>
                    <a:pt x="707" y="1001"/>
                    <a:pt x="591" y="1001"/>
                  </a:cubicBezTo>
                  <a:cubicBezTo>
                    <a:pt x="206" y="1001"/>
                    <a:pt x="1" y="1230"/>
                    <a:pt x="52" y="1794"/>
                  </a:cubicBezTo>
                  <a:cubicBezTo>
                    <a:pt x="152" y="2461"/>
                    <a:pt x="953" y="3028"/>
                    <a:pt x="352" y="3795"/>
                  </a:cubicBezTo>
                  <a:cubicBezTo>
                    <a:pt x="386" y="3862"/>
                    <a:pt x="386" y="3895"/>
                    <a:pt x="486" y="3995"/>
                  </a:cubicBezTo>
                  <a:cubicBezTo>
                    <a:pt x="686" y="5063"/>
                    <a:pt x="52" y="6163"/>
                    <a:pt x="653" y="7198"/>
                  </a:cubicBezTo>
                  <a:cubicBezTo>
                    <a:pt x="686" y="7298"/>
                    <a:pt x="853" y="7298"/>
                    <a:pt x="819" y="7364"/>
                  </a:cubicBezTo>
                  <a:cubicBezTo>
                    <a:pt x="810" y="7394"/>
                    <a:pt x="791" y="7403"/>
                    <a:pt x="767" y="7403"/>
                  </a:cubicBezTo>
                  <a:cubicBezTo>
                    <a:pt x="728" y="7403"/>
                    <a:pt x="674" y="7378"/>
                    <a:pt x="621" y="7378"/>
                  </a:cubicBezTo>
                  <a:cubicBezTo>
                    <a:pt x="598" y="7378"/>
                    <a:pt x="574" y="7383"/>
                    <a:pt x="553" y="7398"/>
                  </a:cubicBezTo>
                  <a:cubicBezTo>
                    <a:pt x="386" y="7564"/>
                    <a:pt x="219" y="7731"/>
                    <a:pt x="519" y="7898"/>
                  </a:cubicBezTo>
                  <a:cubicBezTo>
                    <a:pt x="634" y="7979"/>
                    <a:pt x="750" y="8016"/>
                    <a:pt x="862" y="8016"/>
                  </a:cubicBezTo>
                  <a:cubicBezTo>
                    <a:pt x="1075" y="8016"/>
                    <a:pt x="1278" y="7883"/>
                    <a:pt x="1453" y="7665"/>
                  </a:cubicBezTo>
                  <a:lnTo>
                    <a:pt x="1453" y="7464"/>
                  </a:lnTo>
                  <a:cubicBezTo>
                    <a:pt x="1471" y="7391"/>
                    <a:pt x="1485" y="7366"/>
                    <a:pt x="1496" y="7366"/>
                  </a:cubicBezTo>
                  <a:cubicBezTo>
                    <a:pt x="1524" y="7366"/>
                    <a:pt x="1542" y="7506"/>
                    <a:pt x="1596" y="7506"/>
                  </a:cubicBezTo>
                  <a:cubicBezTo>
                    <a:pt x="1603" y="7506"/>
                    <a:pt x="1611" y="7504"/>
                    <a:pt x="1620" y="7498"/>
                  </a:cubicBezTo>
                  <a:cubicBezTo>
                    <a:pt x="1670" y="7506"/>
                    <a:pt x="1718" y="7510"/>
                    <a:pt x="1764" y="7510"/>
                  </a:cubicBezTo>
                  <a:cubicBezTo>
                    <a:pt x="1904" y="7510"/>
                    <a:pt x="2029" y="7473"/>
                    <a:pt x="2154" y="7398"/>
                  </a:cubicBezTo>
                  <a:cubicBezTo>
                    <a:pt x="2387" y="7198"/>
                    <a:pt x="2787" y="7031"/>
                    <a:pt x="2721" y="6630"/>
                  </a:cubicBezTo>
                  <a:cubicBezTo>
                    <a:pt x="2454" y="6297"/>
                    <a:pt x="2454" y="5897"/>
                    <a:pt x="2521" y="5530"/>
                  </a:cubicBezTo>
                  <a:cubicBezTo>
                    <a:pt x="2621" y="4996"/>
                    <a:pt x="2587" y="4462"/>
                    <a:pt x="2254" y="3962"/>
                  </a:cubicBezTo>
                  <a:cubicBezTo>
                    <a:pt x="2020" y="3195"/>
                    <a:pt x="1987" y="2528"/>
                    <a:pt x="2988" y="2361"/>
                  </a:cubicBezTo>
                  <a:cubicBezTo>
                    <a:pt x="2988" y="1860"/>
                    <a:pt x="2954" y="1360"/>
                    <a:pt x="2954" y="860"/>
                  </a:cubicBezTo>
                  <a:cubicBezTo>
                    <a:pt x="2687" y="26"/>
                    <a:pt x="1753" y="526"/>
                    <a:pt x="1353" y="59"/>
                  </a:cubicBezTo>
                  <a:cubicBezTo>
                    <a:pt x="1320" y="59"/>
                    <a:pt x="1286" y="26"/>
                    <a:pt x="1220" y="26"/>
                  </a:cubicBezTo>
                  <a:cubicBezTo>
                    <a:pt x="1186" y="9"/>
                    <a:pt x="1136" y="1"/>
                    <a:pt x="1086" y="1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7"/>
            <p:cNvSpPr/>
            <p:nvPr/>
          </p:nvSpPr>
          <p:spPr>
            <a:xfrm>
              <a:off x="3428450" y="2845350"/>
              <a:ext cx="206000" cy="89725"/>
            </a:xfrm>
            <a:custGeom>
              <a:avLst/>
              <a:gdLst/>
              <a:ahLst/>
              <a:cxnLst/>
              <a:rect l="l" t="t" r="r" b="b"/>
              <a:pathLst>
                <a:path w="8240" h="3589" extrusionOk="0">
                  <a:moveTo>
                    <a:pt x="697" y="1"/>
                  </a:moveTo>
                  <a:cubicBezTo>
                    <a:pt x="529" y="1"/>
                    <a:pt x="362" y="27"/>
                    <a:pt x="201" y="86"/>
                  </a:cubicBezTo>
                  <a:cubicBezTo>
                    <a:pt x="1" y="419"/>
                    <a:pt x="1" y="786"/>
                    <a:pt x="301" y="1086"/>
                  </a:cubicBezTo>
                  <a:cubicBezTo>
                    <a:pt x="468" y="1120"/>
                    <a:pt x="634" y="1120"/>
                    <a:pt x="701" y="1287"/>
                  </a:cubicBezTo>
                  <a:cubicBezTo>
                    <a:pt x="968" y="1287"/>
                    <a:pt x="1201" y="1287"/>
                    <a:pt x="1368" y="1487"/>
                  </a:cubicBezTo>
                  <a:cubicBezTo>
                    <a:pt x="1435" y="1487"/>
                    <a:pt x="1500" y="1485"/>
                    <a:pt x="1562" y="1485"/>
                  </a:cubicBezTo>
                  <a:cubicBezTo>
                    <a:pt x="1748" y="1485"/>
                    <a:pt x="1910" y="1503"/>
                    <a:pt x="2035" y="1654"/>
                  </a:cubicBezTo>
                  <a:cubicBezTo>
                    <a:pt x="2236" y="1654"/>
                    <a:pt x="2502" y="1654"/>
                    <a:pt x="2669" y="1854"/>
                  </a:cubicBezTo>
                  <a:cubicBezTo>
                    <a:pt x="2903" y="1854"/>
                    <a:pt x="3136" y="1854"/>
                    <a:pt x="3303" y="2087"/>
                  </a:cubicBezTo>
                  <a:cubicBezTo>
                    <a:pt x="3470" y="2087"/>
                    <a:pt x="3637" y="2087"/>
                    <a:pt x="3737" y="2254"/>
                  </a:cubicBezTo>
                  <a:cubicBezTo>
                    <a:pt x="4137" y="2287"/>
                    <a:pt x="4470" y="2421"/>
                    <a:pt x="4804" y="2654"/>
                  </a:cubicBezTo>
                  <a:cubicBezTo>
                    <a:pt x="4971" y="2654"/>
                    <a:pt x="5138" y="2654"/>
                    <a:pt x="5238" y="2821"/>
                  </a:cubicBezTo>
                  <a:cubicBezTo>
                    <a:pt x="5505" y="2854"/>
                    <a:pt x="5705" y="2854"/>
                    <a:pt x="5871" y="3088"/>
                  </a:cubicBezTo>
                  <a:cubicBezTo>
                    <a:pt x="6038" y="3088"/>
                    <a:pt x="6205" y="3088"/>
                    <a:pt x="6338" y="3255"/>
                  </a:cubicBezTo>
                  <a:cubicBezTo>
                    <a:pt x="6572" y="3288"/>
                    <a:pt x="6805" y="3288"/>
                    <a:pt x="6972" y="3488"/>
                  </a:cubicBezTo>
                  <a:lnTo>
                    <a:pt x="7039" y="3488"/>
                  </a:lnTo>
                  <a:lnTo>
                    <a:pt x="7139" y="3522"/>
                  </a:lnTo>
                  <a:cubicBezTo>
                    <a:pt x="7239" y="3588"/>
                    <a:pt x="7339" y="3588"/>
                    <a:pt x="7473" y="3588"/>
                  </a:cubicBezTo>
                  <a:cubicBezTo>
                    <a:pt x="7739" y="3588"/>
                    <a:pt x="8040" y="3455"/>
                    <a:pt x="8140" y="3155"/>
                  </a:cubicBezTo>
                  <a:cubicBezTo>
                    <a:pt x="8240" y="2821"/>
                    <a:pt x="8006" y="2588"/>
                    <a:pt x="7706" y="2421"/>
                  </a:cubicBezTo>
                  <a:cubicBezTo>
                    <a:pt x="7473" y="2287"/>
                    <a:pt x="7239" y="2221"/>
                    <a:pt x="7039" y="2087"/>
                  </a:cubicBezTo>
                  <a:cubicBezTo>
                    <a:pt x="6639" y="1920"/>
                    <a:pt x="6205" y="1820"/>
                    <a:pt x="5838" y="1654"/>
                  </a:cubicBezTo>
                  <a:cubicBezTo>
                    <a:pt x="4337" y="1120"/>
                    <a:pt x="2869" y="553"/>
                    <a:pt x="1335" y="119"/>
                  </a:cubicBezTo>
                  <a:cubicBezTo>
                    <a:pt x="1129" y="44"/>
                    <a:pt x="912" y="1"/>
                    <a:pt x="697" y="1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7"/>
            <p:cNvSpPr/>
            <p:nvPr/>
          </p:nvSpPr>
          <p:spPr>
            <a:xfrm>
              <a:off x="3275875" y="2167825"/>
              <a:ext cx="77550" cy="180700"/>
            </a:xfrm>
            <a:custGeom>
              <a:avLst/>
              <a:gdLst/>
              <a:ahLst/>
              <a:cxnLst/>
              <a:rect l="l" t="t" r="r" b="b"/>
              <a:pathLst>
                <a:path w="3102" h="7228" extrusionOk="0">
                  <a:moveTo>
                    <a:pt x="2167" y="1"/>
                  </a:moveTo>
                  <a:cubicBezTo>
                    <a:pt x="1167" y="634"/>
                    <a:pt x="1634" y="1735"/>
                    <a:pt x="1267" y="2636"/>
                  </a:cubicBezTo>
                  <a:cubicBezTo>
                    <a:pt x="1167" y="2836"/>
                    <a:pt x="1567" y="2903"/>
                    <a:pt x="1467" y="3170"/>
                  </a:cubicBezTo>
                  <a:cubicBezTo>
                    <a:pt x="1367" y="3403"/>
                    <a:pt x="967" y="3203"/>
                    <a:pt x="900" y="3670"/>
                  </a:cubicBezTo>
                  <a:cubicBezTo>
                    <a:pt x="1057" y="3623"/>
                    <a:pt x="1182" y="3602"/>
                    <a:pt x="1281" y="3602"/>
                  </a:cubicBezTo>
                  <a:cubicBezTo>
                    <a:pt x="1815" y="3602"/>
                    <a:pt x="1606" y="4205"/>
                    <a:pt x="1634" y="4571"/>
                  </a:cubicBezTo>
                  <a:cubicBezTo>
                    <a:pt x="1385" y="4985"/>
                    <a:pt x="1434" y="5787"/>
                    <a:pt x="797" y="5787"/>
                  </a:cubicBezTo>
                  <a:cubicBezTo>
                    <a:pt x="664" y="5787"/>
                    <a:pt x="501" y="5752"/>
                    <a:pt x="299" y="5671"/>
                  </a:cubicBezTo>
                  <a:cubicBezTo>
                    <a:pt x="281" y="5663"/>
                    <a:pt x="263" y="5660"/>
                    <a:pt x="246" y="5660"/>
                  </a:cubicBezTo>
                  <a:cubicBezTo>
                    <a:pt x="53" y="5660"/>
                    <a:pt x="1" y="6152"/>
                    <a:pt x="400" y="6305"/>
                  </a:cubicBezTo>
                  <a:cubicBezTo>
                    <a:pt x="466" y="6305"/>
                    <a:pt x="500" y="6338"/>
                    <a:pt x="600" y="6338"/>
                  </a:cubicBezTo>
                  <a:cubicBezTo>
                    <a:pt x="633" y="6372"/>
                    <a:pt x="733" y="6405"/>
                    <a:pt x="800" y="6472"/>
                  </a:cubicBezTo>
                  <a:cubicBezTo>
                    <a:pt x="900" y="6505"/>
                    <a:pt x="933" y="6539"/>
                    <a:pt x="1000" y="6572"/>
                  </a:cubicBezTo>
                  <a:cubicBezTo>
                    <a:pt x="1400" y="6572"/>
                    <a:pt x="1300" y="7006"/>
                    <a:pt x="1467" y="7172"/>
                  </a:cubicBezTo>
                  <a:cubicBezTo>
                    <a:pt x="1506" y="7211"/>
                    <a:pt x="1557" y="7228"/>
                    <a:pt x="1605" y="7228"/>
                  </a:cubicBezTo>
                  <a:cubicBezTo>
                    <a:pt x="1639" y="7228"/>
                    <a:pt x="1673" y="7220"/>
                    <a:pt x="1700" y="7206"/>
                  </a:cubicBezTo>
                  <a:cubicBezTo>
                    <a:pt x="1967" y="6906"/>
                    <a:pt x="2001" y="6539"/>
                    <a:pt x="2301" y="6305"/>
                  </a:cubicBezTo>
                  <a:cubicBezTo>
                    <a:pt x="2101" y="5404"/>
                    <a:pt x="2001" y="4571"/>
                    <a:pt x="2001" y="3703"/>
                  </a:cubicBezTo>
                  <a:cubicBezTo>
                    <a:pt x="2101" y="2803"/>
                    <a:pt x="1734" y="1902"/>
                    <a:pt x="2001" y="1035"/>
                  </a:cubicBezTo>
                  <a:cubicBezTo>
                    <a:pt x="2064" y="1016"/>
                    <a:pt x="2124" y="1009"/>
                    <a:pt x="2180" y="1009"/>
                  </a:cubicBezTo>
                  <a:cubicBezTo>
                    <a:pt x="2478" y="1009"/>
                    <a:pt x="2683" y="1227"/>
                    <a:pt x="2946" y="1227"/>
                  </a:cubicBezTo>
                  <a:cubicBezTo>
                    <a:pt x="2996" y="1227"/>
                    <a:pt x="3047" y="1220"/>
                    <a:pt x="3101" y="1201"/>
                  </a:cubicBezTo>
                  <a:cubicBezTo>
                    <a:pt x="2935" y="668"/>
                    <a:pt x="2468" y="334"/>
                    <a:pt x="2167" y="1"/>
                  </a:cubicBezTo>
                  <a:close/>
                </a:path>
              </a:pathLst>
            </a:custGeom>
            <a:solidFill>
              <a:srgbClr val="FFC1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7"/>
            <p:cNvSpPr/>
            <p:nvPr/>
          </p:nvSpPr>
          <p:spPr>
            <a:xfrm>
              <a:off x="3331725" y="2970075"/>
              <a:ext cx="105100" cy="52550"/>
            </a:xfrm>
            <a:custGeom>
              <a:avLst/>
              <a:gdLst/>
              <a:ahLst/>
              <a:cxnLst/>
              <a:rect l="l" t="t" r="r" b="b"/>
              <a:pathLst>
                <a:path w="4204" h="2102" extrusionOk="0">
                  <a:moveTo>
                    <a:pt x="1068" y="0"/>
                  </a:moveTo>
                  <a:cubicBezTo>
                    <a:pt x="767" y="0"/>
                    <a:pt x="501" y="134"/>
                    <a:pt x="400" y="434"/>
                  </a:cubicBezTo>
                  <a:cubicBezTo>
                    <a:pt x="367" y="667"/>
                    <a:pt x="0" y="1001"/>
                    <a:pt x="567" y="1134"/>
                  </a:cubicBezTo>
                  <a:cubicBezTo>
                    <a:pt x="816" y="1134"/>
                    <a:pt x="1050" y="1411"/>
                    <a:pt x="1311" y="1411"/>
                  </a:cubicBezTo>
                  <a:cubicBezTo>
                    <a:pt x="1434" y="1411"/>
                    <a:pt x="1562" y="1350"/>
                    <a:pt x="1701" y="1168"/>
                  </a:cubicBezTo>
                  <a:cubicBezTo>
                    <a:pt x="1752" y="1117"/>
                    <a:pt x="1836" y="1081"/>
                    <a:pt x="1919" y="1081"/>
                  </a:cubicBezTo>
                  <a:cubicBezTo>
                    <a:pt x="2056" y="1081"/>
                    <a:pt x="2189" y="1178"/>
                    <a:pt x="2168" y="1468"/>
                  </a:cubicBezTo>
                  <a:cubicBezTo>
                    <a:pt x="2102" y="2102"/>
                    <a:pt x="2602" y="2102"/>
                    <a:pt x="3036" y="2102"/>
                  </a:cubicBezTo>
                  <a:cubicBezTo>
                    <a:pt x="3202" y="2102"/>
                    <a:pt x="3403" y="2002"/>
                    <a:pt x="3603" y="1935"/>
                  </a:cubicBezTo>
                  <a:cubicBezTo>
                    <a:pt x="3936" y="1835"/>
                    <a:pt x="4003" y="1468"/>
                    <a:pt x="4203" y="1201"/>
                  </a:cubicBezTo>
                  <a:lnTo>
                    <a:pt x="4203" y="1001"/>
                  </a:lnTo>
                  <a:cubicBezTo>
                    <a:pt x="4193" y="813"/>
                    <a:pt x="4145" y="754"/>
                    <a:pt x="4078" y="754"/>
                  </a:cubicBezTo>
                  <a:cubicBezTo>
                    <a:pt x="3966" y="754"/>
                    <a:pt x="3803" y="915"/>
                    <a:pt x="3675" y="915"/>
                  </a:cubicBezTo>
                  <a:cubicBezTo>
                    <a:pt x="3620" y="915"/>
                    <a:pt x="3571" y="885"/>
                    <a:pt x="3536" y="801"/>
                  </a:cubicBezTo>
                  <a:cubicBezTo>
                    <a:pt x="3269" y="300"/>
                    <a:pt x="2702" y="334"/>
                    <a:pt x="2235" y="200"/>
                  </a:cubicBezTo>
                  <a:cubicBezTo>
                    <a:pt x="2102" y="200"/>
                    <a:pt x="2002" y="267"/>
                    <a:pt x="1868" y="267"/>
                  </a:cubicBezTo>
                  <a:cubicBezTo>
                    <a:pt x="1568" y="267"/>
                    <a:pt x="1368" y="0"/>
                    <a:pt x="1068" y="0"/>
                  </a:cubicBezTo>
                  <a:close/>
                </a:path>
              </a:pathLst>
            </a:custGeom>
            <a:solidFill>
              <a:srgbClr val="FFAF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7"/>
            <p:cNvSpPr/>
            <p:nvPr/>
          </p:nvSpPr>
          <p:spPr>
            <a:xfrm>
              <a:off x="3287525" y="2534850"/>
              <a:ext cx="74250" cy="67475"/>
            </a:xfrm>
            <a:custGeom>
              <a:avLst/>
              <a:gdLst/>
              <a:ahLst/>
              <a:cxnLst/>
              <a:rect l="l" t="t" r="r" b="b"/>
              <a:pathLst>
                <a:path w="2970" h="2699" extrusionOk="0">
                  <a:moveTo>
                    <a:pt x="905" y="0"/>
                  </a:moveTo>
                  <a:cubicBezTo>
                    <a:pt x="554" y="0"/>
                    <a:pt x="233" y="108"/>
                    <a:pt x="134" y="530"/>
                  </a:cubicBezTo>
                  <a:cubicBezTo>
                    <a:pt x="0" y="1064"/>
                    <a:pt x="467" y="1364"/>
                    <a:pt x="934" y="1498"/>
                  </a:cubicBezTo>
                  <a:cubicBezTo>
                    <a:pt x="1268" y="1565"/>
                    <a:pt x="1168" y="1698"/>
                    <a:pt x="1101" y="1898"/>
                  </a:cubicBezTo>
                  <a:cubicBezTo>
                    <a:pt x="1240" y="2176"/>
                    <a:pt x="1402" y="2431"/>
                    <a:pt x="1684" y="2431"/>
                  </a:cubicBezTo>
                  <a:cubicBezTo>
                    <a:pt x="1740" y="2431"/>
                    <a:pt x="1802" y="2421"/>
                    <a:pt x="1868" y="2398"/>
                  </a:cubicBezTo>
                  <a:cubicBezTo>
                    <a:pt x="1942" y="2370"/>
                    <a:pt x="2009" y="2358"/>
                    <a:pt x="2071" y="2358"/>
                  </a:cubicBezTo>
                  <a:cubicBezTo>
                    <a:pt x="2373" y="2358"/>
                    <a:pt x="2553" y="2643"/>
                    <a:pt x="2802" y="2699"/>
                  </a:cubicBezTo>
                  <a:cubicBezTo>
                    <a:pt x="2969" y="1798"/>
                    <a:pt x="2302" y="1031"/>
                    <a:pt x="2335" y="164"/>
                  </a:cubicBezTo>
                  <a:lnTo>
                    <a:pt x="2202" y="164"/>
                  </a:lnTo>
                  <a:cubicBezTo>
                    <a:pt x="2046" y="164"/>
                    <a:pt x="1876" y="297"/>
                    <a:pt x="1720" y="297"/>
                  </a:cubicBezTo>
                  <a:cubicBezTo>
                    <a:pt x="1642" y="297"/>
                    <a:pt x="1568" y="264"/>
                    <a:pt x="1501" y="164"/>
                  </a:cubicBezTo>
                  <a:lnTo>
                    <a:pt x="1268" y="30"/>
                  </a:lnTo>
                  <a:cubicBezTo>
                    <a:pt x="1149" y="13"/>
                    <a:pt x="1025" y="0"/>
                    <a:pt x="905" y="0"/>
                  </a:cubicBezTo>
                  <a:close/>
                </a:path>
              </a:pathLst>
            </a:custGeom>
            <a:solidFill>
              <a:srgbClr val="FFC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7"/>
            <p:cNvSpPr/>
            <p:nvPr/>
          </p:nvSpPr>
          <p:spPr>
            <a:xfrm>
              <a:off x="3348400" y="2869300"/>
              <a:ext cx="42550" cy="112475"/>
            </a:xfrm>
            <a:custGeom>
              <a:avLst/>
              <a:gdLst/>
              <a:ahLst/>
              <a:cxnLst/>
              <a:rect l="l" t="t" r="r" b="b"/>
              <a:pathLst>
                <a:path w="1702" h="4499" extrusionOk="0">
                  <a:moveTo>
                    <a:pt x="389" y="1"/>
                  </a:moveTo>
                  <a:cubicBezTo>
                    <a:pt x="321" y="1"/>
                    <a:pt x="248" y="19"/>
                    <a:pt x="167" y="62"/>
                  </a:cubicBezTo>
                  <a:cubicBezTo>
                    <a:pt x="34" y="229"/>
                    <a:pt x="0" y="462"/>
                    <a:pt x="0" y="662"/>
                  </a:cubicBezTo>
                  <a:cubicBezTo>
                    <a:pt x="34" y="1596"/>
                    <a:pt x="501" y="2463"/>
                    <a:pt x="501" y="3331"/>
                  </a:cubicBezTo>
                  <a:cubicBezTo>
                    <a:pt x="501" y="4031"/>
                    <a:pt x="834" y="4331"/>
                    <a:pt x="1401" y="4498"/>
                  </a:cubicBezTo>
                  <a:lnTo>
                    <a:pt x="1601" y="4298"/>
                  </a:lnTo>
                  <a:cubicBezTo>
                    <a:pt x="1601" y="4131"/>
                    <a:pt x="1601" y="3998"/>
                    <a:pt x="1568" y="3864"/>
                  </a:cubicBezTo>
                  <a:cubicBezTo>
                    <a:pt x="1601" y="3864"/>
                    <a:pt x="1601" y="3831"/>
                    <a:pt x="1668" y="3798"/>
                  </a:cubicBezTo>
                  <a:cubicBezTo>
                    <a:pt x="1702" y="3731"/>
                    <a:pt x="1702" y="3698"/>
                    <a:pt x="1601" y="3664"/>
                  </a:cubicBezTo>
                  <a:cubicBezTo>
                    <a:pt x="1535" y="3197"/>
                    <a:pt x="1501" y="2764"/>
                    <a:pt x="1535" y="2297"/>
                  </a:cubicBezTo>
                  <a:cubicBezTo>
                    <a:pt x="1568" y="1963"/>
                    <a:pt x="1668" y="1596"/>
                    <a:pt x="1335" y="1296"/>
                  </a:cubicBezTo>
                  <a:cubicBezTo>
                    <a:pt x="1201" y="1363"/>
                    <a:pt x="1235" y="1596"/>
                    <a:pt x="1101" y="1663"/>
                  </a:cubicBezTo>
                  <a:cubicBezTo>
                    <a:pt x="1168" y="1463"/>
                    <a:pt x="1201" y="1229"/>
                    <a:pt x="1335" y="1062"/>
                  </a:cubicBezTo>
                  <a:cubicBezTo>
                    <a:pt x="1601" y="829"/>
                    <a:pt x="1568" y="629"/>
                    <a:pt x="1335" y="395"/>
                  </a:cubicBezTo>
                  <a:cubicBezTo>
                    <a:pt x="1303" y="402"/>
                    <a:pt x="1273" y="405"/>
                    <a:pt x="1243" y="405"/>
                  </a:cubicBezTo>
                  <a:cubicBezTo>
                    <a:pt x="909" y="405"/>
                    <a:pt x="711" y="1"/>
                    <a:pt x="389" y="1"/>
                  </a:cubicBezTo>
                  <a:close/>
                </a:path>
              </a:pathLst>
            </a:custGeom>
            <a:solidFill>
              <a:srgbClr val="FFC6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7"/>
            <p:cNvSpPr/>
            <p:nvPr/>
          </p:nvSpPr>
          <p:spPr>
            <a:xfrm>
              <a:off x="3331725" y="2714875"/>
              <a:ext cx="44225" cy="105225"/>
            </a:xfrm>
            <a:custGeom>
              <a:avLst/>
              <a:gdLst/>
              <a:ahLst/>
              <a:cxnLst/>
              <a:rect l="l" t="t" r="r" b="b"/>
              <a:pathLst>
                <a:path w="1769" h="4209" extrusionOk="0">
                  <a:moveTo>
                    <a:pt x="1368" y="1"/>
                  </a:moveTo>
                  <a:cubicBezTo>
                    <a:pt x="1034" y="368"/>
                    <a:pt x="400" y="601"/>
                    <a:pt x="734" y="1302"/>
                  </a:cubicBezTo>
                  <a:cubicBezTo>
                    <a:pt x="567" y="1602"/>
                    <a:pt x="200" y="1635"/>
                    <a:pt x="100" y="1969"/>
                  </a:cubicBezTo>
                  <a:cubicBezTo>
                    <a:pt x="0" y="2303"/>
                    <a:pt x="367" y="2536"/>
                    <a:pt x="167" y="2870"/>
                  </a:cubicBezTo>
                  <a:cubicBezTo>
                    <a:pt x="200" y="3003"/>
                    <a:pt x="200" y="3103"/>
                    <a:pt x="234" y="3170"/>
                  </a:cubicBezTo>
                  <a:cubicBezTo>
                    <a:pt x="521" y="3490"/>
                    <a:pt x="441" y="4208"/>
                    <a:pt x="1022" y="4208"/>
                  </a:cubicBezTo>
                  <a:cubicBezTo>
                    <a:pt x="1047" y="4208"/>
                    <a:pt x="1073" y="4207"/>
                    <a:pt x="1101" y="4204"/>
                  </a:cubicBezTo>
                  <a:cubicBezTo>
                    <a:pt x="1768" y="4171"/>
                    <a:pt x="1101" y="3370"/>
                    <a:pt x="1601" y="3203"/>
                  </a:cubicBezTo>
                  <a:cubicBezTo>
                    <a:pt x="1601" y="3003"/>
                    <a:pt x="1568" y="2870"/>
                    <a:pt x="1368" y="2803"/>
                  </a:cubicBezTo>
                  <a:cubicBezTo>
                    <a:pt x="1268" y="2770"/>
                    <a:pt x="1168" y="2770"/>
                    <a:pt x="1268" y="2536"/>
                  </a:cubicBezTo>
                  <a:cubicBezTo>
                    <a:pt x="1701" y="1969"/>
                    <a:pt x="1701" y="801"/>
                    <a:pt x="1368" y="1"/>
                  </a:cubicBezTo>
                  <a:close/>
                </a:path>
              </a:pathLst>
            </a:custGeom>
            <a:solidFill>
              <a:srgbClr val="FFC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7"/>
            <p:cNvSpPr/>
            <p:nvPr/>
          </p:nvSpPr>
          <p:spPr>
            <a:xfrm>
              <a:off x="3310875" y="2458875"/>
              <a:ext cx="41725" cy="83200"/>
            </a:xfrm>
            <a:custGeom>
              <a:avLst/>
              <a:gdLst/>
              <a:ahLst/>
              <a:cxnLst/>
              <a:rect l="l" t="t" r="r" b="b"/>
              <a:pathLst>
                <a:path w="1669" h="3328" extrusionOk="0">
                  <a:moveTo>
                    <a:pt x="1234" y="0"/>
                  </a:moveTo>
                  <a:cubicBezTo>
                    <a:pt x="1001" y="200"/>
                    <a:pt x="734" y="334"/>
                    <a:pt x="401" y="334"/>
                  </a:cubicBezTo>
                  <a:cubicBezTo>
                    <a:pt x="334" y="367"/>
                    <a:pt x="234" y="434"/>
                    <a:pt x="234" y="567"/>
                  </a:cubicBezTo>
                  <a:cubicBezTo>
                    <a:pt x="167" y="734"/>
                    <a:pt x="34" y="834"/>
                    <a:pt x="0" y="1001"/>
                  </a:cubicBezTo>
                  <a:cubicBezTo>
                    <a:pt x="0" y="1101"/>
                    <a:pt x="67" y="1201"/>
                    <a:pt x="167" y="1268"/>
                  </a:cubicBezTo>
                  <a:cubicBezTo>
                    <a:pt x="367" y="1501"/>
                    <a:pt x="234" y="1768"/>
                    <a:pt x="234" y="2035"/>
                  </a:cubicBezTo>
                  <a:lnTo>
                    <a:pt x="234" y="2502"/>
                  </a:lnTo>
                  <a:cubicBezTo>
                    <a:pt x="234" y="2736"/>
                    <a:pt x="267" y="3002"/>
                    <a:pt x="501" y="3203"/>
                  </a:cubicBezTo>
                  <a:cubicBezTo>
                    <a:pt x="634" y="3286"/>
                    <a:pt x="767" y="3328"/>
                    <a:pt x="905" y="3328"/>
                  </a:cubicBezTo>
                  <a:cubicBezTo>
                    <a:pt x="1043" y="3328"/>
                    <a:pt x="1184" y="3286"/>
                    <a:pt x="1335" y="3203"/>
                  </a:cubicBezTo>
                  <a:lnTo>
                    <a:pt x="1368" y="3203"/>
                  </a:lnTo>
                  <a:cubicBezTo>
                    <a:pt x="1668" y="2602"/>
                    <a:pt x="1601" y="2035"/>
                    <a:pt x="1435" y="1435"/>
                  </a:cubicBezTo>
                  <a:cubicBezTo>
                    <a:pt x="1268" y="934"/>
                    <a:pt x="1268" y="501"/>
                    <a:pt x="1234" y="0"/>
                  </a:cubicBezTo>
                  <a:close/>
                </a:path>
              </a:pathLst>
            </a:custGeom>
            <a:solidFill>
              <a:srgbClr val="FFC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7"/>
            <p:cNvSpPr/>
            <p:nvPr/>
          </p:nvSpPr>
          <p:spPr>
            <a:xfrm>
              <a:off x="3332550" y="2789950"/>
              <a:ext cx="47550" cy="81750"/>
            </a:xfrm>
            <a:custGeom>
              <a:avLst/>
              <a:gdLst/>
              <a:ahLst/>
              <a:cxnLst/>
              <a:rect l="l" t="t" r="r" b="b"/>
              <a:pathLst>
                <a:path w="1902" h="3270" extrusionOk="0">
                  <a:moveTo>
                    <a:pt x="334" y="0"/>
                  </a:moveTo>
                  <a:cubicBezTo>
                    <a:pt x="1" y="434"/>
                    <a:pt x="234" y="834"/>
                    <a:pt x="234" y="1301"/>
                  </a:cubicBezTo>
                  <a:cubicBezTo>
                    <a:pt x="267" y="1434"/>
                    <a:pt x="367" y="1535"/>
                    <a:pt x="501" y="1635"/>
                  </a:cubicBezTo>
                  <a:cubicBezTo>
                    <a:pt x="868" y="2035"/>
                    <a:pt x="601" y="2602"/>
                    <a:pt x="834" y="3036"/>
                  </a:cubicBezTo>
                  <a:cubicBezTo>
                    <a:pt x="880" y="3054"/>
                    <a:pt x="927" y="3061"/>
                    <a:pt x="976" y="3061"/>
                  </a:cubicBezTo>
                  <a:cubicBezTo>
                    <a:pt x="1140" y="3061"/>
                    <a:pt x="1318" y="2980"/>
                    <a:pt x="1483" y="2980"/>
                  </a:cubicBezTo>
                  <a:cubicBezTo>
                    <a:pt x="1627" y="2980"/>
                    <a:pt x="1761" y="3041"/>
                    <a:pt x="1869" y="3269"/>
                  </a:cubicBezTo>
                  <a:cubicBezTo>
                    <a:pt x="1902" y="2268"/>
                    <a:pt x="1502" y="1268"/>
                    <a:pt x="1568" y="267"/>
                  </a:cubicBezTo>
                  <a:cubicBezTo>
                    <a:pt x="1471" y="237"/>
                    <a:pt x="1390" y="223"/>
                    <a:pt x="1324" y="223"/>
                  </a:cubicBezTo>
                  <a:cubicBezTo>
                    <a:pt x="1026" y="223"/>
                    <a:pt x="1013" y="501"/>
                    <a:pt x="1068" y="801"/>
                  </a:cubicBezTo>
                  <a:cubicBezTo>
                    <a:pt x="1135" y="867"/>
                    <a:pt x="1335" y="1001"/>
                    <a:pt x="1068" y="1034"/>
                  </a:cubicBezTo>
                  <a:cubicBezTo>
                    <a:pt x="1001" y="1034"/>
                    <a:pt x="868" y="967"/>
                    <a:pt x="834" y="867"/>
                  </a:cubicBezTo>
                  <a:cubicBezTo>
                    <a:pt x="734" y="534"/>
                    <a:pt x="734" y="133"/>
                    <a:pt x="334" y="0"/>
                  </a:cubicBezTo>
                  <a:close/>
                </a:path>
              </a:pathLst>
            </a:custGeom>
            <a:solidFill>
              <a:srgbClr val="FFC6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7"/>
            <p:cNvSpPr/>
            <p:nvPr/>
          </p:nvSpPr>
          <p:spPr>
            <a:xfrm>
              <a:off x="3332550" y="2668475"/>
              <a:ext cx="35050" cy="79800"/>
            </a:xfrm>
            <a:custGeom>
              <a:avLst/>
              <a:gdLst/>
              <a:ahLst/>
              <a:cxnLst/>
              <a:rect l="l" t="t" r="r" b="b"/>
              <a:pathLst>
                <a:path w="1402" h="3192" extrusionOk="0">
                  <a:moveTo>
                    <a:pt x="587" y="1"/>
                  </a:moveTo>
                  <a:cubicBezTo>
                    <a:pt x="492" y="1"/>
                    <a:pt x="397" y="20"/>
                    <a:pt x="301" y="56"/>
                  </a:cubicBezTo>
                  <a:cubicBezTo>
                    <a:pt x="34" y="189"/>
                    <a:pt x="67" y="489"/>
                    <a:pt x="1" y="656"/>
                  </a:cubicBezTo>
                  <a:cubicBezTo>
                    <a:pt x="468" y="1190"/>
                    <a:pt x="367" y="1790"/>
                    <a:pt x="234" y="2391"/>
                  </a:cubicBezTo>
                  <a:cubicBezTo>
                    <a:pt x="167" y="2791"/>
                    <a:pt x="67" y="3191"/>
                    <a:pt x="701" y="3191"/>
                  </a:cubicBezTo>
                  <a:cubicBezTo>
                    <a:pt x="868" y="2958"/>
                    <a:pt x="734" y="2557"/>
                    <a:pt x="1168" y="2457"/>
                  </a:cubicBezTo>
                  <a:cubicBezTo>
                    <a:pt x="1402" y="2357"/>
                    <a:pt x="1335" y="2057"/>
                    <a:pt x="1335" y="1857"/>
                  </a:cubicBezTo>
                  <a:cubicBezTo>
                    <a:pt x="1168" y="1657"/>
                    <a:pt x="1168" y="1457"/>
                    <a:pt x="1301" y="1290"/>
                  </a:cubicBezTo>
                  <a:cubicBezTo>
                    <a:pt x="1068" y="1056"/>
                    <a:pt x="1135" y="823"/>
                    <a:pt x="1301" y="623"/>
                  </a:cubicBezTo>
                  <a:lnTo>
                    <a:pt x="1301" y="389"/>
                  </a:lnTo>
                  <a:cubicBezTo>
                    <a:pt x="1201" y="356"/>
                    <a:pt x="1168" y="289"/>
                    <a:pt x="1068" y="189"/>
                  </a:cubicBezTo>
                  <a:cubicBezTo>
                    <a:pt x="918" y="61"/>
                    <a:pt x="755" y="1"/>
                    <a:pt x="587" y="1"/>
                  </a:cubicBezTo>
                  <a:close/>
                </a:path>
              </a:pathLst>
            </a:custGeom>
            <a:solidFill>
              <a:srgbClr val="FFC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7"/>
            <p:cNvSpPr/>
            <p:nvPr/>
          </p:nvSpPr>
          <p:spPr>
            <a:xfrm>
              <a:off x="3388425" y="2681525"/>
              <a:ext cx="45900" cy="53400"/>
            </a:xfrm>
            <a:custGeom>
              <a:avLst/>
              <a:gdLst/>
              <a:ahLst/>
              <a:cxnLst/>
              <a:rect l="l" t="t" r="r" b="b"/>
              <a:pathLst>
                <a:path w="1836" h="2136" extrusionOk="0">
                  <a:moveTo>
                    <a:pt x="968" y="1"/>
                  </a:moveTo>
                  <a:lnTo>
                    <a:pt x="968" y="1"/>
                  </a:lnTo>
                  <a:cubicBezTo>
                    <a:pt x="901" y="267"/>
                    <a:pt x="1101" y="501"/>
                    <a:pt x="768" y="768"/>
                  </a:cubicBezTo>
                  <a:cubicBezTo>
                    <a:pt x="0" y="1268"/>
                    <a:pt x="0" y="1468"/>
                    <a:pt x="768" y="1935"/>
                  </a:cubicBezTo>
                  <a:cubicBezTo>
                    <a:pt x="934" y="2002"/>
                    <a:pt x="1101" y="2035"/>
                    <a:pt x="1268" y="2135"/>
                  </a:cubicBezTo>
                  <a:cubicBezTo>
                    <a:pt x="1235" y="1702"/>
                    <a:pt x="1235" y="1302"/>
                    <a:pt x="1168" y="868"/>
                  </a:cubicBezTo>
                  <a:cubicBezTo>
                    <a:pt x="1135" y="334"/>
                    <a:pt x="1401" y="134"/>
                    <a:pt x="1835" y="34"/>
                  </a:cubicBezTo>
                  <a:cubicBezTo>
                    <a:pt x="1568" y="34"/>
                    <a:pt x="1268" y="34"/>
                    <a:pt x="968" y="1"/>
                  </a:cubicBezTo>
                  <a:close/>
                </a:path>
              </a:pathLst>
            </a:custGeom>
            <a:solidFill>
              <a:srgbClr val="FEC6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7"/>
            <p:cNvSpPr/>
            <p:nvPr/>
          </p:nvSpPr>
          <p:spPr>
            <a:xfrm>
              <a:off x="3325875" y="2639075"/>
              <a:ext cx="35050" cy="44975"/>
            </a:xfrm>
            <a:custGeom>
              <a:avLst/>
              <a:gdLst/>
              <a:ahLst/>
              <a:cxnLst/>
              <a:rect l="l" t="t" r="r" b="b"/>
              <a:pathLst>
                <a:path w="1402" h="1799" extrusionOk="0">
                  <a:moveTo>
                    <a:pt x="712" y="1"/>
                  </a:moveTo>
                  <a:cubicBezTo>
                    <a:pt x="418" y="1"/>
                    <a:pt x="167" y="76"/>
                    <a:pt x="167" y="464"/>
                  </a:cubicBezTo>
                  <a:cubicBezTo>
                    <a:pt x="167" y="865"/>
                    <a:pt x="1" y="1365"/>
                    <a:pt x="268" y="1799"/>
                  </a:cubicBezTo>
                  <a:cubicBezTo>
                    <a:pt x="434" y="1665"/>
                    <a:pt x="468" y="1498"/>
                    <a:pt x="468" y="1332"/>
                  </a:cubicBezTo>
                  <a:cubicBezTo>
                    <a:pt x="835" y="1232"/>
                    <a:pt x="1268" y="1198"/>
                    <a:pt x="1268" y="665"/>
                  </a:cubicBezTo>
                  <a:cubicBezTo>
                    <a:pt x="1402" y="531"/>
                    <a:pt x="1402" y="364"/>
                    <a:pt x="1268" y="231"/>
                  </a:cubicBezTo>
                  <a:lnTo>
                    <a:pt x="1268" y="31"/>
                  </a:lnTo>
                  <a:cubicBezTo>
                    <a:pt x="1100" y="31"/>
                    <a:pt x="898" y="1"/>
                    <a:pt x="712" y="1"/>
                  </a:cubicBezTo>
                  <a:close/>
                </a:path>
              </a:pathLst>
            </a:custGeom>
            <a:solidFill>
              <a:srgbClr val="FFC9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7"/>
            <p:cNvSpPr/>
            <p:nvPr/>
          </p:nvSpPr>
          <p:spPr>
            <a:xfrm>
              <a:off x="3315875" y="2325450"/>
              <a:ext cx="24200" cy="63400"/>
            </a:xfrm>
            <a:custGeom>
              <a:avLst/>
              <a:gdLst/>
              <a:ahLst/>
              <a:cxnLst/>
              <a:rect l="l" t="t" r="r" b="b"/>
              <a:pathLst>
                <a:path w="968" h="2536" extrusionOk="0">
                  <a:moveTo>
                    <a:pt x="701" y="0"/>
                  </a:moveTo>
                  <a:lnTo>
                    <a:pt x="701" y="0"/>
                  </a:lnTo>
                  <a:cubicBezTo>
                    <a:pt x="134" y="33"/>
                    <a:pt x="67" y="400"/>
                    <a:pt x="67" y="867"/>
                  </a:cubicBezTo>
                  <a:cubicBezTo>
                    <a:pt x="0" y="934"/>
                    <a:pt x="0" y="1034"/>
                    <a:pt x="67" y="1101"/>
                  </a:cubicBezTo>
                  <a:cubicBezTo>
                    <a:pt x="234" y="1568"/>
                    <a:pt x="467" y="2068"/>
                    <a:pt x="634" y="2535"/>
                  </a:cubicBezTo>
                  <a:cubicBezTo>
                    <a:pt x="968" y="1701"/>
                    <a:pt x="634" y="834"/>
                    <a:pt x="701" y="0"/>
                  </a:cubicBezTo>
                  <a:close/>
                </a:path>
              </a:pathLst>
            </a:custGeom>
            <a:solidFill>
              <a:srgbClr val="F9BD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7"/>
            <p:cNvSpPr/>
            <p:nvPr/>
          </p:nvSpPr>
          <p:spPr>
            <a:xfrm>
              <a:off x="3350900" y="2857925"/>
              <a:ext cx="29200" cy="31675"/>
            </a:xfrm>
            <a:custGeom>
              <a:avLst/>
              <a:gdLst/>
              <a:ahLst/>
              <a:cxnLst/>
              <a:rect l="l" t="t" r="r" b="b"/>
              <a:pathLst>
                <a:path w="1168" h="1267" extrusionOk="0">
                  <a:moveTo>
                    <a:pt x="648" y="1"/>
                  </a:moveTo>
                  <a:cubicBezTo>
                    <a:pt x="511" y="1"/>
                    <a:pt x="352" y="78"/>
                    <a:pt x="167" y="250"/>
                  </a:cubicBezTo>
                  <a:cubicBezTo>
                    <a:pt x="167" y="250"/>
                    <a:pt x="134" y="283"/>
                    <a:pt x="100" y="283"/>
                  </a:cubicBezTo>
                  <a:lnTo>
                    <a:pt x="0" y="417"/>
                  </a:lnTo>
                  <a:lnTo>
                    <a:pt x="0" y="483"/>
                  </a:lnTo>
                  <a:lnTo>
                    <a:pt x="100" y="550"/>
                  </a:lnTo>
                  <a:cubicBezTo>
                    <a:pt x="334" y="750"/>
                    <a:pt x="567" y="1050"/>
                    <a:pt x="834" y="1217"/>
                  </a:cubicBezTo>
                  <a:cubicBezTo>
                    <a:pt x="896" y="1252"/>
                    <a:pt x="945" y="1266"/>
                    <a:pt x="984" y="1266"/>
                  </a:cubicBezTo>
                  <a:cubicBezTo>
                    <a:pt x="1136" y="1266"/>
                    <a:pt x="1141" y="1049"/>
                    <a:pt x="1168" y="917"/>
                  </a:cubicBezTo>
                  <a:cubicBezTo>
                    <a:pt x="1135" y="784"/>
                    <a:pt x="1135" y="617"/>
                    <a:pt x="1135" y="483"/>
                  </a:cubicBezTo>
                  <a:cubicBezTo>
                    <a:pt x="1014" y="181"/>
                    <a:pt x="856" y="1"/>
                    <a:pt x="648" y="1"/>
                  </a:cubicBezTo>
                  <a:close/>
                </a:path>
              </a:pathLst>
            </a:custGeom>
            <a:solidFill>
              <a:srgbClr val="FFD3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7"/>
            <p:cNvSpPr/>
            <p:nvPr/>
          </p:nvSpPr>
          <p:spPr>
            <a:xfrm>
              <a:off x="3352575" y="2250375"/>
              <a:ext cx="18350" cy="14700"/>
            </a:xfrm>
            <a:custGeom>
              <a:avLst/>
              <a:gdLst/>
              <a:ahLst/>
              <a:cxnLst/>
              <a:rect l="l" t="t" r="r" b="b"/>
              <a:pathLst>
                <a:path w="734" h="588" extrusionOk="0">
                  <a:moveTo>
                    <a:pt x="0" y="1"/>
                  </a:moveTo>
                  <a:cubicBezTo>
                    <a:pt x="67" y="101"/>
                    <a:pt x="167" y="234"/>
                    <a:pt x="200" y="401"/>
                  </a:cubicBezTo>
                  <a:cubicBezTo>
                    <a:pt x="243" y="508"/>
                    <a:pt x="326" y="587"/>
                    <a:pt x="424" y="587"/>
                  </a:cubicBezTo>
                  <a:cubicBezTo>
                    <a:pt x="480" y="587"/>
                    <a:pt x="540" y="562"/>
                    <a:pt x="601" y="501"/>
                  </a:cubicBezTo>
                  <a:cubicBezTo>
                    <a:pt x="701" y="401"/>
                    <a:pt x="734" y="268"/>
                    <a:pt x="734" y="201"/>
                  </a:cubicBezTo>
                  <a:cubicBezTo>
                    <a:pt x="701" y="1"/>
                    <a:pt x="534" y="1"/>
                    <a:pt x="400" y="1"/>
                  </a:cubicBezTo>
                  <a:close/>
                </a:path>
              </a:pathLst>
            </a:custGeom>
            <a:solidFill>
              <a:srgbClr val="FFB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7"/>
            <p:cNvSpPr/>
            <p:nvPr/>
          </p:nvSpPr>
          <p:spPr>
            <a:xfrm>
              <a:off x="3365900" y="2896675"/>
              <a:ext cx="18375" cy="30900"/>
            </a:xfrm>
            <a:custGeom>
              <a:avLst/>
              <a:gdLst/>
              <a:ahLst/>
              <a:cxnLst/>
              <a:rect l="l" t="t" r="r" b="b"/>
              <a:pathLst>
                <a:path w="735" h="1236" extrusionOk="0">
                  <a:moveTo>
                    <a:pt x="635" y="1"/>
                  </a:moveTo>
                  <a:cubicBezTo>
                    <a:pt x="1" y="268"/>
                    <a:pt x="368" y="735"/>
                    <a:pt x="234" y="1235"/>
                  </a:cubicBezTo>
                  <a:cubicBezTo>
                    <a:pt x="735" y="901"/>
                    <a:pt x="568" y="535"/>
                    <a:pt x="635" y="201"/>
                  </a:cubicBezTo>
                  <a:lnTo>
                    <a:pt x="635" y="1"/>
                  </a:lnTo>
                  <a:close/>
                </a:path>
              </a:pathLst>
            </a:custGeom>
            <a:solidFill>
              <a:srgbClr val="FFCE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7"/>
            <p:cNvSpPr/>
            <p:nvPr/>
          </p:nvSpPr>
          <p:spPr>
            <a:xfrm>
              <a:off x="3337550" y="2655675"/>
              <a:ext cx="21700" cy="16700"/>
            </a:xfrm>
            <a:custGeom>
              <a:avLst/>
              <a:gdLst/>
              <a:ahLst/>
              <a:cxnLst/>
              <a:rect l="l" t="t" r="r" b="b"/>
              <a:pathLst>
                <a:path w="868" h="668" extrusionOk="0">
                  <a:moveTo>
                    <a:pt x="835" y="1"/>
                  </a:moveTo>
                  <a:cubicBezTo>
                    <a:pt x="634" y="334"/>
                    <a:pt x="268" y="468"/>
                    <a:pt x="1" y="668"/>
                  </a:cubicBezTo>
                  <a:cubicBezTo>
                    <a:pt x="301" y="668"/>
                    <a:pt x="601" y="668"/>
                    <a:pt x="868" y="634"/>
                  </a:cubicBezTo>
                  <a:cubicBezTo>
                    <a:pt x="835" y="401"/>
                    <a:pt x="835" y="201"/>
                    <a:pt x="835" y="1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7"/>
            <p:cNvSpPr/>
            <p:nvPr/>
          </p:nvSpPr>
          <p:spPr>
            <a:xfrm>
              <a:off x="3352575" y="2682350"/>
              <a:ext cx="12525" cy="16725"/>
            </a:xfrm>
            <a:custGeom>
              <a:avLst/>
              <a:gdLst/>
              <a:ahLst/>
              <a:cxnLst/>
              <a:rect l="l" t="t" r="r" b="b"/>
              <a:pathLst>
                <a:path w="501" h="669" extrusionOk="0">
                  <a:moveTo>
                    <a:pt x="500" y="1"/>
                  </a:moveTo>
                  <a:cubicBezTo>
                    <a:pt x="0" y="435"/>
                    <a:pt x="0" y="468"/>
                    <a:pt x="500" y="668"/>
                  </a:cubicBezTo>
                  <a:lnTo>
                    <a:pt x="500" y="1"/>
                  </a:ln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7"/>
            <p:cNvSpPr/>
            <p:nvPr/>
          </p:nvSpPr>
          <p:spPr>
            <a:xfrm>
              <a:off x="3362150" y="2223400"/>
              <a:ext cx="8775" cy="7000"/>
            </a:xfrm>
            <a:custGeom>
              <a:avLst/>
              <a:gdLst/>
              <a:ahLst/>
              <a:cxnLst/>
              <a:rect l="l" t="t" r="r" b="b"/>
              <a:pathLst>
                <a:path w="351" h="280" extrusionOk="0">
                  <a:moveTo>
                    <a:pt x="55" y="0"/>
                  </a:moveTo>
                  <a:cubicBezTo>
                    <a:pt x="7" y="0"/>
                    <a:pt x="1" y="38"/>
                    <a:pt x="51" y="113"/>
                  </a:cubicBezTo>
                  <a:cubicBezTo>
                    <a:pt x="117" y="146"/>
                    <a:pt x="184" y="246"/>
                    <a:pt x="284" y="279"/>
                  </a:cubicBezTo>
                  <a:cubicBezTo>
                    <a:pt x="318" y="246"/>
                    <a:pt x="318" y="179"/>
                    <a:pt x="351" y="146"/>
                  </a:cubicBezTo>
                  <a:cubicBezTo>
                    <a:pt x="318" y="13"/>
                    <a:pt x="218" y="13"/>
                    <a:pt x="117" y="13"/>
                  </a:cubicBezTo>
                  <a:cubicBezTo>
                    <a:pt x="92" y="4"/>
                    <a:pt x="72" y="0"/>
                    <a:pt x="55" y="0"/>
                  </a:cubicBezTo>
                  <a:close/>
                </a:path>
              </a:pathLst>
            </a:custGeom>
            <a:solidFill>
              <a:srgbClr val="FFB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7"/>
            <p:cNvSpPr/>
            <p:nvPr/>
          </p:nvSpPr>
          <p:spPr>
            <a:xfrm>
              <a:off x="3358400" y="2646500"/>
              <a:ext cx="5025" cy="10025"/>
            </a:xfrm>
            <a:custGeom>
              <a:avLst/>
              <a:gdLst/>
              <a:ahLst/>
              <a:cxnLst/>
              <a:rect l="l" t="t" r="r" b="b"/>
              <a:pathLst>
                <a:path w="201" h="401" extrusionOk="0">
                  <a:moveTo>
                    <a:pt x="1" y="1"/>
                  </a:moveTo>
                  <a:lnTo>
                    <a:pt x="1" y="401"/>
                  </a:lnTo>
                  <a:cubicBezTo>
                    <a:pt x="201" y="234"/>
                    <a:pt x="201" y="101"/>
                    <a:pt x="1" y="1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7"/>
            <p:cNvSpPr/>
            <p:nvPr/>
          </p:nvSpPr>
          <p:spPr>
            <a:xfrm>
              <a:off x="3388425" y="2960900"/>
              <a:ext cx="6700" cy="5025"/>
            </a:xfrm>
            <a:custGeom>
              <a:avLst/>
              <a:gdLst/>
              <a:ahLst/>
              <a:cxnLst/>
              <a:rect l="l" t="t" r="r" b="b"/>
              <a:pathLst>
                <a:path w="268" h="201" extrusionOk="0">
                  <a:moveTo>
                    <a:pt x="0" y="0"/>
                  </a:moveTo>
                  <a:lnTo>
                    <a:pt x="0" y="200"/>
                  </a:lnTo>
                  <a:lnTo>
                    <a:pt x="267" y="67"/>
                  </a:lnTo>
                  <a:cubicBezTo>
                    <a:pt x="234" y="0"/>
                    <a:pt x="101" y="0"/>
                    <a:pt x="0" y="0"/>
                  </a:cubicBezTo>
                  <a:close/>
                </a:path>
              </a:pathLst>
            </a:custGeom>
            <a:solidFill>
              <a:srgbClr val="FFAF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7"/>
            <p:cNvSpPr/>
            <p:nvPr/>
          </p:nvSpPr>
          <p:spPr>
            <a:xfrm>
              <a:off x="3352575" y="2242050"/>
              <a:ext cx="1675" cy="2525"/>
            </a:xfrm>
            <a:custGeom>
              <a:avLst/>
              <a:gdLst/>
              <a:ahLst/>
              <a:cxnLst/>
              <a:rect l="l" t="t" r="r" b="b"/>
              <a:pathLst>
                <a:path w="67" h="101" extrusionOk="0">
                  <a:moveTo>
                    <a:pt x="33" y="0"/>
                  </a:moveTo>
                  <a:lnTo>
                    <a:pt x="0" y="100"/>
                  </a:lnTo>
                  <a:lnTo>
                    <a:pt x="67" y="34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B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7"/>
            <p:cNvSpPr/>
            <p:nvPr/>
          </p:nvSpPr>
          <p:spPr>
            <a:xfrm>
              <a:off x="3359225" y="2672350"/>
              <a:ext cx="5875" cy="5025"/>
            </a:xfrm>
            <a:custGeom>
              <a:avLst/>
              <a:gdLst/>
              <a:ahLst/>
              <a:cxnLst/>
              <a:rect l="l" t="t" r="r" b="b"/>
              <a:pathLst>
                <a:path w="235" h="201" extrusionOk="0">
                  <a:moveTo>
                    <a:pt x="1" y="1"/>
                  </a:moveTo>
                  <a:lnTo>
                    <a:pt x="1" y="1"/>
                  </a:lnTo>
                  <a:cubicBezTo>
                    <a:pt x="68" y="67"/>
                    <a:pt x="134" y="167"/>
                    <a:pt x="234" y="20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7"/>
            <p:cNvSpPr/>
            <p:nvPr/>
          </p:nvSpPr>
          <p:spPr>
            <a:xfrm>
              <a:off x="3104900" y="1646550"/>
              <a:ext cx="228500" cy="686225"/>
            </a:xfrm>
            <a:custGeom>
              <a:avLst/>
              <a:gdLst/>
              <a:ahLst/>
              <a:cxnLst/>
              <a:rect l="l" t="t" r="r" b="b"/>
              <a:pathLst>
                <a:path w="9140" h="27449" extrusionOk="0">
                  <a:moveTo>
                    <a:pt x="1474" y="0"/>
                  </a:moveTo>
                  <a:cubicBezTo>
                    <a:pt x="1223" y="0"/>
                    <a:pt x="990" y="71"/>
                    <a:pt x="801" y="337"/>
                  </a:cubicBezTo>
                  <a:cubicBezTo>
                    <a:pt x="467" y="1971"/>
                    <a:pt x="767" y="3639"/>
                    <a:pt x="767" y="5240"/>
                  </a:cubicBezTo>
                  <a:cubicBezTo>
                    <a:pt x="767" y="6375"/>
                    <a:pt x="967" y="7542"/>
                    <a:pt x="801" y="8676"/>
                  </a:cubicBezTo>
                  <a:cubicBezTo>
                    <a:pt x="0" y="14380"/>
                    <a:pt x="100" y="20151"/>
                    <a:pt x="267" y="25855"/>
                  </a:cubicBezTo>
                  <a:cubicBezTo>
                    <a:pt x="300" y="26322"/>
                    <a:pt x="234" y="26856"/>
                    <a:pt x="467" y="27323"/>
                  </a:cubicBezTo>
                  <a:cubicBezTo>
                    <a:pt x="544" y="27413"/>
                    <a:pt x="612" y="27448"/>
                    <a:pt x="675" y="27448"/>
                  </a:cubicBezTo>
                  <a:cubicBezTo>
                    <a:pt x="775" y="27448"/>
                    <a:pt x="865" y="27359"/>
                    <a:pt x="967" y="27256"/>
                  </a:cubicBezTo>
                  <a:cubicBezTo>
                    <a:pt x="1635" y="26689"/>
                    <a:pt x="2001" y="25989"/>
                    <a:pt x="2068" y="25088"/>
                  </a:cubicBezTo>
                  <a:cubicBezTo>
                    <a:pt x="2268" y="24054"/>
                    <a:pt x="2335" y="23020"/>
                    <a:pt x="2268" y="21919"/>
                  </a:cubicBezTo>
                  <a:cubicBezTo>
                    <a:pt x="2135" y="19717"/>
                    <a:pt x="2569" y="17549"/>
                    <a:pt x="2769" y="15381"/>
                  </a:cubicBezTo>
                  <a:cubicBezTo>
                    <a:pt x="2769" y="15041"/>
                    <a:pt x="2912" y="14844"/>
                    <a:pt x="3253" y="14844"/>
                  </a:cubicBezTo>
                  <a:cubicBezTo>
                    <a:pt x="3279" y="14844"/>
                    <a:pt x="3307" y="14845"/>
                    <a:pt x="3336" y="14847"/>
                  </a:cubicBezTo>
                  <a:cubicBezTo>
                    <a:pt x="3869" y="14681"/>
                    <a:pt x="3836" y="14214"/>
                    <a:pt x="3803" y="13813"/>
                  </a:cubicBezTo>
                  <a:cubicBezTo>
                    <a:pt x="3769" y="13246"/>
                    <a:pt x="3569" y="12879"/>
                    <a:pt x="2935" y="12813"/>
                  </a:cubicBezTo>
                  <a:cubicBezTo>
                    <a:pt x="3569" y="12579"/>
                    <a:pt x="4136" y="12412"/>
                    <a:pt x="4103" y="11678"/>
                  </a:cubicBezTo>
                  <a:cubicBezTo>
                    <a:pt x="4036" y="11078"/>
                    <a:pt x="4170" y="10477"/>
                    <a:pt x="4170" y="9877"/>
                  </a:cubicBezTo>
                  <a:cubicBezTo>
                    <a:pt x="4136" y="9177"/>
                    <a:pt x="4136" y="8509"/>
                    <a:pt x="3302" y="8209"/>
                  </a:cubicBezTo>
                  <a:cubicBezTo>
                    <a:pt x="3069" y="8142"/>
                    <a:pt x="2835" y="8009"/>
                    <a:pt x="3069" y="7675"/>
                  </a:cubicBezTo>
                  <a:cubicBezTo>
                    <a:pt x="3300" y="7360"/>
                    <a:pt x="3717" y="7177"/>
                    <a:pt x="4120" y="7177"/>
                  </a:cubicBezTo>
                  <a:cubicBezTo>
                    <a:pt x="4355" y="7177"/>
                    <a:pt x="4585" y="7240"/>
                    <a:pt x="4770" y="7375"/>
                  </a:cubicBezTo>
                  <a:cubicBezTo>
                    <a:pt x="5070" y="7575"/>
                    <a:pt x="5304" y="7909"/>
                    <a:pt x="5737" y="8009"/>
                  </a:cubicBezTo>
                  <a:cubicBezTo>
                    <a:pt x="5938" y="8042"/>
                    <a:pt x="5971" y="8176"/>
                    <a:pt x="5971" y="8376"/>
                  </a:cubicBezTo>
                  <a:cubicBezTo>
                    <a:pt x="6004" y="9744"/>
                    <a:pt x="6305" y="10077"/>
                    <a:pt x="7672" y="10211"/>
                  </a:cubicBezTo>
                  <a:cubicBezTo>
                    <a:pt x="8039" y="9577"/>
                    <a:pt x="8439" y="8910"/>
                    <a:pt x="7972" y="8176"/>
                  </a:cubicBezTo>
                  <a:cubicBezTo>
                    <a:pt x="7739" y="8009"/>
                    <a:pt x="7739" y="7742"/>
                    <a:pt x="7739" y="7509"/>
                  </a:cubicBezTo>
                  <a:cubicBezTo>
                    <a:pt x="7739" y="6975"/>
                    <a:pt x="7739" y="6475"/>
                    <a:pt x="7772" y="5908"/>
                  </a:cubicBezTo>
                  <a:cubicBezTo>
                    <a:pt x="7806" y="5541"/>
                    <a:pt x="7672" y="5140"/>
                    <a:pt x="7672" y="4740"/>
                  </a:cubicBezTo>
                  <a:cubicBezTo>
                    <a:pt x="7639" y="4340"/>
                    <a:pt x="8139" y="4173"/>
                    <a:pt x="8072" y="3806"/>
                  </a:cubicBezTo>
                  <a:cubicBezTo>
                    <a:pt x="7972" y="3339"/>
                    <a:pt x="8606" y="2972"/>
                    <a:pt x="8506" y="2839"/>
                  </a:cubicBezTo>
                  <a:cubicBezTo>
                    <a:pt x="8072" y="2205"/>
                    <a:pt x="9140" y="2505"/>
                    <a:pt x="8906" y="2071"/>
                  </a:cubicBezTo>
                  <a:cubicBezTo>
                    <a:pt x="8906" y="2038"/>
                    <a:pt x="8906" y="1971"/>
                    <a:pt x="8940" y="1971"/>
                  </a:cubicBezTo>
                  <a:cubicBezTo>
                    <a:pt x="8573" y="1705"/>
                    <a:pt x="8173" y="1371"/>
                    <a:pt x="7739" y="1304"/>
                  </a:cubicBezTo>
                  <a:cubicBezTo>
                    <a:pt x="7339" y="1238"/>
                    <a:pt x="6938" y="1071"/>
                    <a:pt x="6571" y="971"/>
                  </a:cubicBezTo>
                  <a:cubicBezTo>
                    <a:pt x="6438" y="904"/>
                    <a:pt x="6338" y="871"/>
                    <a:pt x="6238" y="871"/>
                  </a:cubicBezTo>
                  <a:cubicBezTo>
                    <a:pt x="4803" y="570"/>
                    <a:pt x="3436" y="370"/>
                    <a:pt x="2068" y="70"/>
                  </a:cubicBezTo>
                  <a:cubicBezTo>
                    <a:pt x="1867" y="41"/>
                    <a:pt x="1665" y="0"/>
                    <a:pt x="1474" y="0"/>
                  </a:cubicBezTo>
                  <a:close/>
                </a:path>
              </a:pathLst>
            </a:custGeom>
            <a:solidFill>
              <a:srgbClr val="FFB9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7"/>
            <p:cNvSpPr/>
            <p:nvPr/>
          </p:nvSpPr>
          <p:spPr>
            <a:xfrm>
              <a:off x="3186625" y="1129575"/>
              <a:ext cx="179300" cy="338675"/>
            </a:xfrm>
            <a:custGeom>
              <a:avLst/>
              <a:gdLst/>
              <a:ahLst/>
              <a:cxnLst/>
              <a:rect l="l" t="t" r="r" b="b"/>
              <a:pathLst>
                <a:path w="7172" h="13547" extrusionOk="0">
                  <a:moveTo>
                    <a:pt x="3336" y="1"/>
                  </a:moveTo>
                  <a:cubicBezTo>
                    <a:pt x="2935" y="1235"/>
                    <a:pt x="2935" y="1235"/>
                    <a:pt x="1835" y="2169"/>
                  </a:cubicBezTo>
                  <a:cubicBezTo>
                    <a:pt x="1501" y="2469"/>
                    <a:pt x="1368" y="2903"/>
                    <a:pt x="1568" y="3337"/>
                  </a:cubicBezTo>
                  <a:cubicBezTo>
                    <a:pt x="1701" y="3670"/>
                    <a:pt x="1835" y="3904"/>
                    <a:pt x="1534" y="4204"/>
                  </a:cubicBezTo>
                  <a:cubicBezTo>
                    <a:pt x="1401" y="4371"/>
                    <a:pt x="1401" y="4537"/>
                    <a:pt x="1534" y="4704"/>
                  </a:cubicBezTo>
                  <a:cubicBezTo>
                    <a:pt x="1868" y="5171"/>
                    <a:pt x="1735" y="5538"/>
                    <a:pt x="1468" y="5972"/>
                  </a:cubicBezTo>
                  <a:cubicBezTo>
                    <a:pt x="1334" y="6139"/>
                    <a:pt x="1301" y="6339"/>
                    <a:pt x="1234" y="6539"/>
                  </a:cubicBezTo>
                  <a:cubicBezTo>
                    <a:pt x="1067" y="7173"/>
                    <a:pt x="1201" y="7873"/>
                    <a:pt x="1067" y="8407"/>
                  </a:cubicBezTo>
                  <a:cubicBezTo>
                    <a:pt x="867" y="9241"/>
                    <a:pt x="734" y="9841"/>
                    <a:pt x="1568" y="10342"/>
                  </a:cubicBezTo>
                  <a:cubicBezTo>
                    <a:pt x="1835" y="10508"/>
                    <a:pt x="1735" y="10809"/>
                    <a:pt x="1401" y="10875"/>
                  </a:cubicBezTo>
                  <a:cubicBezTo>
                    <a:pt x="1234" y="10909"/>
                    <a:pt x="1034" y="10909"/>
                    <a:pt x="867" y="10909"/>
                  </a:cubicBezTo>
                  <a:cubicBezTo>
                    <a:pt x="867" y="11342"/>
                    <a:pt x="1201" y="11342"/>
                    <a:pt x="1434" y="11376"/>
                  </a:cubicBezTo>
                  <a:cubicBezTo>
                    <a:pt x="2835" y="11676"/>
                    <a:pt x="4170" y="12176"/>
                    <a:pt x="5504" y="12543"/>
                  </a:cubicBezTo>
                  <a:cubicBezTo>
                    <a:pt x="4117" y="12229"/>
                    <a:pt x="2771" y="11710"/>
                    <a:pt x="1370" y="11710"/>
                  </a:cubicBezTo>
                  <a:cubicBezTo>
                    <a:pt x="985" y="11710"/>
                    <a:pt x="596" y="11749"/>
                    <a:pt x="200" y="11843"/>
                  </a:cubicBezTo>
                  <a:cubicBezTo>
                    <a:pt x="133" y="11876"/>
                    <a:pt x="33" y="11943"/>
                    <a:pt x="0" y="12043"/>
                  </a:cubicBezTo>
                  <a:cubicBezTo>
                    <a:pt x="0" y="12143"/>
                    <a:pt x="33" y="12176"/>
                    <a:pt x="33" y="12210"/>
                  </a:cubicBezTo>
                  <a:cubicBezTo>
                    <a:pt x="300" y="12210"/>
                    <a:pt x="567" y="12172"/>
                    <a:pt x="829" y="12172"/>
                  </a:cubicBezTo>
                  <a:cubicBezTo>
                    <a:pt x="1058" y="12172"/>
                    <a:pt x="1283" y="12201"/>
                    <a:pt x="1501" y="12310"/>
                  </a:cubicBezTo>
                  <a:cubicBezTo>
                    <a:pt x="2935" y="12977"/>
                    <a:pt x="4570" y="12877"/>
                    <a:pt x="6071" y="13477"/>
                  </a:cubicBezTo>
                  <a:cubicBezTo>
                    <a:pt x="6181" y="13525"/>
                    <a:pt x="6270" y="13546"/>
                    <a:pt x="6344" y="13546"/>
                  </a:cubicBezTo>
                  <a:cubicBezTo>
                    <a:pt x="6629" y="13546"/>
                    <a:pt x="6671" y="13228"/>
                    <a:pt x="6671" y="12910"/>
                  </a:cubicBezTo>
                  <a:cubicBezTo>
                    <a:pt x="6338" y="12410"/>
                    <a:pt x="6371" y="11876"/>
                    <a:pt x="6671" y="11376"/>
                  </a:cubicBezTo>
                  <a:cubicBezTo>
                    <a:pt x="6738" y="11209"/>
                    <a:pt x="6872" y="11009"/>
                    <a:pt x="6805" y="10875"/>
                  </a:cubicBezTo>
                  <a:cubicBezTo>
                    <a:pt x="6471" y="10175"/>
                    <a:pt x="7005" y="9474"/>
                    <a:pt x="6705" y="8740"/>
                  </a:cubicBezTo>
                  <a:cubicBezTo>
                    <a:pt x="6538" y="8340"/>
                    <a:pt x="6972" y="8474"/>
                    <a:pt x="7172" y="8407"/>
                  </a:cubicBezTo>
                  <a:lnTo>
                    <a:pt x="7172" y="8207"/>
                  </a:lnTo>
                  <a:cubicBezTo>
                    <a:pt x="7143" y="8202"/>
                    <a:pt x="7111" y="8201"/>
                    <a:pt x="7076" y="8201"/>
                  </a:cubicBezTo>
                  <a:cubicBezTo>
                    <a:pt x="7030" y="8201"/>
                    <a:pt x="6981" y="8203"/>
                    <a:pt x="6935" y="8203"/>
                  </a:cubicBezTo>
                  <a:cubicBezTo>
                    <a:pt x="6772" y="8203"/>
                    <a:pt x="6638" y="8173"/>
                    <a:pt x="6772" y="7907"/>
                  </a:cubicBezTo>
                  <a:cubicBezTo>
                    <a:pt x="6938" y="7006"/>
                    <a:pt x="6605" y="6039"/>
                    <a:pt x="6772" y="5138"/>
                  </a:cubicBezTo>
                  <a:cubicBezTo>
                    <a:pt x="6571" y="4371"/>
                    <a:pt x="6371" y="3670"/>
                    <a:pt x="6538" y="2836"/>
                  </a:cubicBezTo>
                  <a:cubicBezTo>
                    <a:pt x="6592" y="2402"/>
                    <a:pt x="6558" y="1879"/>
                    <a:pt x="6041" y="1879"/>
                  </a:cubicBezTo>
                  <a:cubicBezTo>
                    <a:pt x="5922" y="1879"/>
                    <a:pt x="5778" y="1907"/>
                    <a:pt x="5604" y="1969"/>
                  </a:cubicBezTo>
                  <a:cubicBezTo>
                    <a:pt x="5070" y="1035"/>
                    <a:pt x="4370" y="334"/>
                    <a:pt x="3336" y="1"/>
                  </a:cubicBezTo>
                  <a:close/>
                </a:path>
              </a:pathLst>
            </a:custGeom>
            <a:solidFill>
              <a:srgbClr val="FF85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7"/>
            <p:cNvSpPr/>
            <p:nvPr/>
          </p:nvSpPr>
          <p:spPr>
            <a:xfrm>
              <a:off x="2833025" y="1414575"/>
              <a:ext cx="383625" cy="214950"/>
            </a:xfrm>
            <a:custGeom>
              <a:avLst/>
              <a:gdLst/>
              <a:ahLst/>
              <a:cxnLst/>
              <a:rect l="l" t="t" r="r" b="b"/>
              <a:pathLst>
                <a:path w="15345" h="8598" extrusionOk="0">
                  <a:moveTo>
                    <a:pt x="9078" y="1"/>
                  </a:moveTo>
                  <a:cubicBezTo>
                    <a:pt x="8840" y="1"/>
                    <a:pt x="8607" y="9"/>
                    <a:pt x="8373" y="9"/>
                  </a:cubicBezTo>
                  <a:cubicBezTo>
                    <a:pt x="7473" y="76"/>
                    <a:pt x="6539" y="142"/>
                    <a:pt x="5638" y="176"/>
                  </a:cubicBezTo>
                  <a:cubicBezTo>
                    <a:pt x="4037" y="276"/>
                    <a:pt x="2469" y="142"/>
                    <a:pt x="901" y="676"/>
                  </a:cubicBezTo>
                  <a:cubicBezTo>
                    <a:pt x="835" y="743"/>
                    <a:pt x="701" y="776"/>
                    <a:pt x="634" y="810"/>
                  </a:cubicBezTo>
                  <a:cubicBezTo>
                    <a:pt x="368" y="976"/>
                    <a:pt x="1" y="976"/>
                    <a:pt x="1" y="1410"/>
                  </a:cubicBezTo>
                  <a:cubicBezTo>
                    <a:pt x="145" y="1443"/>
                    <a:pt x="290" y="1455"/>
                    <a:pt x="434" y="1455"/>
                  </a:cubicBezTo>
                  <a:cubicBezTo>
                    <a:pt x="723" y="1455"/>
                    <a:pt x="1012" y="1410"/>
                    <a:pt x="1302" y="1410"/>
                  </a:cubicBezTo>
                  <a:cubicBezTo>
                    <a:pt x="1498" y="1548"/>
                    <a:pt x="1706" y="1593"/>
                    <a:pt x="1940" y="1593"/>
                  </a:cubicBezTo>
                  <a:cubicBezTo>
                    <a:pt x="2103" y="1593"/>
                    <a:pt x="2277" y="1571"/>
                    <a:pt x="2469" y="1543"/>
                  </a:cubicBezTo>
                  <a:cubicBezTo>
                    <a:pt x="4804" y="1210"/>
                    <a:pt x="7139" y="1010"/>
                    <a:pt x="9474" y="1010"/>
                  </a:cubicBezTo>
                  <a:cubicBezTo>
                    <a:pt x="10642" y="1010"/>
                    <a:pt x="11042" y="1510"/>
                    <a:pt x="10541" y="2544"/>
                  </a:cubicBezTo>
                  <a:cubicBezTo>
                    <a:pt x="9708" y="4379"/>
                    <a:pt x="10475" y="6147"/>
                    <a:pt x="10508" y="7948"/>
                  </a:cubicBezTo>
                  <a:cubicBezTo>
                    <a:pt x="11504" y="8262"/>
                    <a:pt x="12479" y="8597"/>
                    <a:pt x="13514" y="8597"/>
                  </a:cubicBezTo>
                  <a:cubicBezTo>
                    <a:pt x="13797" y="8597"/>
                    <a:pt x="14084" y="8572"/>
                    <a:pt x="14378" y="8515"/>
                  </a:cubicBezTo>
                  <a:cubicBezTo>
                    <a:pt x="14845" y="8515"/>
                    <a:pt x="15345" y="8348"/>
                    <a:pt x="15178" y="7815"/>
                  </a:cubicBezTo>
                  <a:cubicBezTo>
                    <a:pt x="15011" y="7114"/>
                    <a:pt x="15178" y="6447"/>
                    <a:pt x="15011" y="5746"/>
                  </a:cubicBezTo>
                  <a:cubicBezTo>
                    <a:pt x="14945" y="5380"/>
                    <a:pt x="14544" y="4812"/>
                    <a:pt x="15178" y="4512"/>
                  </a:cubicBezTo>
                  <a:cubicBezTo>
                    <a:pt x="15178" y="4512"/>
                    <a:pt x="15178" y="4379"/>
                    <a:pt x="15145" y="4345"/>
                  </a:cubicBezTo>
                  <a:cubicBezTo>
                    <a:pt x="14711" y="3311"/>
                    <a:pt x="14711" y="3278"/>
                    <a:pt x="14811" y="2344"/>
                  </a:cubicBezTo>
                  <a:cubicBezTo>
                    <a:pt x="14845" y="1710"/>
                    <a:pt x="14711" y="1143"/>
                    <a:pt x="14177" y="776"/>
                  </a:cubicBezTo>
                  <a:cubicBezTo>
                    <a:pt x="13777" y="376"/>
                    <a:pt x="13177" y="609"/>
                    <a:pt x="12710" y="343"/>
                  </a:cubicBezTo>
                  <a:cubicBezTo>
                    <a:pt x="12309" y="243"/>
                    <a:pt x="11942" y="142"/>
                    <a:pt x="11509" y="142"/>
                  </a:cubicBezTo>
                  <a:cubicBezTo>
                    <a:pt x="11242" y="142"/>
                    <a:pt x="10958" y="167"/>
                    <a:pt x="10671" y="167"/>
                  </a:cubicBezTo>
                  <a:cubicBezTo>
                    <a:pt x="10383" y="167"/>
                    <a:pt x="10091" y="142"/>
                    <a:pt x="9808" y="42"/>
                  </a:cubicBezTo>
                  <a:cubicBezTo>
                    <a:pt x="9557" y="9"/>
                    <a:pt x="9316" y="1"/>
                    <a:pt x="9078" y="1"/>
                  </a:cubicBezTo>
                  <a:close/>
                </a:path>
              </a:pathLst>
            </a:custGeom>
            <a:solidFill>
              <a:srgbClr val="EBD0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7"/>
            <p:cNvSpPr/>
            <p:nvPr/>
          </p:nvSpPr>
          <p:spPr>
            <a:xfrm>
              <a:off x="2821350" y="1602300"/>
              <a:ext cx="505400" cy="93550"/>
            </a:xfrm>
            <a:custGeom>
              <a:avLst/>
              <a:gdLst/>
              <a:ahLst/>
              <a:cxnLst/>
              <a:rect l="l" t="t" r="r" b="b"/>
              <a:pathLst>
                <a:path w="20216" h="3742" extrusionOk="0">
                  <a:moveTo>
                    <a:pt x="9646" y="1"/>
                  </a:moveTo>
                  <a:cubicBezTo>
                    <a:pt x="7621" y="1"/>
                    <a:pt x="5601" y="156"/>
                    <a:pt x="3637" y="639"/>
                  </a:cubicBezTo>
                  <a:cubicBezTo>
                    <a:pt x="3336" y="673"/>
                    <a:pt x="3036" y="839"/>
                    <a:pt x="2869" y="1140"/>
                  </a:cubicBezTo>
                  <a:cubicBezTo>
                    <a:pt x="2336" y="1506"/>
                    <a:pt x="1769" y="1640"/>
                    <a:pt x="1168" y="1840"/>
                  </a:cubicBezTo>
                  <a:cubicBezTo>
                    <a:pt x="1135" y="1940"/>
                    <a:pt x="1035" y="2007"/>
                    <a:pt x="968" y="2040"/>
                  </a:cubicBezTo>
                  <a:cubicBezTo>
                    <a:pt x="868" y="2107"/>
                    <a:pt x="835" y="2107"/>
                    <a:pt x="768" y="2107"/>
                  </a:cubicBezTo>
                  <a:cubicBezTo>
                    <a:pt x="668" y="2274"/>
                    <a:pt x="1" y="2174"/>
                    <a:pt x="468" y="2641"/>
                  </a:cubicBezTo>
                  <a:cubicBezTo>
                    <a:pt x="555" y="2648"/>
                    <a:pt x="641" y="2651"/>
                    <a:pt x="727" y="2651"/>
                  </a:cubicBezTo>
                  <a:cubicBezTo>
                    <a:pt x="1829" y="2651"/>
                    <a:pt x="2856" y="2095"/>
                    <a:pt x="3970" y="1940"/>
                  </a:cubicBezTo>
                  <a:cubicBezTo>
                    <a:pt x="5804" y="1680"/>
                    <a:pt x="7632" y="1521"/>
                    <a:pt x="9449" y="1521"/>
                  </a:cubicBezTo>
                  <a:cubicBezTo>
                    <a:pt x="12294" y="1521"/>
                    <a:pt x="15112" y="1910"/>
                    <a:pt x="17880" y="2907"/>
                  </a:cubicBezTo>
                  <a:cubicBezTo>
                    <a:pt x="18214" y="3074"/>
                    <a:pt x="18647" y="3074"/>
                    <a:pt x="18981" y="3308"/>
                  </a:cubicBezTo>
                  <a:cubicBezTo>
                    <a:pt x="19381" y="3441"/>
                    <a:pt x="19815" y="3608"/>
                    <a:pt x="20215" y="3741"/>
                  </a:cubicBezTo>
                  <a:cubicBezTo>
                    <a:pt x="19982" y="3341"/>
                    <a:pt x="19815" y="2907"/>
                    <a:pt x="19381" y="2807"/>
                  </a:cubicBezTo>
                  <a:cubicBezTo>
                    <a:pt x="18714" y="2674"/>
                    <a:pt x="18247" y="2307"/>
                    <a:pt x="17680" y="2007"/>
                  </a:cubicBezTo>
                  <a:cubicBezTo>
                    <a:pt x="16779" y="1506"/>
                    <a:pt x="15712" y="1506"/>
                    <a:pt x="14811" y="1073"/>
                  </a:cubicBezTo>
                  <a:cubicBezTo>
                    <a:pt x="14444" y="1073"/>
                    <a:pt x="14077" y="906"/>
                    <a:pt x="13677" y="839"/>
                  </a:cubicBezTo>
                  <a:cubicBezTo>
                    <a:pt x="12776" y="739"/>
                    <a:pt x="11842" y="472"/>
                    <a:pt x="10942" y="306"/>
                  </a:cubicBezTo>
                  <a:cubicBezTo>
                    <a:pt x="10742" y="139"/>
                    <a:pt x="10475" y="5"/>
                    <a:pt x="10275" y="5"/>
                  </a:cubicBezTo>
                  <a:cubicBezTo>
                    <a:pt x="10065" y="2"/>
                    <a:pt x="9855" y="1"/>
                    <a:pt x="9646" y="1"/>
                  </a:cubicBezTo>
                  <a:close/>
                </a:path>
              </a:pathLst>
            </a:custGeom>
            <a:solidFill>
              <a:srgbClr val="D8A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7"/>
            <p:cNvSpPr/>
            <p:nvPr/>
          </p:nvSpPr>
          <p:spPr>
            <a:xfrm>
              <a:off x="3223300" y="1509775"/>
              <a:ext cx="93425" cy="59325"/>
            </a:xfrm>
            <a:custGeom>
              <a:avLst/>
              <a:gdLst/>
              <a:ahLst/>
              <a:cxnLst/>
              <a:rect l="l" t="t" r="r" b="b"/>
              <a:pathLst>
                <a:path w="3737" h="2373" extrusionOk="0">
                  <a:moveTo>
                    <a:pt x="1412" y="0"/>
                  </a:moveTo>
                  <a:cubicBezTo>
                    <a:pt x="956" y="0"/>
                    <a:pt x="508" y="290"/>
                    <a:pt x="268" y="771"/>
                  </a:cubicBezTo>
                  <a:cubicBezTo>
                    <a:pt x="1" y="1305"/>
                    <a:pt x="201" y="1638"/>
                    <a:pt x="1035" y="2005"/>
                  </a:cubicBezTo>
                  <a:cubicBezTo>
                    <a:pt x="1168" y="2039"/>
                    <a:pt x="1335" y="2039"/>
                    <a:pt x="1435" y="2105"/>
                  </a:cubicBezTo>
                  <a:cubicBezTo>
                    <a:pt x="1497" y="2152"/>
                    <a:pt x="1559" y="2177"/>
                    <a:pt x="1624" y="2177"/>
                  </a:cubicBezTo>
                  <a:cubicBezTo>
                    <a:pt x="1700" y="2177"/>
                    <a:pt x="1779" y="2143"/>
                    <a:pt x="1869" y="2072"/>
                  </a:cubicBezTo>
                  <a:cubicBezTo>
                    <a:pt x="2032" y="1919"/>
                    <a:pt x="2177" y="1859"/>
                    <a:pt x="2309" y="1859"/>
                  </a:cubicBezTo>
                  <a:cubicBezTo>
                    <a:pt x="2607" y="1859"/>
                    <a:pt x="2838" y="2164"/>
                    <a:pt x="3070" y="2372"/>
                  </a:cubicBezTo>
                  <a:cubicBezTo>
                    <a:pt x="3737" y="1371"/>
                    <a:pt x="3703" y="1138"/>
                    <a:pt x="2769" y="604"/>
                  </a:cubicBezTo>
                  <a:cubicBezTo>
                    <a:pt x="2503" y="471"/>
                    <a:pt x="2236" y="271"/>
                    <a:pt x="1935" y="137"/>
                  </a:cubicBezTo>
                  <a:cubicBezTo>
                    <a:pt x="1768" y="44"/>
                    <a:pt x="1589" y="0"/>
                    <a:pt x="1412" y="0"/>
                  </a:cubicBezTo>
                  <a:close/>
                </a:path>
              </a:pathLst>
            </a:custGeom>
            <a:solidFill>
              <a:srgbClr val="F9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7"/>
            <p:cNvSpPr/>
            <p:nvPr/>
          </p:nvSpPr>
          <p:spPr>
            <a:xfrm>
              <a:off x="3217475" y="1551550"/>
              <a:ext cx="78400" cy="44175"/>
            </a:xfrm>
            <a:custGeom>
              <a:avLst/>
              <a:gdLst/>
              <a:ahLst/>
              <a:cxnLst/>
              <a:rect l="l" t="t" r="r" b="b"/>
              <a:pathLst>
                <a:path w="3136" h="1767" extrusionOk="0">
                  <a:moveTo>
                    <a:pt x="67" y="1"/>
                  </a:moveTo>
                  <a:cubicBezTo>
                    <a:pt x="0" y="801"/>
                    <a:pt x="267" y="1335"/>
                    <a:pt x="901" y="1635"/>
                  </a:cubicBezTo>
                  <a:cubicBezTo>
                    <a:pt x="1122" y="1724"/>
                    <a:pt x="1357" y="1767"/>
                    <a:pt x="1596" y="1767"/>
                  </a:cubicBezTo>
                  <a:cubicBezTo>
                    <a:pt x="1897" y="1767"/>
                    <a:pt x="2205" y="1699"/>
                    <a:pt x="2502" y="1568"/>
                  </a:cubicBezTo>
                  <a:cubicBezTo>
                    <a:pt x="2669" y="1502"/>
                    <a:pt x="2635" y="1368"/>
                    <a:pt x="2469" y="1302"/>
                  </a:cubicBezTo>
                  <a:cubicBezTo>
                    <a:pt x="2402" y="1268"/>
                    <a:pt x="2235" y="1168"/>
                    <a:pt x="2335" y="1101"/>
                  </a:cubicBezTo>
                  <a:cubicBezTo>
                    <a:pt x="3136" y="501"/>
                    <a:pt x="2269" y="601"/>
                    <a:pt x="2102" y="434"/>
                  </a:cubicBezTo>
                  <a:lnTo>
                    <a:pt x="1668" y="434"/>
                  </a:lnTo>
                  <a:cubicBezTo>
                    <a:pt x="1597" y="601"/>
                    <a:pt x="1509" y="750"/>
                    <a:pt x="1343" y="750"/>
                  </a:cubicBezTo>
                  <a:cubicBezTo>
                    <a:pt x="1277" y="750"/>
                    <a:pt x="1197" y="725"/>
                    <a:pt x="1101" y="668"/>
                  </a:cubicBezTo>
                  <a:cubicBezTo>
                    <a:pt x="767" y="468"/>
                    <a:pt x="434" y="234"/>
                    <a:pt x="67" y="1"/>
                  </a:cubicBezTo>
                  <a:close/>
                </a:path>
              </a:pathLst>
            </a:custGeom>
            <a:solidFill>
              <a:srgbClr val="E2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7"/>
            <p:cNvSpPr/>
            <p:nvPr/>
          </p:nvSpPr>
          <p:spPr>
            <a:xfrm>
              <a:off x="3369250" y="1666625"/>
              <a:ext cx="5025" cy="10050"/>
            </a:xfrm>
            <a:custGeom>
              <a:avLst/>
              <a:gdLst/>
              <a:ahLst/>
              <a:cxnLst/>
              <a:rect l="l" t="t" r="r" b="b"/>
              <a:pathLst>
                <a:path w="201" h="402" extrusionOk="0">
                  <a:moveTo>
                    <a:pt x="200" y="1"/>
                  </a:moveTo>
                  <a:cubicBezTo>
                    <a:pt x="34" y="68"/>
                    <a:pt x="0" y="234"/>
                    <a:pt x="0" y="401"/>
                  </a:cubicBezTo>
                  <a:lnTo>
                    <a:pt x="200" y="401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F1D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7"/>
            <p:cNvSpPr/>
            <p:nvPr/>
          </p:nvSpPr>
          <p:spPr>
            <a:xfrm>
              <a:off x="3374250" y="1655800"/>
              <a:ext cx="5025" cy="10850"/>
            </a:xfrm>
            <a:custGeom>
              <a:avLst/>
              <a:gdLst/>
              <a:ahLst/>
              <a:cxnLst/>
              <a:rect l="l" t="t" r="r" b="b"/>
              <a:pathLst>
                <a:path w="201" h="434" extrusionOk="0">
                  <a:moveTo>
                    <a:pt x="201" y="0"/>
                  </a:moveTo>
                  <a:cubicBezTo>
                    <a:pt x="34" y="67"/>
                    <a:pt x="0" y="267"/>
                    <a:pt x="0" y="434"/>
                  </a:cubicBezTo>
                  <a:lnTo>
                    <a:pt x="201" y="434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F1D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7"/>
            <p:cNvSpPr/>
            <p:nvPr/>
          </p:nvSpPr>
          <p:spPr>
            <a:xfrm>
              <a:off x="4713525" y="3114150"/>
              <a:ext cx="188500" cy="370525"/>
            </a:xfrm>
            <a:custGeom>
              <a:avLst/>
              <a:gdLst/>
              <a:ahLst/>
              <a:cxnLst/>
              <a:rect l="l" t="t" r="r" b="b"/>
              <a:pathLst>
                <a:path w="7540" h="14821" extrusionOk="0">
                  <a:moveTo>
                    <a:pt x="5040" y="0"/>
                  </a:moveTo>
                  <a:cubicBezTo>
                    <a:pt x="4560" y="0"/>
                    <a:pt x="4081" y="282"/>
                    <a:pt x="3602" y="282"/>
                  </a:cubicBezTo>
                  <a:cubicBezTo>
                    <a:pt x="3558" y="282"/>
                    <a:pt x="3514" y="280"/>
                    <a:pt x="3470" y="275"/>
                  </a:cubicBezTo>
                  <a:cubicBezTo>
                    <a:pt x="3337" y="375"/>
                    <a:pt x="3170" y="375"/>
                    <a:pt x="3036" y="442"/>
                  </a:cubicBezTo>
                  <a:cubicBezTo>
                    <a:pt x="2770" y="442"/>
                    <a:pt x="2469" y="508"/>
                    <a:pt x="2169" y="508"/>
                  </a:cubicBezTo>
                  <a:cubicBezTo>
                    <a:pt x="2169" y="542"/>
                    <a:pt x="2136" y="575"/>
                    <a:pt x="2102" y="608"/>
                  </a:cubicBezTo>
                  <a:cubicBezTo>
                    <a:pt x="2036" y="742"/>
                    <a:pt x="2102" y="909"/>
                    <a:pt x="2169" y="1042"/>
                  </a:cubicBezTo>
                  <a:cubicBezTo>
                    <a:pt x="3637" y="1676"/>
                    <a:pt x="3970" y="2743"/>
                    <a:pt x="3604" y="4211"/>
                  </a:cubicBezTo>
                  <a:cubicBezTo>
                    <a:pt x="3437" y="4878"/>
                    <a:pt x="3470" y="5612"/>
                    <a:pt x="3704" y="6313"/>
                  </a:cubicBezTo>
                  <a:cubicBezTo>
                    <a:pt x="3970" y="6913"/>
                    <a:pt x="3937" y="7547"/>
                    <a:pt x="3637" y="8114"/>
                  </a:cubicBezTo>
                  <a:cubicBezTo>
                    <a:pt x="3537" y="8214"/>
                    <a:pt x="3503" y="8314"/>
                    <a:pt x="3470" y="8381"/>
                  </a:cubicBezTo>
                  <a:cubicBezTo>
                    <a:pt x="3170" y="8614"/>
                    <a:pt x="3337" y="9248"/>
                    <a:pt x="3103" y="9315"/>
                  </a:cubicBezTo>
                  <a:cubicBezTo>
                    <a:pt x="2503" y="9481"/>
                    <a:pt x="2503" y="9748"/>
                    <a:pt x="2436" y="10249"/>
                  </a:cubicBezTo>
                  <a:cubicBezTo>
                    <a:pt x="2316" y="10967"/>
                    <a:pt x="1419" y="11470"/>
                    <a:pt x="754" y="11470"/>
                  </a:cubicBezTo>
                  <a:cubicBezTo>
                    <a:pt x="677" y="11470"/>
                    <a:pt x="604" y="11463"/>
                    <a:pt x="535" y="11450"/>
                  </a:cubicBezTo>
                  <a:cubicBezTo>
                    <a:pt x="268" y="12250"/>
                    <a:pt x="1" y="13017"/>
                    <a:pt x="435" y="13818"/>
                  </a:cubicBezTo>
                  <a:lnTo>
                    <a:pt x="435" y="14218"/>
                  </a:lnTo>
                  <a:cubicBezTo>
                    <a:pt x="335" y="14318"/>
                    <a:pt x="301" y="14385"/>
                    <a:pt x="368" y="14485"/>
                  </a:cubicBezTo>
                  <a:cubicBezTo>
                    <a:pt x="628" y="14763"/>
                    <a:pt x="952" y="14815"/>
                    <a:pt x="1282" y="14815"/>
                  </a:cubicBezTo>
                  <a:cubicBezTo>
                    <a:pt x="1480" y="14815"/>
                    <a:pt x="1679" y="14796"/>
                    <a:pt x="1869" y="14796"/>
                  </a:cubicBezTo>
                  <a:cubicBezTo>
                    <a:pt x="1973" y="14796"/>
                    <a:pt x="2073" y="14802"/>
                    <a:pt x="2169" y="14819"/>
                  </a:cubicBezTo>
                  <a:cubicBezTo>
                    <a:pt x="2183" y="14820"/>
                    <a:pt x="2197" y="14820"/>
                    <a:pt x="2210" y="14820"/>
                  </a:cubicBezTo>
                  <a:cubicBezTo>
                    <a:pt x="2640" y="14820"/>
                    <a:pt x="2707" y="14306"/>
                    <a:pt x="2836" y="13918"/>
                  </a:cubicBezTo>
                  <a:cubicBezTo>
                    <a:pt x="2870" y="13751"/>
                    <a:pt x="3103" y="13651"/>
                    <a:pt x="3270" y="13651"/>
                  </a:cubicBezTo>
                  <a:cubicBezTo>
                    <a:pt x="3310" y="13654"/>
                    <a:pt x="3348" y="13655"/>
                    <a:pt x="3385" y="13655"/>
                  </a:cubicBezTo>
                  <a:cubicBezTo>
                    <a:pt x="4210" y="13655"/>
                    <a:pt x="4279" y="12957"/>
                    <a:pt x="4471" y="12350"/>
                  </a:cubicBezTo>
                  <a:cubicBezTo>
                    <a:pt x="4604" y="11983"/>
                    <a:pt x="4971" y="11650"/>
                    <a:pt x="4638" y="11183"/>
                  </a:cubicBezTo>
                  <a:lnTo>
                    <a:pt x="4638" y="11183"/>
                  </a:lnTo>
                  <a:cubicBezTo>
                    <a:pt x="5138" y="11216"/>
                    <a:pt x="5472" y="11550"/>
                    <a:pt x="5838" y="11816"/>
                  </a:cubicBezTo>
                  <a:cubicBezTo>
                    <a:pt x="6039" y="11917"/>
                    <a:pt x="6305" y="11883"/>
                    <a:pt x="6539" y="11983"/>
                  </a:cubicBezTo>
                  <a:cubicBezTo>
                    <a:pt x="6305" y="12050"/>
                    <a:pt x="6139" y="12183"/>
                    <a:pt x="6039" y="12384"/>
                  </a:cubicBezTo>
                  <a:cubicBezTo>
                    <a:pt x="5872" y="12750"/>
                    <a:pt x="6039" y="13084"/>
                    <a:pt x="6272" y="13384"/>
                  </a:cubicBezTo>
                  <a:cubicBezTo>
                    <a:pt x="6391" y="13526"/>
                    <a:pt x="6543" y="13568"/>
                    <a:pt x="6716" y="13568"/>
                  </a:cubicBezTo>
                  <a:cubicBezTo>
                    <a:pt x="6787" y="13568"/>
                    <a:pt x="6862" y="13561"/>
                    <a:pt x="6939" y="13551"/>
                  </a:cubicBezTo>
                  <a:cubicBezTo>
                    <a:pt x="7373" y="13518"/>
                    <a:pt x="7373" y="13184"/>
                    <a:pt x="7373" y="12851"/>
                  </a:cubicBezTo>
                  <a:cubicBezTo>
                    <a:pt x="7373" y="12550"/>
                    <a:pt x="7540" y="12250"/>
                    <a:pt x="7540" y="11917"/>
                  </a:cubicBezTo>
                  <a:cubicBezTo>
                    <a:pt x="7473" y="11016"/>
                    <a:pt x="7373" y="10082"/>
                    <a:pt x="6973" y="9248"/>
                  </a:cubicBezTo>
                  <a:cubicBezTo>
                    <a:pt x="6864" y="9167"/>
                    <a:pt x="6756" y="9063"/>
                    <a:pt x="6665" y="9063"/>
                  </a:cubicBezTo>
                  <a:cubicBezTo>
                    <a:pt x="6644" y="9063"/>
                    <a:pt x="6624" y="9069"/>
                    <a:pt x="6606" y="9081"/>
                  </a:cubicBezTo>
                  <a:cubicBezTo>
                    <a:pt x="6373" y="9212"/>
                    <a:pt x="6192" y="9269"/>
                    <a:pt x="6052" y="9269"/>
                  </a:cubicBezTo>
                  <a:cubicBezTo>
                    <a:pt x="5692" y="9269"/>
                    <a:pt x="5605" y="8886"/>
                    <a:pt x="5605" y="8381"/>
                  </a:cubicBezTo>
                  <a:lnTo>
                    <a:pt x="5472" y="8147"/>
                  </a:lnTo>
                  <a:cubicBezTo>
                    <a:pt x="4871" y="7347"/>
                    <a:pt x="4838" y="6379"/>
                    <a:pt x="5438" y="5512"/>
                  </a:cubicBezTo>
                  <a:cubicBezTo>
                    <a:pt x="5638" y="5178"/>
                    <a:pt x="5972" y="4878"/>
                    <a:pt x="6005" y="4411"/>
                  </a:cubicBezTo>
                  <a:cubicBezTo>
                    <a:pt x="6005" y="4044"/>
                    <a:pt x="5972" y="3677"/>
                    <a:pt x="5705" y="3344"/>
                  </a:cubicBezTo>
                  <a:cubicBezTo>
                    <a:pt x="4971" y="2376"/>
                    <a:pt x="5038" y="2210"/>
                    <a:pt x="6339" y="2043"/>
                  </a:cubicBezTo>
                  <a:cubicBezTo>
                    <a:pt x="6772" y="1342"/>
                    <a:pt x="6372" y="575"/>
                    <a:pt x="5438" y="575"/>
                  </a:cubicBezTo>
                  <a:cubicBezTo>
                    <a:pt x="4471" y="575"/>
                    <a:pt x="5505" y="41"/>
                    <a:pt x="5171" y="8"/>
                  </a:cubicBezTo>
                  <a:cubicBezTo>
                    <a:pt x="5127" y="3"/>
                    <a:pt x="5084" y="0"/>
                    <a:pt x="5040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7"/>
            <p:cNvSpPr/>
            <p:nvPr/>
          </p:nvSpPr>
          <p:spPr>
            <a:xfrm>
              <a:off x="4739400" y="2594825"/>
              <a:ext cx="75075" cy="439475"/>
            </a:xfrm>
            <a:custGeom>
              <a:avLst/>
              <a:gdLst/>
              <a:ahLst/>
              <a:cxnLst/>
              <a:rect l="l" t="t" r="r" b="b"/>
              <a:pathLst>
                <a:path w="3003" h="17579" extrusionOk="0">
                  <a:moveTo>
                    <a:pt x="1899" y="1"/>
                  </a:moveTo>
                  <a:cubicBezTo>
                    <a:pt x="1802" y="1"/>
                    <a:pt x="1693" y="21"/>
                    <a:pt x="1568" y="66"/>
                  </a:cubicBezTo>
                  <a:cubicBezTo>
                    <a:pt x="934" y="266"/>
                    <a:pt x="467" y="633"/>
                    <a:pt x="801" y="1400"/>
                  </a:cubicBezTo>
                  <a:cubicBezTo>
                    <a:pt x="834" y="2268"/>
                    <a:pt x="734" y="3135"/>
                    <a:pt x="767" y="4002"/>
                  </a:cubicBezTo>
                  <a:cubicBezTo>
                    <a:pt x="834" y="5403"/>
                    <a:pt x="801" y="6771"/>
                    <a:pt x="667" y="8105"/>
                  </a:cubicBezTo>
                  <a:cubicBezTo>
                    <a:pt x="500" y="9773"/>
                    <a:pt x="434" y="11474"/>
                    <a:pt x="267" y="13142"/>
                  </a:cubicBezTo>
                  <a:cubicBezTo>
                    <a:pt x="0" y="13743"/>
                    <a:pt x="334" y="14243"/>
                    <a:pt x="500" y="14710"/>
                  </a:cubicBezTo>
                  <a:cubicBezTo>
                    <a:pt x="801" y="15477"/>
                    <a:pt x="901" y="16278"/>
                    <a:pt x="667" y="17078"/>
                  </a:cubicBezTo>
                  <a:cubicBezTo>
                    <a:pt x="667" y="17178"/>
                    <a:pt x="734" y="17279"/>
                    <a:pt x="801" y="17345"/>
                  </a:cubicBezTo>
                  <a:cubicBezTo>
                    <a:pt x="1021" y="17504"/>
                    <a:pt x="1196" y="17578"/>
                    <a:pt x="1338" y="17578"/>
                  </a:cubicBezTo>
                  <a:cubicBezTo>
                    <a:pt x="1583" y="17578"/>
                    <a:pt x="1729" y="17358"/>
                    <a:pt x="1835" y="16978"/>
                  </a:cubicBezTo>
                  <a:cubicBezTo>
                    <a:pt x="1935" y="15544"/>
                    <a:pt x="2068" y="14176"/>
                    <a:pt x="2168" y="12775"/>
                  </a:cubicBezTo>
                  <a:cubicBezTo>
                    <a:pt x="2268" y="12175"/>
                    <a:pt x="2435" y="11608"/>
                    <a:pt x="2335" y="10974"/>
                  </a:cubicBezTo>
                  <a:cubicBezTo>
                    <a:pt x="2435" y="10674"/>
                    <a:pt x="2168" y="10507"/>
                    <a:pt x="2102" y="10307"/>
                  </a:cubicBezTo>
                  <a:cubicBezTo>
                    <a:pt x="1801" y="9473"/>
                    <a:pt x="1234" y="8672"/>
                    <a:pt x="1334" y="7772"/>
                  </a:cubicBezTo>
                  <a:cubicBezTo>
                    <a:pt x="1601" y="6237"/>
                    <a:pt x="1334" y="4469"/>
                    <a:pt x="2769" y="3268"/>
                  </a:cubicBezTo>
                  <a:lnTo>
                    <a:pt x="2769" y="3068"/>
                  </a:lnTo>
                  <a:cubicBezTo>
                    <a:pt x="2402" y="2735"/>
                    <a:pt x="2635" y="2568"/>
                    <a:pt x="2935" y="2401"/>
                  </a:cubicBezTo>
                  <a:lnTo>
                    <a:pt x="2969" y="2401"/>
                  </a:lnTo>
                  <a:cubicBezTo>
                    <a:pt x="3002" y="1834"/>
                    <a:pt x="2902" y="1400"/>
                    <a:pt x="2735" y="900"/>
                  </a:cubicBezTo>
                  <a:cubicBezTo>
                    <a:pt x="2542" y="485"/>
                    <a:pt x="2371" y="1"/>
                    <a:pt x="1899" y="1"/>
                  </a:cubicBezTo>
                  <a:close/>
                </a:path>
              </a:pathLst>
            </a:custGeom>
            <a:solidFill>
              <a:srgbClr val="C3AD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7"/>
            <p:cNvSpPr/>
            <p:nvPr/>
          </p:nvSpPr>
          <p:spPr>
            <a:xfrm>
              <a:off x="4821950" y="3055275"/>
              <a:ext cx="149300" cy="118300"/>
            </a:xfrm>
            <a:custGeom>
              <a:avLst/>
              <a:gdLst/>
              <a:ahLst/>
              <a:cxnLst/>
              <a:rect l="l" t="t" r="r" b="b"/>
              <a:pathLst>
                <a:path w="5972" h="4732" extrusionOk="0">
                  <a:moveTo>
                    <a:pt x="5536" y="0"/>
                  </a:moveTo>
                  <a:cubicBezTo>
                    <a:pt x="5350" y="0"/>
                    <a:pt x="5074" y="190"/>
                    <a:pt x="4637" y="528"/>
                  </a:cubicBezTo>
                  <a:cubicBezTo>
                    <a:pt x="3503" y="1362"/>
                    <a:pt x="2135" y="1729"/>
                    <a:pt x="834" y="2330"/>
                  </a:cubicBezTo>
                  <a:cubicBezTo>
                    <a:pt x="701" y="2563"/>
                    <a:pt x="367" y="2530"/>
                    <a:pt x="201" y="2697"/>
                  </a:cubicBezTo>
                  <a:cubicBezTo>
                    <a:pt x="100" y="2797"/>
                    <a:pt x="0" y="2930"/>
                    <a:pt x="100" y="3064"/>
                  </a:cubicBezTo>
                  <a:cubicBezTo>
                    <a:pt x="167" y="3130"/>
                    <a:pt x="301" y="3230"/>
                    <a:pt x="434" y="3264"/>
                  </a:cubicBezTo>
                  <a:cubicBezTo>
                    <a:pt x="459" y="3272"/>
                    <a:pt x="482" y="3276"/>
                    <a:pt x="503" y="3276"/>
                  </a:cubicBezTo>
                  <a:cubicBezTo>
                    <a:pt x="652" y="3276"/>
                    <a:pt x="722" y="3093"/>
                    <a:pt x="868" y="3064"/>
                  </a:cubicBezTo>
                  <a:cubicBezTo>
                    <a:pt x="932" y="3047"/>
                    <a:pt x="996" y="3039"/>
                    <a:pt x="1059" y="3039"/>
                  </a:cubicBezTo>
                  <a:cubicBezTo>
                    <a:pt x="1615" y="3039"/>
                    <a:pt x="2078" y="3662"/>
                    <a:pt x="1868" y="4231"/>
                  </a:cubicBezTo>
                  <a:cubicBezTo>
                    <a:pt x="1927" y="4406"/>
                    <a:pt x="1985" y="4504"/>
                    <a:pt x="2198" y="4504"/>
                  </a:cubicBezTo>
                  <a:cubicBezTo>
                    <a:pt x="2230" y="4504"/>
                    <a:pt x="2264" y="4502"/>
                    <a:pt x="2302" y="4498"/>
                  </a:cubicBezTo>
                  <a:cubicBezTo>
                    <a:pt x="2502" y="4498"/>
                    <a:pt x="2569" y="4264"/>
                    <a:pt x="2702" y="4098"/>
                  </a:cubicBezTo>
                  <a:cubicBezTo>
                    <a:pt x="2902" y="3831"/>
                    <a:pt x="2802" y="3430"/>
                    <a:pt x="2802" y="2930"/>
                  </a:cubicBezTo>
                  <a:lnTo>
                    <a:pt x="2802" y="2930"/>
                  </a:lnTo>
                  <a:cubicBezTo>
                    <a:pt x="2869" y="3531"/>
                    <a:pt x="2902" y="3864"/>
                    <a:pt x="2669" y="4198"/>
                  </a:cubicBezTo>
                  <a:cubicBezTo>
                    <a:pt x="2569" y="4698"/>
                    <a:pt x="3003" y="4698"/>
                    <a:pt x="3336" y="4731"/>
                  </a:cubicBezTo>
                  <a:cubicBezTo>
                    <a:pt x="3436" y="4731"/>
                    <a:pt x="3503" y="4698"/>
                    <a:pt x="3570" y="4665"/>
                  </a:cubicBezTo>
                  <a:cubicBezTo>
                    <a:pt x="3836" y="4398"/>
                    <a:pt x="4170" y="4398"/>
                    <a:pt x="4470" y="4331"/>
                  </a:cubicBezTo>
                  <a:cubicBezTo>
                    <a:pt x="5338" y="4164"/>
                    <a:pt x="5338" y="3230"/>
                    <a:pt x="5771" y="2663"/>
                  </a:cubicBezTo>
                  <a:cubicBezTo>
                    <a:pt x="5805" y="2563"/>
                    <a:pt x="5871" y="2496"/>
                    <a:pt x="5938" y="2396"/>
                  </a:cubicBezTo>
                  <a:cubicBezTo>
                    <a:pt x="5971" y="1996"/>
                    <a:pt x="5971" y="1562"/>
                    <a:pt x="5971" y="1162"/>
                  </a:cubicBezTo>
                  <a:cubicBezTo>
                    <a:pt x="5875" y="354"/>
                    <a:pt x="5790" y="0"/>
                    <a:pt x="5536" y="0"/>
                  </a:cubicBezTo>
                  <a:close/>
                </a:path>
              </a:pathLst>
            </a:custGeom>
            <a:solidFill>
              <a:srgbClr val="75AE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7"/>
            <p:cNvSpPr/>
            <p:nvPr/>
          </p:nvSpPr>
          <p:spPr>
            <a:xfrm>
              <a:off x="4759400" y="2675700"/>
              <a:ext cx="59225" cy="192650"/>
            </a:xfrm>
            <a:custGeom>
              <a:avLst/>
              <a:gdLst/>
              <a:ahLst/>
              <a:cxnLst/>
              <a:rect l="l" t="t" r="r" b="b"/>
              <a:pathLst>
                <a:path w="2369" h="7706" extrusionOk="0">
                  <a:moveTo>
                    <a:pt x="1969" y="0"/>
                  </a:moveTo>
                  <a:cubicBezTo>
                    <a:pt x="868" y="534"/>
                    <a:pt x="434" y="1434"/>
                    <a:pt x="501" y="2669"/>
                  </a:cubicBezTo>
                  <a:cubicBezTo>
                    <a:pt x="534" y="3002"/>
                    <a:pt x="634" y="3403"/>
                    <a:pt x="501" y="3769"/>
                  </a:cubicBezTo>
                  <a:cubicBezTo>
                    <a:pt x="1" y="5337"/>
                    <a:pt x="701" y="6538"/>
                    <a:pt x="1535" y="7706"/>
                  </a:cubicBezTo>
                  <a:lnTo>
                    <a:pt x="1769" y="7706"/>
                  </a:lnTo>
                  <a:cubicBezTo>
                    <a:pt x="1602" y="5871"/>
                    <a:pt x="2169" y="4070"/>
                    <a:pt x="2169" y="2235"/>
                  </a:cubicBezTo>
                  <a:cubicBezTo>
                    <a:pt x="2169" y="1501"/>
                    <a:pt x="2369" y="701"/>
                    <a:pt x="1969" y="0"/>
                  </a:cubicBezTo>
                  <a:close/>
                </a:path>
              </a:pathLst>
            </a:custGeom>
            <a:solidFill>
              <a:srgbClr val="DBC4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7"/>
            <p:cNvSpPr/>
            <p:nvPr/>
          </p:nvSpPr>
          <p:spPr>
            <a:xfrm>
              <a:off x="4728550" y="2923375"/>
              <a:ext cx="56725" cy="192300"/>
            </a:xfrm>
            <a:custGeom>
              <a:avLst/>
              <a:gdLst/>
              <a:ahLst/>
              <a:cxnLst/>
              <a:rect l="l" t="t" r="r" b="b"/>
              <a:pathLst>
                <a:path w="2269" h="7692" extrusionOk="0">
                  <a:moveTo>
                    <a:pt x="701" y="0"/>
                  </a:moveTo>
                  <a:cubicBezTo>
                    <a:pt x="367" y="334"/>
                    <a:pt x="567" y="801"/>
                    <a:pt x="534" y="1134"/>
                  </a:cubicBezTo>
                  <a:cubicBezTo>
                    <a:pt x="501" y="1668"/>
                    <a:pt x="734" y="2269"/>
                    <a:pt x="367" y="2769"/>
                  </a:cubicBezTo>
                  <a:cubicBezTo>
                    <a:pt x="67" y="3002"/>
                    <a:pt x="100" y="3336"/>
                    <a:pt x="100" y="3670"/>
                  </a:cubicBezTo>
                  <a:cubicBezTo>
                    <a:pt x="401" y="4804"/>
                    <a:pt x="0" y="5871"/>
                    <a:pt x="67" y="6972"/>
                  </a:cubicBezTo>
                  <a:cubicBezTo>
                    <a:pt x="100" y="7205"/>
                    <a:pt x="67" y="7506"/>
                    <a:pt x="334" y="7639"/>
                  </a:cubicBezTo>
                  <a:cubicBezTo>
                    <a:pt x="393" y="7676"/>
                    <a:pt x="450" y="7691"/>
                    <a:pt x="504" y="7691"/>
                  </a:cubicBezTo>
                  <a:cubicBezTo>
                    <a:pt x="696" y="7691"/>
                    <a:pt x="849" y="7495"/>
                    <a:pt x="901" y="7339"/>
                  </a:cubicBezTo>
                  <a:cubicBezTo>
                    <a:pt x="1034" y="6939"/>
                    <a:pt x="1468" y="7005"/>
                    <a:pt x="1735" y="6805"/>
                  </a:cubicBezTo>
                  <a:cubicBezTo>
                    <a:pt x="1802" y="6738"/>
                    <a:pt x="1868" y="6672"/>
                    <a:pt x="1935" y="6572"/>
                  </a:cubicBezTo>
                  <a:cubicBezTo>
                    <a:pt x="1768" y="5638"/>
                    <a:pt x="2269" y="4770"/>
                    <a:pt x="2269" y="3803"/>
                  </a:cubicBezTo>
                  <a:lnTo>
                    <a:pt x="2269" y="3803"/>
                  </a:lnTo>
                  <a:cubicBezTo>
                    <a:pt x="2129" y="4082"/>
                    <a:pt x="1942" y="4218"/>
                    <a:pt x="1721" y="4218"/>
                  </a:cubicBezTo>
                  <a:cubicBezTo>
                    <a:pt x="1572" y="4218"/>
                    <a:pt x="1409" y="4157"/>
                    <a:pt x="1235" y="4036"/>
                  </a:cubicBezTo>
                  <a:cubicBezTo>
                    <a:pt x="1702" y="3303"/>
                    <a:pt x="1535" y="2602"/>
                    <a:pt x="1268" y="1802"/>
                  </a:cubicBezTo>
                  <a:cubicBezTo>
                    <a:pt x="1101" y="1168"/>
                    <a:pt x="701" y="667"/>
                    <a:pt x="701" y="0"/>
                  </a:cubicBezTo>
                  <a:close/>
                </a:path>
              </a:pathLst>
            </a:custGeom>
            <a:solidFill>
              <a:srgbClr val="CEB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7"/>
            <p:cNvSpPr/>
            <p:nvPr/>
          </p:nvSpPr>
          <p:spPr>
            <a:xfrm>
              <a:off x="4697700" y="3019275"/>
              <a:ext cx="77575" cy="121775"/>
            </a:xfrm>
            <a:custGeom>
              <a:avLst/>
              <a:gdLst/>
              <a:ahLst/>
              <a:cxnLst/>
              <a:rect l="l" t="t" r="r" b="b"/>
              <a:pathLst>
                <a:path w="3103" h="4871" extrusionOk="0">
                  <a:moveTo>
                    <a:pt x="1635" y="0"/>
                  </a:moveTo>
                  <a:cubicBezTo>
                    <a:pt x="734" y="601"/>
                    <a:pt x="1134" y="1535"/>
                    <a:pt x="1068" y="2302"/>
                  </a:cubicBezTo>
                  <a:cubicBezTo>
                    <a:pt x="934" y="3169"/>
                    <a:pt x="767" y="3870"/>
                    <a:pt x="0" y="4370"/>
                  </a:cubicBezTo>
                  <a:cubicBezTo>
                    <a:pt x="167" y="4870"/>
                    <a:pt x="601" y="4804"/>
                    <a:pt x="934" y="4837"/>
                  </a:cubicBezTo>
                  <a:cubicBezTo>
                    <a:pt x="1601" y="4837"/>
                    <a:pt x="2268" y="4804"/>
                    <a:pt x="2836" y="4337"/>
                  </a:cubicBezTo>
                  <a:lnTo>
                    <a:pt x="2836" y="4270"/>
                  </a:lnTo>
                  <a:cubicBezTo>
                    <a:pt x="2902" y="3836"/>
                    <a:pt x="3102" y="3436"/>
                    <a:pt x="3002" y="2969"/>
                  </a:cubicBezTo>
                  <a:cubicBezTo>
                    <a:pt x="2702" y="2869"/>
                    <a:pt x="2469" y="2836"/>
                    <a:pt x="2135" y="2736"/>
                  </a:cubicBezTo>
                  <a:cubicBezTo>
                    <a:pt x="2068" y="3103"/>
                    <a:pt x="2135" y="3570"/>
                    <a:pt x="1568" y="3703"/>
                  </a:cubicBezTo>
                  <a:cubicBezTo>
                    <a:pt x="1635" y="3036"/>
                    <a:pt x="1468" y="2435"/>
                    <a:pt x="1635" y="1768"/>
                  </a:cubicBezTo>
                  <a:cubicBezTo>
                    <a:pt x="1801" y="1168"/>
                    <a:pt x="1801" y="601"/>
                    <a:pt x="1635" y="0"/>
                  </a:cubicBezTo>
                  <a:close/>
                </a:path>
              </a:pathLst>
            </a:custGeom>
            <a:solidFill>
              <a:srgbClr val="D3C7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7"/>
            <p:cNvSpPr/>
            <p:nvPr/>
          </p:nvSpPr>
          <p:spPr>
            <a:xfrm>
              <a:off x="4789425" y="3119875"/>
              <a:ext cx="10875" cy="5125"/>
            </a:xfrm>
            <a:custGeom>
              <a:avLst/>
              <a:gdLst/>
              <a:ahLst/>
              <a:cxnLst/>
              <a:rect l="l" t="t" r="r" b="b"/>
              <a:pathLst>
                <a:path w="435" h="205" extrusionOk="0">
                  <a:moveTo>
                    <a:pt x="322" y="1"/>
                  </a:moveTo>
                  <a:cubicBezTo>
                    <a:pt x="196" y="1"/>
                    <a:pt x="78" y="50"/>
                    <a:pt x="0" y="179"/>
                  </a:cubicBezTo>
                  <a:cubicBezTo>
                    <a:pt x="44" y="197"/>
                    <a:pt x="87" y="205"/>
                    <a:pt x="129" y="205"/>
                  </a:cubicBezTo>
                  <a:cubicBezTo>
                    <a:pt x="249" y="205"/>
                    <a:pt x="360" y="136"/>
                    <a:pt x="434" y="13"/>
                  </a:cubicBezTo>
                  <a:cubicBezTo>
                    <a:pt x="397" y="5"/>
                    <a:pt x="359" y="1"/>
                    <a:pt x="322" y="1"/>
                  </a:cubicBezTo>
                  <a:close/>
                </a:path>
              </a:pathLst>
            </a:custGeom>
            <a:solidFill>
              <a:srgbClr val="D3C7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7"/>
            <p:cNvSpPr/>
            <p:nvPr/>
          </p:nvSpPr>
          <p:spPr>
            <a:xfrm>
              <a:off x="4771900" y="3087650"/>
              <a:ext cx="5050" cy="5875"/>
            </a:xfrm>
            <a:custGeom>
              <a:avLst/>
              <a:gdLst/>
              <a:ahLst/>
              <a:cxnLst/>
              <a:rect l="l" t="t" r="r" b="b"/>
              <a:pathLst>
                <a:path w="202" h="235" extrusionOk="0">
                  <a:moveTo>
                    <a:pt x="201" y="1"/>
                  </a:moveTo>
                  <a:cubicBezTo>
                    <a:pt x="134" y="67"/>
                    <a:pt x="101" y="134"/>
                    <a:pt x="1" y="234"/>
                  </a:cubicBezTo>
                  <a:cubicBezTo>
                    <a:pt x="101" y="201"/>
                    <a:pt x="134" y="101"/>
                    <a:pt x="201" y="1"/>
                  </a:cubicBezTo>
                  <a:close/>
                </a:path>
              </a:pathLst>
            </a:custGeom>
            <a:solidFill>
              <a:srgbClr val="D3C7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7"/>
            <p:cNvSpPr/>
            <p:nvPr/>
          </p:nvSpPr>
          <p:spPr>
            <a:xfrm>
              <a:off x="3161600" y="1816450"/>
              <a:ext cx="168475" cy="349700"/>
            </a:xfrm>
            <a:custGeom>
              <a:avLst/>
              <a:gdLst/>
              <a:ahLst/>
              <a:cxnLst/>
              <a:rect l="l" t="t" r="r" b="b"/>
              <a:pathLst>
                <a:path w="6739" h="13988" extrusionOk="0">
                  <a:moveTo>
                    <a:pt x="1601" y="1"/>
                  </a:moveTo>
                  <a:cubicBezTo>
                    <a:pt x="1223" y="1"/>
                    <a:pt x="1145" y="513"/>
                    <a:pt x="868" y="513"/>
                  </a:cubicBezTo>
                  <a:cubicBezTo>
                    <a:pt x="821" y="507"/>
                    <a:pt x="778" y="504"/>
                    <a:pt x="738" y="504"/>
                  </a:cubicBezTo>
                  <a:cubicBezTo>
                    <a:pt x="317" y="504"/>
                    <a:pt x="234" y="808"/>
                    <a:pt x="234" y="1113"/>
                  </a:cubicBezTo>
                  <a:cubicBezTo>
                    <a:pt x="234" y="1513"/>
                    <a:pt x="534" y="1680"/>
                    <a:pt x="868" y="1713"/>
                  </a:cubicBezTo>
                  <a:cubicBezTo>
                    <a:pt x="1368" y="1747"/>
                    <a:pt x="1501" y="2014"/>
                    <a:pt x="1568" y="2447"/>
                  </a:cubicBezTo>
                  <a:cubicBezTo>
                    <a:pt x="1735" y="3348"/>
                    <a:pt x="1301" y="4215"/>
                    <a:pt x="1535" y="5083"/>
                  </a:cubicBezTo>
                  <a:cubicBezTo>
                    <a:pt x="1635" y="5349"/>
                    <a:pt x="1301" y="5550"/>
                    <a:pt x="968" y="5550"/>
                  </a:cubicBezTo>
                  <a:cubicBezTo>
                    <a:pt x="667" y="5550"/>
                    <a:pt x="401" y="5616"/>
                    <a:pt x="200" y="5883"/>
                  </a:cubicBezTo>
                  <a:cubicBezTo>
                    <a:pt x="67" y="6017"/>
                    <a:pt x="0" y="6183"/>
                    <a:pt x="134" y="6350"/>
                  </a:cubicBezTo>
                  <a:cubicBezTo>
                    <a:pt x="184" y="6450"/>
                    <a:pt x="250" y="6492"/>
                    <a:pt x="326" y="6492"/>
                  </a:cubicBezTo>
                  <a:cubicBezTo>
                    <a:pt x="401" y="6492"/>
                    <a:pt x="484" y="6450"/>
                    <a:pt x="567" y="6383"/>
                  </a:cubicBezTo>
                  <a:cubicBezTo>
                    <a:pt x="705" y="6297"/>
                    <a:pt x="861" y="6229"/>
                    <a:pt x="979" y="6229"/>
                  </a:cubicBezTo>
                  <a:cubicBezTo>
                    <a:pt x="1090" y="6229"/>
                    <a:pt x="1168" y="6289"/>
                    <a:pt x="1168" y="6450"/>
                  </a:cubicBezTo>
                  <a:cubicBezTo>
                    <a:pt x="1201" y="6917"/>
                    <a:pt x="1535" y="7418"/>
                    <a:pt x="1168" y="7885"/>
                  </a:cubicBezTo>
                  <a:cubicBezTo>
                    <a:pt x="801" y="8385"/>
                    <a:pt x="834" y="8885"/>
                    <a:pt x="1134" y="9386"/>
                  </a:cubicBezTo>
                  <a:cubicBezTo>
                    <a:pt x="1335" y="9386"/>
                    <a:pt x="1668" y="9552"/>
                    <a:pt x="1601" y="9619"/>
                  </a:cubicBezTo>
                  <a:cubicBezTo>
                    <a:pt x="1368" y="9953"/>
                    <a:pt x="1835" y="10420"/>
                    <a:pt x="1435" y="10720"/>
                  </a:cubicBezTo>
                  <a:cubicBezTo>
                    <a:pt x="1335" y="10787"/>
                    <a:pt x="1168" y="11053"/>
                    <a:pt x="1268" y="11120"/>
                  </a:cubicBezTo>
                  <a:cubicBezTo>
                    <a:pt x="1968" y="11554"/>
                    <a:pt x="1535" y="12288"/>
                    <a:pt x="1835" y="12855"/>
                  </a:cubicBezTo>
                  <a:cubicBezTo>
                    <a:pt x="1898" y="12950"/>
                    <a:pt x="1842" y="13224"/>
                    <a:pt x="2034" y="13224"/>
                  </a:cubicBezTo>
                  <a:cubicBezTo>
                    <a:pt x="2045" y="13224"/>
                    <a:pt x="2056" y="13223"/>
                    <a:pt x="2068" y="13222"/>
                  </a:cubicBezTo>
                  <a:cubicBezTo>
                    <a:pt x="2369" y="13222"/>
                    <a:pt x="2369" y="13022"/>
                    <a:pt x="2335" y="12755"/>
                  </a:cubicBezTo>
                  <a:cubicBezTo>
                    <a:pt x="2169" y="12021"/>
                    <a:pt x="2335" y="11287"/>
                    <a:pt x="2936" y="10753"/>
                  </a:cubicBezTo>
                  <a:cubicBezTo>
                    <a:pt x="3103" y="10920"/>
                    <a:pt x="3369" y="11087"/>
                    <a:pt x="3103" y="11354"/>
                  </a:cubicBezTo>
                  <a:cubicBezTo>
                    <a:pt x="3036" y="11454"/>
                    <a:pt x="2869" y="11554"/>
                    <a:pt x="3036" y="11621"/>
                  </a:cubicBezTo>
                  <a:cubicBezTo>
                    <a:pt x="3703" y="12021"/>
                    <a:pt x="3536" y="12555"/>
                    <a:pt x="3503" y="13122"/>
                  </a:cubicBezTo>
                  <a:cubicBezTo>
                    <a:pt x="3436" y="13622"/>
                    <a:pt x="3870" y="13855"/>
                    <a:pt x="4270" y="13956"/>
                  </a:cubicBezTo>
                  <a:cubicBezTo>
                    <a:pt x="4342" y="13978"/>
                    <a:pt x="4405" y="13988"/>
                    <a:pt x="4461" y="13988"/>
                  </a:cubicBezTo>
                  <a:cubicBezTo>
                    <a:pt x="4745" y="13988"/>
                    <a:pt x="4843" y="13728"/>
                    <a:pt x="4870" y="13422"/>
                  </a:cubicBezTo>
                  <a:cubicBezTo>
                    <a:pt x="4904" y="13288"/>
                    <a:pt x="5004" y="13088"/>
                    <a:pt x="5071" y="13055"/>
                  </a:cubicBezTo>
                  <a:cubicBezTo>
                    <a:pt x="5738" y="12721"/>
                    <a:pt x="5905" y="11954"/>
                    <a:pt x="6305" y="11387"/>
                  </a:cubicBezTo>
                  <a:cubicBezTo>
                    <a:pt x="6405" y="11354"/>
                    <a:pt x="6572" y="11354"/>
                    <a:pt x="6505" y="11120"/>
                  </a:cubicBezTo>
                  <a:cubicBezTo>
                    <a:pt x="6171" y="10353"/>
                    <a:pt x="6005" y="9552"/>
                    <a:pt x="6672" y="8785"/>
                  </a:cubicBezTo>
                  <a:cubicBezTo>
                    <a:pt x="6738" y="8385"/>
                    <a:pt x="6305" y="8585"/>
                    <a:pt x="6205" y="8385"/>
                  </a:cubicBezTo>
                  <a:lnTo>
                    <a:pt x="6205" y="8185"/>
                  </a:lnTo>
                  <a:cubicBezTo>
                    <a:pt x="6005" y="8018"/>
                    <a:pt x="6205" y="7718"/>
                    <a:pt x="6005" y="7551"/>
                  </a:cubicBezTo>
                  <a:lnTo>
                    <a:pt x="6005" y="7351"/>
                  </a:lnTo>
                  <a:cubicBezTo>
                    <a:pt x="6205" y="7051"/>
                    <a:pt x="6472" y="6717"/>
                    <a:pt x="6171" y="6417"/>
                  </a:cubicBezTo>
                  <a:cubicBezTo>
                    <a:pt x="5671" y="5950"/>
                    <a:pt x="6071" y="5616"/>
                    <a:pt x="6171" y="5216"/>
                  </a:cubicBezTo>
                  <a:lnTo>
                    <a:pt x="5971" y="5016"/>
                  </a:lnTo>
                  <a:cubicBezTo>
                    <a:pt x="5838" y="4882"/>
                    <a:pt x="5871" y="4716"/>
                    <a:pt x="5738" y="4582"/>
                  </a:cubicBezTo>
                  <a:cubicBezTo>
                    <a:pt x="5738" y="4582"/>
                    <a:pt x="5704" y="4549"/>
                    <a:pt x="5704" y="4515"/>
                  </a:cubicBezTo>
                  <a:cubicBezTo>
                    <a:pt x="5671" y="4449"/>
                    <a:pt x="5704" y="4415"/>
                    <a:pt x="5738" y="4382"/>
                  </a:cubicBezTo>
                  <a:cubicBezTo>
                    <a:pt x="5704" y="4182"/>
                    <a:pt x="5704" y="3948"/>
                    <a:pt x="5704" y="3748"/>
                  </a:cubicBezTo>
                  <a:cubicBezTo>
                    <a:pt x="5571" y="3615"/>
                    <a:pt x="5471" y="3448"/>
                    <a:pt x="5304" y="3348"/>
                  </a:cubicBezTo>
                  <a:cubicBezTo>
                    <a:pt x="5037" y="3348"/>
                    <a:pt x="4837" y="3248"/>
                    <a:pt x="4704" y="3081"/>
                  </a:cubicBezTo>
                  <a:cubicBezTo>
                    <a:pt x="4504" y="2747"/>
                    <a:pt x="4037" y="2848"/>
                    <a:pt x="3803" y="2447"/>
                  </a:cubicBezTo>
                  <a:cubicBezTo>
                    <a:pt x="3503" y="1947"/>
                    <a:pt x="4003" y="1747"/>
                    <a:pt x="4070" y="1413"/>
                  </a:cubicBezTo>
                  <a:cubicBezTo>
                    <a:pt x="4128" y="1150"/>
                    <a:pt x="4033" y="861"/>
                    <a:pt x="3874" y="861"/>
                  </a:cubicBezTo>
                  <a:cubicBezTo>
                    <a:pt x="3851" y="861"/>
                    <a:pt x="3828" y="867"/>
                    <a:pt x="3803" y="879"/>
                  </a:cubicBezTo>
                  <a:cubicBezTo>
                    <a:pt x="3671" y="928"/>
                    <a:pt x="3558" y="949"/>
                    <a:pt x="3459" y="949"/>
                  </a:cubicBezTo>
                  <a:cubicBezTo>
                    <a:pt x="3082" y="949"/>
                    <a:pt x="2907" y="643"/>
                    <a:pt x="2669" y="379"/>
                  </a:cubicBezTo>
                  <a:cubicBezTo>
                    <a:pt x="2469" y="112"/>
                    <a:pt x="2068" y="46"/>
                    <a:pt x="1702" y="12"/>
                  </a:cubicBezTo>
                  <a:cubicBezTo>
                    <a:pt x="1666" y="5"/>
                    <a:pt x="1632" y="1"/>
                    <a:pt x="1601" y="1"/>
                  </a:cubicBezTo>
                  <a:close/>
                </a:path>
              </a:pathLst>
            </a:custGeom>
            <a:solidFill>
              <a:srgbClr val="FFC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7"/>
            <p:cNvSpPr/>
            <p:nvPr/>
          </p:nvSpPr>
          <p:spPr>
            <a:xfrm>
              <a:off x="3161600" y="2217875"/>
              <a:ext cx="157625" cy="415200"/>
            </a:xfrm>
            <a:custGeom>
              <a:avLst/>
              <a:gdLst/>
              <a:ahLst/>
              <a:cxnLst/>
              <a:rect l="l" t="t" r="r" b="b"/>
              <a:pathLst>
                <a:path w="6305" h="16608" extrusionOk="0">
                  <a:moveTo>
                    <a:pt x="901" y="0"/>
                  </a:moveTo>
                  <a:cubicBezTo>
                    <a:pt x="200" y="167"/>
                    <a:pt x="467" y="734"/>
                    <a:pt x="401" y="1201"/>
                  </a:cubicBezTo>
                  <a:cubicBezTo>
                    <a:pt x="334" y="2402"/>
                    <a:pt x="634" y="3669"/>
                    <a:pt x="334" y="4870"/>
                  </a:cubicBezTo>
                  <a:cubicBezTo>
                    <a:pt x="334" y="8106"/>
                    <a:pt x="301" y="11375"/>
                    <a:pt x="167" y="14610"/>
                  </a:cubicBezTo>
                  <a:cubicBezTo>
                    <a:pt x="134" y="15278"/>
                    <a:pt x="0" y="16011"/>
                    <a:pt x="534" y="16545"/>
                  </a:cubicBezTo>
                  <a:cubicBezTo>
                    <a:pt x="662" y="16588"/>
                    <a:pt x="778" y="16608"/>
                    <a:pt x="883" y="16608"/>
                  </a:cubicBezTo>
                  <a:cubicBezTo>
                    <a:pt x="1269" y="16608"/>
                    <a:pt x="1504" y="16338"/>
                    <a:pt x="1635" y="15945"/>
                  </a:cubicBezTo>
                  <a:cubicBezTo>
                    <a:pt x="1201" y="14744"/>
                    <a:pt x="1668" y="13376"/>
                    <a:pt x="2636" y="12943"/>
                  </a:cubicBezTo>
                  <a:cubicBezTo>
                    <a:pt x="2736" y="12476"/>
                    <a:pt x="2535" y="12109"/>
                    <a:pt x="2169" y="11875"/>
                  </a:cubicBezTo>
                  <a:cubicBezTo>
                    <a:pt x="2130" y="11849"/>
                    <a:pt x="2096" y="11839"/>
                    <a:pt x="2067" y="11839"/>
                  </a:cubicBezTo>
                  <a:cubicBezTo>
                    <a:pt x="1907" y="11839"/>
                    <a:pt x="1860" y="12151"/>
                    <a:pt x="1760" y="12151"/>
                  </a:cubicBezTo>
                  <a:cubicBezTo>
                    <a:pt x="1734" y="12151"/>
                    <a:pt x="1704" y="12130"/>
                    <a:pt x="1668" y="12075"/>
                  </a:cubicBezTo>
                  <a:cubicBezTo>
                    <a:pt x="1535" y="11909"/>
                    <a:pt x="1535" y="11542"/>
                    <a:pt x="1902" y="11408"/>
                  </a:cubicBezTo>
                  <a:cubicBezTo>
                    <a:pt x="1937" y="11401"/>
                    <a:pt x="1957" y="11399"/>
                    <a:pt x="1969" y="11399"/>
                  </a:cubicBezTo>
                  <a:cubicBezTo>
                    <a:pt x="2000" y="11399"/>
                    <a:pt x="1965" y="11418"/>
                    <a:pt x="1985" y="11418"/>
                  </a:cubicBezTo>
                  <a:cubicBezTo>
                    <a:pt x="1992" y="11418"/>
                    <a:pt x="2007" y="11415"/>
                    <a:pt x="2035" y="11408"/>
                  </a:cubicBezTo>
                  <a:cubicBezTo>
                    <a:pt x="2902" y="11241"/>
                    <a:pt x="3136" y="10975"/>
                    <a:pt x="2169" y="10508"/>
                  </a:cubicBezTo>
                  <a:cubicBezTo>
                    <a:pt x="2202" y="10407"/>
                    <a:pt x="2302" y="10341"/>
                    <a:pt x="2235" y="10207"/>
                  </a:cubicBezTo>
                  <a:cubicBezTo>
                    <a:pt x="1868" y="9974"/>
                    <a:pt x="1735" y="9640"/>
                    <a:pt x="1835" y="9207"/>
                  </a:cubicBezTo>
                  <a:cubicBezTo>
                    <a:pt x="2035" y="8072"/>
                    <a:pt x="2169" y="6972"/>
                    <a:pt x="2569" y="5904"/>
                  </a:cubicBezTo>
                  <a:cubicBezTo>
                    <a:pt x="3005" y="4939"/>
                    <a:pt x="3615" y="4293"/>
                    <a:pt x="4672" y="4293"/>
                  </a:cubicBezTo>
                  <a:cubicBezTo>
                    <a:pt x="4747" y="4293"/>
                    <a:pt x="4824" y="4296"/>
                    <a:pt x="4904" y="4303"/>
                  </a:cubicBezTo>
                  <a:cubicBezTo>
                    <a:pt x="4870" y="4170"/>
                    <a:pt x="4804" y="4036"/>
                    <a:pt x="4804" y="3903"/>
                  </a:cubicBezTo>
                  <a:cubicBezTo>
                    <a:pt x="4804" y="3838"/>
                    <a:pt x="4875" y="3787"/>
                    <a:pt x="4942" y="3787"/>
                  </a:cubicBezTo>
                  <a:cubicBezTo>
                    <a:pt x="4979" y="3787"/>
                    <a:pt x="5014" y="3801"/>
                    <a:pt x="5037" y="3836"/>
                  </a:cubicBezTo>
                  <a:cubicBezTo>
                    <a:pt x="5337" y="4203"/>
                    <a:pt x="5804" y="3903"/>
                    <a:pt x="6305" y="4336"/>
                  </a:cubicBezTo>
                  <a:cubicBezTo>
                    <a:pt x="6038" y="3636"/>
                    <a:pt x="6205" y="3102"/>
                    <a:pt x="6171" y="2635"/>
                  </a:cubicBezTo>
                  <a:cubicBezTo>
                    <a:pt x="6012" y="2566"/>
                    <a:pt x="5882" y="2536"/>
                    <a:pt x="5774" y="2536"/>
                  </a:cubicBezTo>
                  <a:cubicBezTo>
                    <a:pt x="5361" y="2536"/>
                    <a:pt x="5276" y="2979"/>
                    <a:pt x="5171" y="3402"/>
                  </a:cubicBezTo>
                  <a:cubicBezTo>
                    <a:pt x="4937" y="3369"/>
                    <a:pt x="4904" y="3236"/>
                    <a:pt x="4904" y="3169"/>
                  </a:cubicBezTo>
                  <a:cubicBezTo>
                    <a:pt x="4904" y="2769"/>
                    <a:pt x="4670" y="2769"/>
                    <a:pt x="4403" y="2735"/>
                  </a:cubicBezTo>
                  <a:cubicBezTo>
                    <a:pt x="4379" y="2734"/>
                    <a:pt x="4357" y="2733"/>
                    <a:pt x="4337" y="2733"/>
                  </a:cubicBezTo>
                  <a:cubicBezTo>
                    <a:pt x="3963" y="2733"/>
                    <a:pt x="4202" y="3011"/>
                    <a:pt x="4170" y="3169"/>
                  </a:cubicBezTo>
                  <a:cubicBezTo>
                    <a:pt x="4037" y="3436"/>
                    <a:pt x="3870" y="3603"/>
                    <a:pt x="3570" y="3736"/>
                  </a:cubicBezTo>
                  <a:cubicBezTo>
                    <a:pt x="3252" y="3848"/>
                    <a:pt x="2956" y="3939"/>
                    <a:pt x="2645" y="3939"/>
                  </a:cubicBezTo>
                  <a:cubicBezTo>
                    <a:pt x="2400" y="3939"/>
                    <a:pt x="2147" y="3883"/>
                    <a:pt x="1868" y="3736"/>
                  </a:cubicBezTo>
                  <a:cubicBezTo>
                    <a:pt x="1068" y="3336"/>
                    <a:pt x="1034" y="3436"/>
                    <a:pt x="1001" y="2535"/>
                  </a:cubicBezTo>
                  <a:cubicBezTo>
                    <a:pt x="934" y="1701"/>
                    <a:pt x="934" y="834"/>
                    <a:pt x="901" y="0"/>
                  </a:cubicBezTo>
                  <a:close/>
                </a:path>
              </a:pathLst>
            </a:custGeom>
            <a:solidFill>
              <a:srgbClr val="FEB5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3150750" y="2004125"/>
              <a:ext cx="40900" cy="186250"/>
            </a:xfrm>
            <a:custGeom>
              <a:avLst/>
              <a:gdLst/>
              <a:ahLst/>
              <a:cxnLst/>
              <a:rect l="l" t="t" r="r" b="b"/>
              <a:pathLst>
                <a:path w="1636" h="7450" extrusionOk="0">
                  <a:moveTo>
                    <a:pt x="816" y="0"/>
                  </a:moveTo>
                  <a:cubicBezTo>
                    <a:pt x="663" y="0"/>
                    <a:pt x="655" y="191"/>
                    <a:pt x="634" y="678"/>
                  </a:cubicBezTo>
                  <a:cubicBezTo>
                    <a:pt x="601" y="1578"/>
                    <a:pt x="434" y="2446"/>
                    <a:pt x="334" y="3380"/>
                  </a:cubicBezTo>
                  <a:cubicBezTo>
                    <a:pt x="234" y="4714"/>
                    <a:pt x="1" y="6082"/>
                    <a:pt x="101" y="7449"/>
                  </a:cubicBezTo>
                  <a:cubicBezTo>
                    <a:pt x="586" y="7389"/>
                    <a:pt x="547" y="6556"/>
                    <a:pt x="1138" y="6556"/>
                  </a:cubicBezTo>
                  <a:cubicBezTo>
                    <a:pt x="1197" y="6556"/>
                    <a:pt x="1262" y="6564"/>
                    <a:pt x="1335" y="6582"/>
                  </a:cubicBezTo>
                  <a:cubicBezTo>
                    <a:pt x="1635" y="6282"/>
                    <a:pt x="1502" y="5915"/>
                    <a:pt x="1502" y="5581"/>
                  </a:cubicBezTo>
                  <a:cubicBezTo>
                    <a:pt x="1468" y="4347"/>
                    <a:pt x="1435" y="3113"/>
                    <a:pt x="1635" y="1879"/>
                  </a:cubicBezTo>
                  <a:cubicBezTo>
                    <a:pt x="1635" y="1378"/>
                    <a:pt x="1602" y="878"/>
                    <a:pt x="1602" y="378"/>
                  </a:cubicBezTo>
                  <a:cubicBezTo>
                    <a:pt x="1502" y="344"/>
                    <a:pt x="1435" y="244"/>
                    <a:pt x="1335" y="211"/>
                  </a:cubicBezTo>
                  <a:cubicBezTo>
                    <a:pt x="1073" y="80"/>
                    <a:pt x="914" y="0"/>
                    <a:pt x="816" y="0"/>
                  </a:cubicBezTo>
                  <a:close/>
                </a:path>
              </a:pathLst>
            </a:custGeom>
            <a:solidFill>
              <a:srgbClr val="F4AC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3145750" y="2160875"/>
              <a:ext cx="40900" cy="177925"/>
            </a:xfrm>
            <a:custGeom>
              <a:avLst/>
              <a:gdLst/>
              <a:ahLst/>
              <a:cxnLst/>
              <a:rect l="l" t="t" r="r" b="b"/>
              <a:pathLst>
                <a:path w="1636" h="7117" extrusionOk="0">
                  <a:moveTo>
                    <a:pt x="848" y="1"/>
                  </a:moveTo>
                  <a:cubicBezTo>
                    <a:pt x="625" y="1"/>
                    <a:pt x="581" y="233"/>
                    <a:pt x="501" y="812"/>
                  </a:cubicBezTo>
                  <a:cubicBezTo>
                    <a:pt x="468" y="979"/>
                    <a:pt x="434" y="1113"/>
                    <a:pt x="301" y="1179"/>
                  </a:cubicBezTo>
                  <a:cubicBezTo>
                    <a:pt x="468" y="2347"/>
                    <a:pt x="134" y="3481"/>
                    <a:pt x="201" y="4548"/>
                  </a:cubicBezTo>
                  <a:cubicBezTo>
                    <a:pt x="1" y="4915"/>
                    <a:pt x="167" y="5182"/>
                    <a:pt x="134" y="5516"/>
                  </a:cubicBezTo>
                  <a:cubicBezTo>
                    <a:pt x="568" y="5983"/>
                    <a:pt x="801" y="6683"/>
                    <a:pt x="1335" y="7117"/>
                  </a:cubicBezTo>
                  <a:cubicBezTo>
                    <a:pt x="1502" y="6583"/>
                    <a:pt x="1535" y="6016"/>
                    <a:pt x="1502" y="5449"/>
                  </a:cubicBezTo>
                  <a:cubicBezTo>
                    <a:pt x="1468" y="4615"/>
                    <a:pt x="1435" y="3814"/>
                    <a:pt x="1435" y="2981"/>
                  </a:cubicBezTo>
                  <a:cubicBezTo>
                    <a:pt x="1435" y="2680"/>
                    <a:pt x="1368" y="2413"/>
                    <a:pt x="1635" y="2180"/>
                  </a:cubicBezTo>
                  <a:cubicBezTo>
                    <a:pt x="1635" y="1613"/>
                    <a:pt x="1602" y="1079"/>
                    <a:pt x="1602" y="479"/>
                  </a:cubicBezTo>
                  <a:cubicBezTo>
                    <a:pt x="1602" y="479"/>
                    <a:pt x="1602" y="445"/>
                    <a:pt x="1535" y="412"/>
                  </a:cubicBezTo>
                  <a:cubicBezTo>
                    <a:pt x="1502" y="345"/>
                    <a:pt x="1535" y="312"/>
                    <a:pt x="1602" y="279"/>
                  </a:cubicBezTo>
                  <a:cubicBezTo>
                    <a:pt x="1227" y="105"/>
                    <a:pt x="997" y="1"/>
                    <a:pt x="848" y="1"/>
                  </a:cubicBezTo>
                  <a:close/>
                </a:path>
              </a:pathLst>
            </a:custGeom>
            <a:solidFill>
              <a:srgbClr val="EEA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3179950" y="2168650"/>
              <a:ext cx="4175" cy="5050"/>
            </a:xfrm>
            <a:custGeom>
              <a:avLst/>
              <a:gdLst/>
              <a:ahLst/>
              <a:cxnLst/>
              <a:rect l="l" t="t" r="r" b="b"/>
              <a:pathLst>
                <a:path w="167" h="202" extrusionOk="0">
                  <a:moveTo>
                    <a:pt x="167" y="1"/>
                  </a:moveTo>
                  <a:cubicBezTo>
                    <a:pt x="0" y="68"/>
                    <a:pt x="0" y="134"/>
                    <a:pt x="167" y="201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4AC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2886400" y="1085375"/>
              <a:ext cx="312750" cy="314900"/>
            </a:xfrm>
            <a:custGeom>
              <a:avLst/>
              <a:gdLst/>
              <a:ahLst/>
              <a:cxnLst/>
              <a:rect l="l" t="t" r="r" b="b"/>
              <a:pathLst>
                <a:path w="12510" h="12596" extrusionOk="0">
                  <a:moveTo>
                    <a:pt x="9507" y="1"/>
                  </a:moveTo>
                  <a:cubicBezTo>
                    <a:pt x="8873" y="34"/>
                    <a:pt x="8240" y="34"/>
                    <a:pt x="7639" y="34"/>
                  </a:cubicBezTo>
                  <a:cubicBezTo>
                    <a:pt x="7139" y="34"/>
                    <a:pt x="6639" y="168"/>
                    <a:pt x="6138" y="335"/>
                  </a:cubicBezTo>
                  <a:cubicBezTo>
                    <a:pt x="5971" y="601"/>
                    <a:pt x="5738" y="768"/>
                    <a:pt x="5504" y="935"/>
                  </a:cubicBezTo>
                  <a:cubicBezTo>
                    <a:pt x="5037" y="1168"/>
                    <a:pt x="4837" y="1635"/>
                    <a:pt x="4904" y="2169"/>
                  </a:cubicBezTo>
                  <a:cubicBezTo>
                    <a:pt x="5004" y="2770"/>
                    <a:pt x="5504" y="2803"/>
                    <a:pt x="5971" y="2870"/>
                  </a:cubicBezTo>
                  <a:cubicBezTo>
                    <a:pt x="5705" y="3170"/>
                    <a:pt x="5471" y="3337"/>
                    <a:pt x="5137" y="3337"/>
                  </a:cubicBezTo>
                  <a:cubicBezTo>
                    <a:pt x="5111" y="3335"/>
                    <a:pt x="5084" y="3335"/>
                    <a:pt x="5058" y="3335"/>
                  </a:cubicBezTo>
                  <a:cubicBezTo>
                    <a:pt x="4465" y="3335"/>
                    <a:pt x="4030" y="3690"/>
                    <a:pt x="3870" y="4137"/>
                  </a:cubicBezTo>
                  <a:cubicBezTo>
                    <a:pt x="3636" y="4804"/>
                    <a:pt x="3069" y="5205"/>
                    <a:pt x="2702" y="5705"/>
                  </a:cubicBezTo>
                  <a:cubicBezTo>
                    <a:pt x="2302" y="6339"/>
                    <a:pt x="1835" y="6339"/>
                    <a:pt x="1301" y="6506"/>
                  </a:cubicBezTo>
                  <a:cubicBezTo>
                    <a:pt x="1201" y="6539"/>
                    <a:pt x="1135" y="6606"/>
                    <a:pt x="1035" y="6672"/>
                  </a:cubicBezTo>
                  <a:cubicBezTo>
                    <a:pt x="701" y="7173"/>
                    <a:pt x="301" y="7706"/>
                    <a:pt x="1201" y="8107"/>
                  </a:cubicBezTo>
                  <a:cubicBezTo>
                    <a:pt x="1214" y="8110"/>
                    <a:pt x="1225" y="8111"/>
                    <a:pt x="1236" y="8111"/>
                  </a:cubicBezTo>
                  <a:cubicBezTo>
                    <a:pt x="1331" y="8111"/>
                    <a:pt x="1369" y="8002"/>
                    <a:pt x="1442" y="8002"/>
                  </a:cubicBezTo>
                  <a:cubicBezTo>
                    <a:pt x="1450" y="8002"/>
                    <a:pt x="1459" y="8004"/>
                    <a:pt x="1468" y="8007"/>
                  </a:cubicBezTo>
                  <a:cubicBezTo>
                    <a:pt x="1535" y="8040"/>
                    <a:pt x="1368" y="8140"/>
                    <a:pt x="1468" y="8207"/>
                  </a:cubicBezTo>
                  <a:cubicBezTo>
                    <a:pt x="2202" y="8974"/>
                    <a:pt x="2202" y="9007"/>
                    <a:pt x="1335" y="9641"/>
                  </a:cubicBezTo>
                  <a:cubicBezTo>
                    <a:pt x="1235" y="9708"/>
                    <a:pt x="1168" y="9775"/>
                    <a:pt x="1068" y="9808"/>
                  </a:cubicBezTo>
                  <a:cubicBezTo>
                    <a:pt x="1001" y="9841"/>
                    <a:pt x="901" y="9941"/>
                    <a:pt x="868" y="10008"/>
                  </a:cubicBezTo>
                  <a:cubicBezTo>
                    <a:pt x="467" y="10842"/>
                    <a:pt x="0" y="11643"/>
                    <a:pt x="901" y="12443"/>
                  </a:cubicBezTo>
                  <a:cubicBezTo>
                    <a:pt x="1092" y="12494"/>
                    <a:pt x="1293" y="12516"/>
                    <a:pt x="1496" y="12516"/>
                  </a:cubicBezTo>
                  <a:cubicBezTo>
                    <a:pt x="1825" y="12516"/>
                    <a:pt x="2160" y="12459"/>
                    <a:pt x="2469" y="12376"/>
                  </a:cubicBezTo>
                  <a:cubicBezTo>
                    <a:pt x="2802" y="12293"/>
                    <a:pt x="3144" y="12251"/>
                    <a:pt x="3486" y="12251"/>
                  </a:cubicBezTo>
                  <a:cubicBezTo>
                    <a:pt x="3828" y="12251"/>
                    <a:pt x="4170" y="12293"/>
                    <a:pt x="4504" y="12376"/>
                  </a:cubicBezTo>
                  <a:cubicBezTo>
                    <a:pt x="5571" y="12477"/>
                    <a:pt x="6672" y="12443"/>
                    <a:pt x="7706" y="12577"/>
                  </a:cubicBezTo>
                  <a:cubicBezTo>
                    <a:pt x="7845" y="12586"/>
                    <a:pt x="7984" y="12595"/>
                    <a:pt x="8121" y="12595"/>
                  </a:cubicBezTo>
                  <a:cubicBezTo>
                    <a:pt x="8479" y="12595"/>
                    <a:pt x="8827" y="12532"/>
                    <a:pt x="9140" y="12243"/>
                  </a:cubicBezTo>
                  <a:cubicBezTo>
                    <a:pt x="9232" y="12226"/>
                    <a:pt x="9326" y="12222"/>
                    <a:pt x="9420" y="12222"/>
                  </a:cubicBezTo>
                  <a:cubicBezTo>
                    <a:pt x="9515" y="12222"/>
                    <a:pt x="9609" y="12226"/>
                    <a:pt x="9703" y="12226"/>
                  </a:cubicBezTo>
                  <a:cubicBezTo>
                    <a:pt x="9891" y="12226"/>
                    <a:pt x="10074" y="12210"/>
                    <a:pt x="10241" y="12110"/>
                  </a:cubicBezTo>
                  <a:cubicBezTo>
                    <a:pt x="9974" y="10842"/>
                    <a:pt x="9908" y="10809"/>
                    <a:pt x="10408" y="9841"/>
                  </a:cubicBezTo>
                  <a:cubicBezTo>
                    <a:pt x="10641" y="9474"/>
                    <a:pt x="10541" y="9408"/>
                    <a:pt x="10274" y="9107"/>
                  </a:cubicBezTo>
                  <a:cubicBezTo>
                    <a:pt x="9674" y="8407"/>
                    <a:pt x="9807" y="7940"/>
                    <a:pt x="10641" y="7506"/>
                  </a:cubicBezTo>
                  <a:cubicBezTo>
                    <a:pt x="10741" y="7440"/>
                    <a:pt x="10942" y="7440"/>
                    <a:pt x="11075" y="7106"/>
                  </a:cubicBezTo>
                  <a:cubicBezTo>
                    <a:pt x="10805" y="6863"/>
                    <a:pt x="10644" y="6424"/>
                    <a:pt x="10222" y="6424"/>
                  </a:cubicBezTo>
                  <a:cubicBezTo>
                    <a:pt x="10122" y="6424"/>
                    <a:pt x="10008" y="6448"/>
                    <a:pt x="9874" y="6506"/>
                  </a:cubicBezTo>
                  <a:cubicBezTo>
                    <a:pt x="9838" y="6524"/>
                    <a:pt x="9803" y="6532"/>
                    <a:pt x="9769" y="6532"/>
                  </a:cubicBezTo>
                  <a:cubicBezTo>
                    <a:pt x="9616" y="6532"/>
                    <a:pt x="9489" y="6363"/>
                    <a:pt x="9407" y="6172"/>
                  </a:cubicBezTo>
                  <a:cubicBezTo>
                    <a:pt x="9074" y="5505"/>
                    <a:pt x="9140" y="4771"/>
                    <a:pt x="8907" y="4071"/>
                  </a:cubicBezTo>
                  <a:cubicBezTo>
                    <a:pt x="9040" y="3904"/>
                    <a:pt x="9207" y="3904"/>
                    <a:pt x="9374" y="3804"/>
                  </a:cubicBezTo>
                  <a:cubicBezTo>
                    <a:pt x="9874" y="3604"/>
                    <a:pt x="9974" y="3337"/>
                    <a:pt x="9741" y="2836"/>
                  </a:cubicBezTo>
                  <a:cubicBezTo>
                    <a:pt x="9507" y="2236"/>
                    <a:pt x="9507" y="2236"/>
                    <a:pt x="10174" y="2069"/>
                  </a:cubicBezTo>
                  <a:cubicBezTo>
                    <a:pt x="10575" y="1936"/>
                    <a:pt x="10975" y="1802"/>
                    <a:pt x="11008" y="1269"/>
                  </a:cubicBezTo>
                  <a:cubicBezTo>
                    <a:pt x="11042" y="902"/>
                    <a:pt x="11309" y="735"/>
                    <a:pt x="11675" y="735"/>
                  </a:cubicBezTo>
                  <a:cubicBezTo>
                    <a:pt x="11942" y="735"/>
                    <a:pt x="12209" y="668"/>
                    <a:pt x="12509" y="668"/>
                  </a:cubicBezTo>
                  <a:cubicBezTo>
                    <a:pt x="12509" y="635"/>
                    <a:pt x="12509" y="568"/>
                    <a:pt x="12476" y="501"/>
                  </a:cubicBezTo>
                  <a:cubicBezTo>
                    <a:pt x="12379" y="501"/>
                    <a:pt x="12286" y="510"/>
                    <a:pt x="12200" y="510"/>
                  </a:cubicBezTo>
                  <a:cubicBezTo>
                    <a:pt x="12048" y="510"/>
                    <a:pt x="11915" y="483"/>
                    <a:pt x="11809" y="335"/>
                  </a:cubicBezTo>
                  <a:cubicBezTo>
                    <a:pt x="11042" y="335"/>
                    <a:pt x="10341" y="301"/>
                    <a:pt x="9507" y="1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2827350" y="1386150"/>
              <a:ext cx="514400" cy="69400"/>
            </a:xfrm>
            <a:custGeom>
              <a:avLst/>
              <a:gdLst/>
              <a:ahLst/>
              <a:cxnLst/>
              <a:rect l="l" t="t" r="r" b="b"/>
              <a:pathLst>
                <a:path w="20576" h="2776" extrusionOk="0">
                  <a:moveTo>
                    <a:pt x="7732" y="1"/>
                  </a:moveTo>
                  <a:cubicBezTo>
                    <a:pt x="7433" y="1"/>
                    <a:pt x="7133" y="13"/>
                    <a:pt x="6832" y="45"/>
                  </a:cubicBezTo>
                  <a:cubicBezTo>
                    <a:pt x="6640" y="29"/>
                    <a:pt x="6450" y="22"/>
                    <a:pt x="6262" y="22"/>
                  </a:cubicBezTo>
                  <a:cubicBezTo>
                    <a:pt x="4879" y="22"/>
                    <a:pt x="3583" y="419"/>
                    <a:pt x="2262" y="712"/>
                  </a:cubicBezTo>
                  <a:lnTo>
                    <a:pt x="2029" y="712"/>
                  </a:lnTo>
                  <a:cubicBezTo>
                    <a:pt x="1935" y="736"/>
                    <a:pt x="1874" y="760"/>
                    <a:pt x="1799" y="760"/>
                  </a:cubicBezTo>
                  <a:cubicBezTo>
                    <a:pt x="1768" y="760"/>
                    <a:pt x="1734" y="756"/>
                    <a:pt x="1695" y="746"/>
                  </a:cubicBezTo>
                  <a:cubicBezTo>
                    <a:pt x="1662" y="746"/>
                    <a:pt x="1595" y="712"/>
                    <a:pt x="1562" y="712"/>
                  </a:cubicBezTo>
                  <a:cubicBezTo>
                    <a:pt x="1495" y="646"/>
                    <a:pt x="1395" y="646"/>
                    <a:pt x="1328" y="646"/>
                  </a:cubicBezTo>
                  <a:cubicBezTo>
                    <a:pt x="1195" y="712"/>
                    <a:pt x="1062" y="712"/>
                    <a:pt x="995" y="779"/>
                  </a:cubicBezTo>
                  <a:cubicBezTo>
                    <a:pt x="861" y="913"/>
                    <a:pt x="728" y="979"/>
                    <a:pt x="561" y="1046"/>
                  </a:cubicBezTo>
                  <a:cubicBezTo>
                    <a:pt x="494" y="1079"/>
                    <a:pt x="394" y="1113"/>
                    <a:pt x="361" y="1213"/>
                  </a:cubicBezTo>
                  <a:cubicBezTo>
                    <a:pt x="50" y="1741"/>
                    <a:pt x="0" y="2154"/>
                    <a:pt x="696" y="2154"/>
                  </a:cubicBezTo>
                  <a:cubicBezTo>
                    <a:pt x="747" y="2154"/>
                    <a:pt x="802" y="2151"/>
                    <a:pt x="861" y="2147"/>
                  </a:cubicBezTo>
                  <a:cubicBezTo>
                    <a:pt x="1395" y="1780"/>
                    <a:pt x="2029" y="1913"/>
                    <a:pt x="2563" y="1746"/>
                  </a:cubicBezTo>
                  <a:cubicBezTo>
                    <a:pt x="3521" y="1454"/>
                    <a:pt x="4488" y="1375"/>
                    <a:pt x="5459" y="1375"/>
                  </a:cubicBezTo>
                  <a:cubicBezTo>
                    <a:pt x="6481" y="1375"/>
                    <a:pt x="7507" y="1462"/>
                    <a:pt x="8534" y="1480"/>
                  </a:cubicBezTo>
                  <a:cubicBezTo>
                    <a:pt x="9034" y="1446"/>
                    <a:pt x="9534" y="1446"/>
                    <a:pt x="10035" y="1446"/>
                  </a:cubicBezTo>
                  <a:cubicBezTo>
                    <a:pt x="10172" y="1495"/>
                    <a:pt x="10313" y="1510"/>
                    <a:pt x="10455" y="1510"/>
                  </a:cubicBezTo>
                  <a:cubicBezTo>
                    <a:pt x="10698" y="1510"/>
                    <a:pt x="10945" y="1466"/>
                    <a:pt x="11184" y="1466"/>
                  </a:cubicBezTo>
                  <a:cubicBezTo>
                    <a:pt x="11387" y="1466"/>
                    <a:pt x="11584" y="1497"/>
                    <a:pt x="11769" y="1613"/>
                  </a:cubicBezTo>
                  <a:cubicBezTo>
                    <a:pt x="12169" y="1613"/>
                    <a:pt x="12536" y="1613"/>
                    <a:pt x="12870" y="1780"/>
                  </a:cubicBezTo>
                  <a:cubicBezTo>
                    <a:pt x="13096" y="1870"/>
                    <a:pt x="13322" y="1906"/>
                    <a:pt x="13548" y="1906"/>
                  </a:cubicBezTo>
                  <a:cubicBezTo>
                    <a:pt x="13822" y="1906"/>
                    <a:pt x="14097" y="1853"/>
                    <a:pt x="14371" y="1780"/>
                  </a:cubicBezTo>
                  <a:cubicBezTo>
                    <a:pt x="14657" y="1747"/>
                    <a:pt x="14943" y="1732"/>
                    <a:pt x="15229" y="1732"/>
                  </a:cubicBezTo>
                  <a:cubicBezTo>
                    <a:pt x="16676" y="1732"/>
                    <a:pt x="18115" y="2113"/>
                    <a:pt x="19508" y="2447"/>
                  </a:cubicBezTo>
                  <a:cubicBezTo>
                    <a:pt x="19682" y="2512"/>
                    <a:pt x="19941" y="2776"/>
                    <a:pt x="20156" y="2776"/>
                  </a:cubicBezTo>
                  <a:cubicBezTo>
                    <a:pt x="20270" y="2776"/>
                    <a:pt x="20372" y="2701"/>
                    <a:pt x="20442" y="2480"/>
                  </a:cubicBezTo>
                  <a:cubicBezTo>
                    <a:pt x="20575" y="2113"/>
                    <a:pt x="20008" y="2080"/>
                    <a:pt x="19675" y="1980"/>
                  </a:cubicBezTo>
                  <a:cubicBezTo>
                    <a:pt x="18174" y="1546"/>
                    <a:pt x="16706" y="1113"/>
                    <a:pt x="15205" y="646"/>
                  </a:cubicBezTo>
                  <a:cubicBezTo>
                    <a:pt x="15069" y="680"/>
                    <a:pt x="14931" y="694"/>
                    <a:pt x="14794" y="694"/>
                  </a:cubicBezTo>
                  <a:cubicBezTo>
                    <a:pt x="14391" y="694"/>
                    <a:pt x="13994" y="570"/>
                    <a:pt x="13671" y="446"/>
                  </a:cubicBezTo>
                  <a:cubicBezTo>
                    <a:pt x="13414" y="364"/>
                    <a:pt x="13157" y="352"/>
                    <a:pt x="12903" y="352"/>
                  </a:cubicBezTo>
                  <a:cubicBezTo>
                    <a:pt x="12794" y="352"/>
                    <a:pt x="12686" y="354"/>
                    <a:pt x="12578" y="354"/>
                  </a:cubicBezTo>
                  <a:cubicBezTo>
                    <a:pt x="12219" y="354"/>
                    <a:pt x="11869" y="329"/>
                    <a:pt x="11536" y="112"/>
                  </a:cubicBezTo>
                  <a:cubicBezTo>
                    <a:pt x="11280" y="133"/>
                    <a:pt x="11026" y="142"/>
                    <a:pt x="10773" y="142"/>
                  </a:cubicBezTo>
                  <a:cubicBezTo>
                    <a:pt x="9747" y="142"/>
                    <a:pt x="8743" y="1"/>
                    <a:pt x="7732" y="1"/>
                  </a:cubicBezTo>
                  <a:close/>
                </a:path>
              </a:pathLst>
            </a:custGeom>
            <a:solidFill>
              <a:srgbClr val="E869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3321700" y="1158775"/>
              <a:ext cx="43400" cy="126775"/>
            </a:xfrm>
            <a:custGeom>
              <a:avLst/>
              <a:gdLst/>
              <a:ahLst/>
              <a:cxnLst/>
              <a:rect l="l" t="t" r="r" b="b"/>
              <a:pathLst>
                <a:path w="1736" h="5071" extrusionOk="0">
                  <a:moveTo>
                    <a:pt x="234" y="0"/>
                  </a:moveTo>
                  <a:cubicBezTo>
                    <a:pt x="1" y="234"/>
                    <a:pt x="501" y="634"/>
                    <a:pt x="68" y="834"/>
                  </a:cubicBezTo>
                  <a:cubicBezTo>
                    <a:pt x="835" y="1034"/>
                    <a:pt x="902" y="1068"/>
                    <a:pt x="601" y="1802"/>
                  </a:cubicBezTo>
                  <a:cubicBezTo>
                    <a:pt x="334" y="2402"/>
                    <a:pt x="902" y="2969"/>
                    <a:pt x="735" y="3536"/>
                  </a:cubicBezTo>
                  <a:cubicBezTo>
                    <a:pt x="668" y="3736"/>
                    <a:pt x="1002" y="3903"/>
                    <a:pt x="1235" y="4037"/>
                  </a:cubicBezTo>
                  <a:cubicBezTo>
                    <a:pt x="1635" y="4303"/>
                    <a:pt x="1268" y="4871"/>
                    <a:pt x="1669" y="5071"/>
                  </a:cubicBezTo>
                  <a:cubicBezTo>
                    <a:pt x="1735" y="3870"/>
                    <a:pt x="1302" y="2669"/>
                    <a:pt x="1335" y="1468"/>
                  </a:cubicBezTo>
                  <a:cubicBezTo>
                    <a:pt x="1002" y="1068"/>
                    <a:pt x="835" y="634"/>
                    <a:pt x="635" y="201"/>
                  </a:cubicBezTo>
                  <a:cubicBezTo>
                    <a:pt x="568" y="167"/>
                    <a:pt x="501" y="67"/>
                    <a:pt x="435" y="0"/>
                  </a:cubicBezTo>
                  <a:close/>
                </a:path>
              </a:pathLst>
            </a:custGeom>
            <a:solidFill>
              <a:srgbClr val="FFA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3102375" y="1186825"/>
              <a:ext cx="35900" cy="52875"/>
            </a:xfrm>
            <a:custGeom>
              <a:avLst/>
              <a:gdLst/>
              <a:ahLst/>
              <a:cxnLst/>
              <a:rect l="l" t="t" r="r" b="b"/>
              <a:pathLst>
                <a:path w="1436" h="2115" extrusionOk="0">
                  <a:moveTo>
                    <a:pt x="422" y="0"/>
                  </a:moveTo>
                  <a:cubicBezTo>
                    <a:pt x="375" y="0"/>
                    <a:pt x="323" y="4"/>
                    <a:pt x="268" y="13"/>
                  </a:cubicBezTo>
                  <a:cubicBezTo>
                    <a:pt x="34" y="780"/>
                    <a:pt x="1" y="1580"/>
                    <a:pt x="768" y="2114"/>
                  </a:cubicBezTo>
                  <a:cubicBezTo>
                    <a:pt x="1202" y="1780"/>
                    <a:pt x="1435" y="1447"/>
                    <a:pt x="1202" y="880"/>
                  </a:cubicBezTo>
                  <a:cubicBezTo>
                    <a:pt x="1049" y="482"/>
                    <a:pt x="952" y="0"/>
                    <a:pt x="422" y="0"/>
                  </a:cubicBezTo>
                  <a:close/>
                </a:path>
              </a:pathLst>
            </a:custGeom>
            <a:solidFill>
              <a:srgbClr val="EC70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3184100" y="1190775"/>
              <a:ext cx="21725" cy="35575"/>
            </a:xfrm>
            <a:custGeom>
              <a:avLst/>
              <a:gdLst/>
              <a:ahLst/>
              <a:cxnLst/>
              <a:rect l="l" t="t" r="r" b="b"/>
              <a:pathLst>
                <a:path w="869" h="1423" extrusionOk="0">
                  <a:moveTo>
                    <a:pt x="478" y="0"/>
                  </a:moveTo>
                  <a:cubicBezTo>
                    <a:pt x="333" y="0"/>
                    <a:pt x="213" y="90"/>
                    <a:pt x="134" y="221"/>
                  </a:cubicBezTo>
                  <a:cubicBezTo>
                    <a:pt x="1" y="388"/>
                    <a:pt x="68" y="588"/>
                    <a:pt x="68" y="889"/>
                  </a:cubicBezTo>
                  <a:cubicBezTo>
                    <a:pt x="68" y="1055"/>
                    <a:pt x="1" y="1389"/>
                    <a:pt x="401" y="1422"/>
                  </a:cubicBezTo>
                  <a:cubicBezTo>
                    <a:pt x="635" y="1422"/>
                    <a:pt x="768" y="1222"/>
                    <a:pt x="802" y="1022"/>
                  </a:cubicBezTo>
                  <a:cubicBezTo>
                    <a:pt x="835" y="789"/>
                    <a:pt x="868" y="588"/>
                    <a:pt x="868" y="388"/>
                  </a:cubicBezTo>
                  <a:cubicBezTo>
                    <a:pt x="868" y="221"/>
                    <a:pt x="802" y="55"/>
                    <a:pt x="601" y="21"/>
                  </a:cubicBezTo>
                  <a:cubicBezTo>
                    <a:pt x="559" y="7"/>
                    <a:pt x="517" y="0"/>
                    <a:pt x="478" y="0"/>
                  </a:cubicBezTo>
                  <a:close/>
                </a:path>
              </a:pathLst>
            </a:custGeom>
            <a:solidFill>
              <a:srgbClr val="ED6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3323375" y="115377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1" y="0"/>
                  </a:moveTo>
                  <a:lnTo>
                    <a:pt x="201" y="200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FFA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2858050" y="1433675"/>
              <a:ext cx="255200" cy="197950"/>
            </a:xfrm>
            <a:custGeom>
              <a:avLst/>
              <a:gdLst/>
              <a:ahLst/>
              <a:cxnLst/>
              <a:rect l="l" t="t" r="r" b="b"/>
              <a:pathLst>
                <a:path w="10208" h="7918" extrusionOk="0">
                  <a:moveTo>
                    <a:pt x="8742" y="1"/>
                  </a:moveTo>
                  <a:cubicBezTo>
                    <a:pt x="8633" y="1"/>
                    <a:pt x="8521" y="6"/>
                    <a:pt x="8406" y="12"/>
                  </a:cubicBezTo>
                  <a:cubicBezTo>
                    <a:pt x="7172" y="146"/>
                    <a:pt x="5871" y="12"/>
                    <a:pt x="4637" y="246"/>
                  </a:cubicBezTo>
                  <a:cubicBezTo>
                    <a:pt x="4261" y="337"/>
                    <a:pt x="3885" y="347"/>
                    <a:pt x="3508" y="347"/>
                  </a:cubicBezTo>
                  <a:cubicBezTo>
                    <a:pt x="3401" y="347"/>
                    <a:pt x="3293" y="346"/>
                    <a:pt x="3186" y="346"/>
                  </a:cubicBezTo>
                  <a:cubicBezTo>
                    <a:pt x="2702" y="346"/>
                    <a:pt x="2219" y="362"/>
                    <a:pt x="1735" y="546"/>
                  </a:cubicBezTo>
                  <a:cubicBezTo>
                    <a:pt x="1725" y="548"/>
                    <a:pt x="1714" y="549"/>
                    <a:pt x="1704" y="549"/>
                  </a:cubicBezTo>
                  <a:cubicBezTo>
                    <a:pt x="1608" y="549"/>
                    <a:pt x="1494" y="476"/>
                    <a:pt x="1366" y="476"/>
                  </a:cubicBezTo>
                  <a:cubicBezTo>
                    <a:pt x="1273" y="476"/>
                    <a:pt x="1173" y="514"/>
                    <a:pt x="1068" y="646"/>
                  </a:cubicBezTo>
                  <a:cubicBezTo>
                    <a:pt x="1061" y="652"/>
                    <a:pt x="1051" y="655"/>
                    <a:pt x="1038" y="655"/>
                  </a:cubicBezTo>
                  <a:cubicBezTo>
                    <a:pt x="958" y="655"/>
                    <a:pt x="762" y="552"/>
                    <a:pt x="576" y="552"/>
                  </a:cubicBezTo>
                  <a:cubicBezTo>
                    <a:pt x="474" y="552"/>
                    <a:pt x="375" y="583"/>
                    <a:pt x="301" y="679"/>
                  </a:cubicBezTo>
                  <a:cubicBezTo>
                    <a:pt x="367" y="1013"/>
                    <a:pt x="0" y="1380"/>
                    <a:pt x="200" y="1680"/>
                  </a:cubicBezTo>
                  <a:cubicBezTo>
                    <a:pt x="501" y="2080"/>
                    <a:pt x="567" y="2414"/>
                    <a:pt x="367" y="2848"/>
                  </a:cubicBezTo>
                  <a:cubicBezTo>
                    <a:pt x="167" y="3248"/>
                    <a:pt x="734" y="3682"/>
                    <a:pt x="367" y="4082"/>
                  </a:cubicBezTo>
                  <a:cubicBezTo>
                    <a:pt x="234" y="4415"/>
                    <a:pt x="367" y="4682"/>
                    <a:pt x="634" y="4916"/>
                  </a:cubicBezTo>
                  <a:cubicBezTo>
                    <a:pt x="744" y="4861"/>
                    <a:pt x="864" y="4817"/>
                    <a:pt x="966" y="4817"/>
                  </a:cubicBezTo>
                  <a:cubicBezTo>
                    <a:pt x="1113" y="4817"/>
                    <a:pt x="1221" y="4907"/>
                    <a:pt x="1201" y="5183"/>
                  </a:cubicBezTo>
                  <a:cubicBezTo>
                    <a:pt x="1168" y="5583"/>
                    <a:pt x="667" y="5683"/>
                    <a:pt x="534" y="5983"/>
                  </a:cubicBezTo>
                  <a:cubicBezTo>
                    <a:pt x="401" y="6250"/>
                    <a:pt x="1034" y="6450"/>
                    <a:pt x="734" y="6884"/>
                  </a:cubicBezTo>
                  <a:cubicBezTo>
                    <a:pt x="734" y="6917"/>
                    <a:pt x="701" y="6917"/>
                    <a:pt x="701" y="6951"/>
                  </a:cubicBezTo>
                  <a:cubicBezTo>
                    <a:pt x="367" y="7784"/>
                    <a:pt x="401" y="7851"/>
                    <a:pt x="1368" y="7918"/>
                  </a:cubicBezTo>
                  <a:cubicBezTo>
                    <a:pt x="3011" y="7563"/>
                    <a:pt x="4686" y="7116"/>
                    <a:pt x="6421" y="7116"/>
                  </a:cubicBezTo>
                  <a:cubicBezTo>
                    <a:pt x="6483" y="7116"/>
                    <a:pt x="6544" y="7116"/>
                    <a:pt x="6605" y="7117"/>
                  </a:cubicBezTo>
                  <a:cubicBezTo>
                    <a:pt x="7539" y="7117"/>
                    <a:pt x="8506" y="7084"/>
                    <a:pt x="9474" y="7051"/>
                  </a:cubicBezTo>
                  <a:cubicBezTo>
                    <a:pt x="9507" y="6850"/>
                    <a:pt x="9540" y="6684"/>
                    <a:pt x="9540" y="6517"/>
                  </a:cubicBezTo>
                  <a:cubicBezTo>
                    <a:pt x="9574" y="6150"/>
                    <a:pt x="9907" y="5616"/>
                    <a:pt x="9674" y="5416"/>
                  </a:cubicBezTo>
                  <a:cubicBezTo>
                    <a:pt x="9073" y="4982"/>
                    <a:pt x="9374" y="4415"/>
                    <a:pt x="9340" y="3915"/>
                  </a:cubicBezTo>
                  <a:cubicBezTo>
                    <a:pt x="9307" y="3315"/>
                    <a:pt x="9307" y="2748"/>
                    <a:pt x="9707" y="2147"/>
                  </a:cubicBezTo>
                  <a:cubicBezTo>
                    <a:pt x="9907" y="1814"/>
                    <a:pt x="10208" y="1180"/>
                    <a:pt x="9874" y="579"/>
                  </a:cubicBezTo>
                  <a:cubicBezTo>
                    <a:pt x="9604" y="93"/>
                    <a:pt x="9203" y="1"/>
                    <a:pt x="8742" y="1"/>
                  </a:cubicBezTo>
                  <a:close/>
                </a:path>
              </a:pathLst>
            </a:custGeom>
            <a:solidFill>
              <a:srgbClr val="EAD8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2796325" y="1632825"/>
              <a:ext cx="470375" cy="67625"/>
            </a:xfrm>
            <a:custGeom>
              <a:avLst/>
              <a:gdLst/>
              <a:ahLst/>
              <a:cxnLst/>
              <a:rect l="l" t="t" r="r" b="b"/>
              <a:pathLst>
                <a:path w="18815" h="2705" extrusionOk="0">
                  <a:moveTo>
                    <a:pt x="9171" y="0"/>
                  </a:moveTo>
                  <a:cubicBezTo>
                    <a:pt x="6874" y="0"/>
                    <a:pt x="4622" y="317"/>
                    <a:pt x="2369" y="1019"/>
                  </a:cubicBezTo>
                  <a:cubicBezTo>
                    <a:pt x="2059" y="1076"/>
                    <a:pt x="1773" y="1275"/>
                    <a:pt x="1450" y="1275"/>
                  </a:cubicBezTo>
                  <a:cubicBezTo>
                    <a:pt x="1391" y="1275"/>
                    <a:pt x="1330" y="1268"/>
                    <a:pt x="1268" y="1253"/>
                  </a:cubicBezTo>
                  <a:cubicBezTo>
                    <a:pt x="1256" y="1227"/>
                    <a:pt x="1233" y="1211"/>
                    <a:pt x="1200" y="1211"/>
                  </a:cubicBezTo>
                  <a:cubicBezTo>
                    <a:pt x="1148" y="1211"/>
                    <a:pt x="1070" y="1251"/>
                    <a:pt x="968" y="1353"/>
                  </a:cubicBezTo>
                  <a:cubicBezTo>
                    <a:pt x="835" y="1386"/>
                    <a:pt x="768" y="1453"/>
                    <a:pt x="668" y="1520"/>
                  </a:cubicBezTo>
                  <a:cubicBezTo>
                    <a:pt x="368" y="1753"/>
                    <a:pt x="1" y="1920"/>
                    <a:pt x="101" y="2420"/>
                  </a:cubicBezTo>
                  <a:cubicBezTo>
                    <a:pt x="101" y="2520"/>
                    <a:pt x="134" y="2587"/>
                    <a:pt x="134" y="2687"/>
                  </a:cubicBezTo>
                  <a:cubicBezTo>
                    <a:pt x="245" y="2699"/>
                    <a:pt x="352" y="2704"/>
                    <a:pt x="457" y="2704"/>
                  </a:cubicBezTo>
                  <a:cubicBezTo>
                    <a:pt x="955" y="2704"/>
                    <a:pt x="1401" y="2580"/>
                    <a:pt x="1869" y="2387"/>
                  </a:cubicBezTo>
                  <a:cubicBezTo>
                    <a:pt x="3370" y="1753"/>
                    <a:pt x="4871" y="1253"/>
                    <a:pt x="6472" y="1053"/>
                  </a:cubicBezTo>
                  <a:cubicBezTo>
                    <a:pt x="7393" y="865"/>
                    <a:pt x="8325" y="783"/>
                    <a:pt x="9249" y="783"/>
                  </a:cubicBezTo>
                  <a:cubicBezTo>
                    <a:pt x="9965" y="783"/>
                    <a:pt x="10677" y="832"/>
                    <a:pt x="11376" y="919"/>
                  </a:cubicBezTo>
                  <a:cubicBezTo>
                    <a:pt x="11431" y="913"/>
                    <a:pt x="11487" y="911"/>
                    <a:pt x="11542" y="911"/>
                  </a:cubicBezTo>
                  <a:cubicBezTo>
                    <a:pt x="11873" y="911"/>
                    <a:pt x="12194" y="1001"/>
                    <a:pt x="12507" y="1001"/>
                  </a:cubicBezTo>
                  <a:cubicBezTo>
                    <a:pt x="12735" y="1001"/>
                    <a:pt x="12959" y="953"/>
                    <a:pt x="13177" y="786"/>
                  </a:cubicBezTo>
                  <a:cubicBezTo>
                    <a:pt x="13260" y="777"/>
                    <a:pt x="13342" y="773"/>
                    <a:pt x="13422" y="773"/>
                  </a:cubicBezTo>
                  <a:cubicBezTo>
                    <a:pt x="13663" y="773"/>
                    <a:pt x="13894" y="811"/>
                    <a:pt x="14144" y="886"/>
                  </a:cubicBezTo>
                  <a:cubicBezTo>
                    <a:pt x="15679" y="1219"/>
                    <a:pt x="17213" y="1586"/>
                    <a:pt x="18814" y="1686"/>
                  </a:cubicBezTo>
                  <a:cubicBezTo>
                    <a:pt x="17980" y="1019"/>
                    <a:pt x="16980" y="719"/>
                    <a:pt x="15946" y="452"/>
                  </a:cubicBezTo>
                  <a:cubicBezTo>
                    <a:pt x="14011" y="19"/>
                    <a:pt x="12043" y="85"/>
                    <a:pt x="10141" y="19"/>
                  </a:cubicBezTo>
                  <a:cubicBezTo>
                    <a:pt x="9817" y="6"/>
                    <a:pt x="9494" y="0"/>
                    <a:pt x="9171" y="0"/>
                  </a:cubicBezTo>
                  <a:close/>
                </a:path>
              </a:pathLst>
            </a:custGeom>
            <a:solidFill>
              <a:srgbClr val="EB9E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2783000" y="1516250"/>
              <a:ext cx="90925" cy="59475"/>
            </a:xfrm>
            <a:custGeom>
              <a:avLst/>
              <a:gdLst/>
              <a:ahLst/>
              <a:cxnLst/>
              <a:rect l="l" t="t" r="r" b="b"/>
              <a:pathLst>
                <a:path w="3637" h="2379" extrusionOk="0">
                  <a:moveTo>
                    <a:pt x="1569" y="0"/>
                  </a:moveTo>
                  <a:cubicBezTo>
                    <a:pt x="1260" y="0"/>
                    <a:pt x="974" y="160"/>
                    <a:pt x="701" y="412"/>
                  </a:cubicBezTo>
                  <a:cubicBezTo>
                    <a:pt x="300" y="846"/>
                    <a:pt x="0" y="1346"/>
                    <a:pt x="434" y="1913"/>
                  </a:cubicBezTo>
                  <a:cubicBezTo>
                    <a:pt x="717" y="2215"/>
                    <a:pt x="1022" y="2378"/>
                    <a:pt x="1348" y="2378"/>
                  </a:cubicBezTo>
                  <a:cubicBezTo>
                    <a:pt x="1598" y="2378"/>
                    <a:pt x="1860" y="2282"/>
                    <a:pt x="2135" y="2080"/>
                  </a:cubicBezTo>
                  <a:cubicBezTo>
                    <a:pt x="2345" y="1891"/>
                    <a:pt x="2555" y="1755"/>
                    <a:pt x="2798" y="1755"/>
                  </a:cubicBezTo>
                  <a:cubicBezTo>
                    <a:pt x="2941" y="1755"/>
                    <a:pt x="3096" y="1802"/>
                    <a:pt x="3269" y="1913"/>
                  </a:cubicBezTo>
                  <a:cubicBezTo>
                    <a:pt x="3324" y="1947"/>
                    <a:pt x="3370" y="1962"/>
                    <a:pt x="3409" y="1962"/>
                  </a:cubicBezTo>
                  <a:cubicBezTo>
                    <a:pt x="3562" y="1962"/>
                    <a:pt x="3610" y="1739"/>
                    <a:pt x="3636" y="1579"/>
                  </a:cubicBezTo>
                  <a:cubicBezTo>
                    <a:pt x="3636" y="1279"/>
                    <a:pt x="3536" y="1012"/>
                    <a:pt x="3369" y="745"/>
                  </a:cubicBezTo>
                  <a:cubicBezTo>
                    <a:pt x="2969" y="579"/>
                    <a:pt x="2535" y="412"/>
                    <a:pt x="2135" y="178"/>
                  </a:cubicBezTo>
                  <a:cubicBezTo>
                    <a:pt x="1938" y="55"/>
                    <a:pt x="1749" y="0"/>
                    <a:pt x="1569" y="0"/>
                  </a:cubicBezTo>
                  <a:close/>
                </a:path>
              </a:pathLst>
            </a:custGeom>
            <a:solidFill>
              <a:srgbClr val="F7E4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7"/>
            <p:cNvSpPr/>
            <p:nvPr/>
          </p:nvSpPr>
          <p:spPr>
            <a:xfrm>
              <a:off x="2765425" y="1410725"/>
              <a:ext cx="83475" cy="54525"/>
            </a:xfrm>
            <a:custGeom>
              <a:avLst/>
              <a:gdLst/>
              <a:ahLst/>
              <a:cxnLst/>
              <a:rect l="l" t="t" r="r" b="b"/>
              <a:pathLst>
                <a:path w="3339" h="2181" extrusionOk="0">
                  <a:moveTo>
                    <a:pt x="2883" y="0"/>
                  </a:moveTo>
                  <a:cubicBezTo>
                    <a:pt x="2812" y="0"/>
                    <a:pt x="2742" y="42"/>
                    <a:pt x="2671" y="130"/>
                  </a:cubicBezTo>
                  <a:cubicBezTo>
                    <a:pt x="2538" y="230"/>
                    <a:pt x="2571" y="430"/>
                    <a:pt x="2471" y="563"/>
                  </a:cubicBezTo>
                  <a:cubicBezTo>
                    <a:pt x="2322" y="655"/>
                    <a:pt x="2165" y="676"/>
                    <a:pt x="2009" y="676"/>
                  </a:cubicBezTo>
                  <a:cubicBezTo>
                    <a:pt x="1878" y="676"/>
                    <a:pt x="1748" y="661"/>
                    <a:pt x="1623" y="661"/>
                  </a:cubicBezTo>
                  <a:cubicBezTo>
                    <a:pt x="1460" y="661"/>
                    <a:pt x="1306" y="686"/>
                    <a:pt x="1170" y="797"/>
                  </a:cubicBezTo>
                  <a:lnTo>
                    <a:pt x="970" y="797"/>
                  </a:lnTo>
                  <a:cubicBezTo>
                    <a:pt x="737" y="930"/>
                    <a:pt x="470" y="997"/>
                    <a:pt x="336" y="1264"/>
                  </a:cubicBezTo>
                  <a:cubicBezTo>
                    <a:pt x="76" y="1974"/>
                    <a:pt x="0" y="2180"/>
                    <a:pt x="349" y="2180"/>
                  </a:cubicBezTo>
                  <a:cubicBezTo>
                    <a:pt x="491" y="2180"/>
                    <a:pt x="704" y="2146"/>
                    <a:pt x="1003" y="2098"/>
                  </a:cubicBezTo>
                  <a:cubicBezTo>
                    <a:pt x="1570" y="1998"/>
                    <a:pt x="2071" y="1597"/>
                    <a:pt x="2671" y="1597"/>
                  </a:cubicBezTo>
                  <a:cubicBezTo>
                    <a:pt x="2871" y="1464"/>
                    <a:pt x="3138" y="1297"/>
                    <a:pt x="3338" y="1164"/>
                  </a:cubicBezTo>
                  <a:cubicBezTo>
                    <a:pt x="2738" y="830"/>
                    <a:pt x="2738" y="830"/>
                    <a:pt x="3072" y="96"/>
                  </a:cubicBezTo>
                  <a:cubicBezTo>
                    <a:pt x="3009" y="33"/>
                    <a:pt x="2946" y="0"/>
                    <a:pt x="2883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7"/>
            <p:cNvSpPr/>
            <p:nvPr/>
          </p:nvSpPr>
          <p:spPr>
            <a:xfrm>
              <a:off x="2787150" y="1564050"/>
              <a:ext cx="70075" cy="37325"/>
            </a:xfrm>
            <a:custGeom>
              <a:avLst/>
              <a:gdLst/>
              <a:ahLst/>
              <a:cxnLst/>
              <a:rect l="l" t="t" r="r" b="b"/>
              <a:pathLst>
                <a:path w="2803" h="1493" extrusionOk="0">
                  <a:moveTo>
                    <a:pt x="268" y="1"/>
                  </a:moveTo>
                  <a:lnTo>
                    <a:pt x="268" y="1"/>
                  </a:lnTo>
                  <a:cubicBezTo>
                    <a:pt x="1" y="468"/>
                    <a:pt x="1" y="968"/>
                    <a:pt x="468" y="1202"/>
                  </a:cubicBezTo>
                  <a:cubicBezTo>
                    <a:pt x="771" y="1328"/>
                    <a:pt x="1112" y="1493"/>
                    <a:pt x="1463" y="1493"/>
                  </a:cubicBezTo>
                  <a:cubicBezTo>
                    <a:pt x="1576" y="1493"/>
                    <a:pt x="1689" y="1476"/>
                    <a:pt x="1802" y="1435"/>
                  </a:cubicBezTo>
                  <a:cubicBezTo>
                    <a:pt x="2169" y="1235"/>
                    <a:pt x="2770" y="1302"/>
                    <a:pt x="2803" y="768"/>
                  </a:cubicBezTo>
                  <a:cubicBezTo>
                    <a:pt x="2803" y="268"/>
                    <a:pt x="2203" y="435"/>
                    <a:pt x="1969" y="168"/>
                  </a:cubicBezTo>
                  <a:cubicBezTo>
                    <a:pt x="1795" y="177"/>
                    <a:pt x="1624" y="184"/>
                    <a:pt x="1455" y="184"/>
                  </a:cubicBezTo>
                  <a:cubicBezTo>
                    <a:pt x="1043" y="184"/>
                    <a:pt x="647" y="143"/>
                    <a:pt x="268" y="1"/>
                  </a:cubicBezTo>
                  <a:close/>
                </a:path>
              </a:pathLst>
            </a:custGeom>
            <a:solidFill>
              <a:srgbClr val="DEB4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2775475" y="1655800"/>
              <a:ext cx="42575" cy="38375"/>
            </a:xfrm>
            <a:custGeom>
              <a:avLst/>
              <a:gdLst/>
              <a:ahLst/>
              <a:cxnLst/>
              <a:rect l="l" t="t" r="r" b="b"/>
              <a:pathLst>
                <a:path w="1703" h="1535" extrusionOk="0">
                  <a:moveTo>
                    <a:pt x="1335" y="0"/>
                  </a:moveTo>
                  <a:cubicBezTo>
                    <a:pt x="1335" y="501"/>
                    <a:pt x="968" y="701"/>
                    <a:pt x="535" y="834"/>
                  </a:cubicBezTo>
                  <a:cubicBezTo>
                    <a:pt x="168" y="968"/>
                    <a:pt x="1" y="1168"/>
                    <a:pt x="34" y="1535"/>
                  </a:cubicBezTo>
                  <a:cubicBezTo>
                    <a:pt x="401" y="1501"/>
                    <a:pt x="701" y="1501"/>
                    <a:pt x="1068" y="1468"/>
                  </a:cubicBezTo>
                  <a:cubicBezTo>
                    <a:pt x="1235" y="1134"/>
                    <a:pt x="1669" y="1001"/>
                    <a:pt x="1635" y="534"/>
                  </a:cubicBezTo>
                  <a:cubicBezTo>
                    <a:pt x="1335" y="467"/>
                    <a:pt x="1702" y="67"/>
                    <a:pt x="1335" y="0"/>
                  </a:cubicBezTo>
                  <a:close/>
                </a:path>
              </a:pathLst>
            </a:custGeom>
            <a:solidFill>
              <a:srgbClr val="E1BE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2760475" y="1442300"/>
              <a:ext cx="30050" cy="27550"/>
            </a:xfrm>
            <a:custGeom>
              <a:avLst/>
              <a:gdLst/>
              <a:ahLst/>
              <a:cxnLst/>
              <a:rect l="l" t="t" r="r" b="b"/>
              <a:pathLst>
                <a:path w="1202" h="1102" extrusionOk="0">
                  <a:moveTo>
                    <a:pt x="534" y="1"/>
                  </a:moveTo>
                  <a:lnTo>
                    <a:pt x="534" y="1"/>
                  </a:lnTo>
                  <a:cubicBezTo>
                    <a:pt x="1" y="535"/>
                    <a:pt x="1" y="735"/>
                    <a:pt x="568" y="1102"/>
                  </a:cubicBezTo>
                  <a:cubicBezTo>
                    <a:pt x="834" y="1068"/>
                    <a:pt x="1035" y="1068"/>
                    <a:pt x="1201" y="868"/>
                  </a:cubicBezTo>
                  <a:cubicBezTo>
                    <a:pt x="501" y="835"/>
                    <a:pt x="501" y="835"/>
                    <a:pt x="534" y="134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2823025" y="1654125"/>
              <a:ext cx="15025" cy="10025"/>
            </a:xfrm>
            <a:custGeom>
              <a:avLst/>
              <a:gdLst/>
              <a:ahLst/>
              <a:cxnLst/>
              <a:rect l="l" t="t" r="r" b="b"/>
              <a:pathLst>
                <a:path w="601" h="401" extrusionOk="0">
                  <a:moveTo>
                    <a:pt x="601" y="1"/>
                  </a:moveTo>
                  <a:cubicBezTo>
                    <a:pt x="334" y="1"/>
                    <a:pt x="0" y="1"/>
                    <a:pt x="0" y="401"/>
                  </a:cubicBezTo>
                  <a:lnTo>
                    <a:pt x="200" y="401"/>
                  </a:lnTo>
                  <a:cubicBezTo>
                    <a:pt x="367" y="267"/>
                    <a:pt x="501" y="134"/>
                    <a:pt x="601" y="1"/>
                  </a:cubicBezTo>
                  <a:close/>
                </a:path>
              </a:pathLst>
            </a:custGeom>
            <a:solidFill>
              <a:srgbClr val="E1BE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7"/>
            <p:cNvSpPr/>
            <p:nvPr/>
          </p:nvSpPr>
          <p:spPr>
            <a:xfrm>
              <a:off x="2844700" y="1648300"/>
              <a:ext cx="5025" cy="5850"/>
            </a:xfrm>
            <a:custGeom>
              <a:avLst/>
              <a:gdLst/>
              <a:ahLst/>
              <a:cxnLst/>
              <a:rect l="l" t="t" r="r" b="b"/>
              <a:pathLst>
                <a:path w="201" h="234" extrusionOk="0">
                  <a:moveTo>
                    <a:pt x="201" y="0"/>
                  </a:moveTo>
                  <a:lnTo>
                    <a:pt x="201" y="0"/>
                  </a:lnTo>
                  <a:cubicBezTo>
                    <a:pt x="134" y="67"/>
                    <a:pt x="34" y="133"/>
                    <a:pt x="1" y="234"/>
                  </a:cubicBezTo>
                  <a:cubicBezTo>
                    <a:pt x="34" y="133"/>
                    <a:pt x="134" y="100"/>
                    <a:pt x="201" y="0"/>
                  </a:cubicBezTo>
                  <a:close/>
                </a:path>
              </a:pathLst>
            </a:custGeom>
            <a:solidFill>
              <a:srgbClr val="E1BE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7"/>
            <p:cNvSpPr/>
            <p:nvPr/>
          </p:nvSpPr>
          <p:spPr>
            <a:xfrm>
              <a:off x="4720475" y="3388800"/>
              <a:ext cx="189900" cy="128925"/>
            </a:xfrm>
            <a:custGeom>
              <a:avLst/>
              <a:gdLst/>
              <a:ahLst/>
              <a:cxnLst/>
              <a:rect l="l" t="t" r="r" b="b"/>
              <a:pathLst>
                <a:path w="7596" h="5157" extrusionOk="0">
                  <a:moveTo>
                    <a:pt x="4867" y="0"/>
                  </a:moveTo>
                  <a:cubicBezTo>
                    <a:pt x="4823" y="0"/>
                    <a:pt x="4782" y="8"/>
                    <a:pt x="4760" y="30"/>
                  </a:cubicBezTo>
                  <a:cubicBezTo>
                    <a:pt x="4678" y="88"/>
                    <a:pt x="4595" y="107"/>
                    <a:pt x="4512" y="107"/>
                  </a:cubicBezTo>
                  <a:cubicBezTo>
                    <a:pt x="4348" y="107"/>
                    <a:pt x="4179" y="34"/>
                    <a:pt x="3993" y="34"/>
                  </a:cubicBezTo>
                  <a:cubicBezTo>
                    <a:pt x="3888" y="34"/>
                    <a:pt x="3777" y="57"/>
                    <a:pt x="3659" y="130"/>
                  </a:cubicBezTo>
                  <a:cubicBezTo>
                    <a:pt x="4193" y="330"/>
                    <a:pt x="4526" y="564"/>
                    <a:pt x="4026" y="1031"/>
                  </a:cubicBezTo>
                  <a:cubicBezTo>
                    <a:pt x="3759" y="1264"/>
                    <a:pt x="3726" y="1698"/>
                    <a:pt x="3692" y="2065"/>
                  </a:cubicBezTo>
                  <a:cubicBezTo>
                    <a:pt x="3659" y="2265"/>
                    <a:pt x="3726" y="2365"/>
                    <a:pt x="3426" y="2365"/>
                  </a:cubicBezTo>
                  <a:cubicBezTo>
                    <a:pt x="2692" y="2365"/>
                    <a:pt x="2425" y="2565"/>
                    <a:pt x="2225" y="3232"/>
                  </a:cubicBezTo>
                  <a:cubicBezTo>
                    <a:pt x="2165" y="3413"/>
                    <a:pt x="1941" y="3675"/>
                    <a:pt x="1849" y="3675"/>
                  </a:cubicBezTo>
                  <a:cubicBezTo>
                    <a:pt x="1839" y="3675"/>
                    <a:pt x="1831" y="3672"/>
                    <a:pt x="1824" y="3666"/>
                  </a:cubicBezTo>
                  <a:cubicBezTo>
                    <a:pt x="1622" y="3523"/>
                    <a:pt x="1419" y="3486"/>
                    <a:pt x="1217" y="3486"/>
                  </a:cubicBezTo>
                  <a:cubicBezTo>
                    <a:pt x="1008" y="3486"/>
                    <a:pt x="801" y="3526"/>
                    <a:pt x="597" y="3526"/>
                  </a:cubicBezTo>
                  <a:cubicBezTo>
                    <a:pt x="448" y="3526"/>
                    <a:pt x="301" y="3505"/>
                    <a:pt x="157" y="3432"/>
                  </a:cubicBezTo>
                  <a:cubicBezTo>
                    <a:pt x="123" y="3421"/>
                    <a:pt x="94" y="3414"/>
                    <a:pt x="70" y="3414"/>
                  </a:cubicBezTo>
                  <a:cubicBezTo>
                    <a:pt x="23" y="3414"/>
                    <a:pt x="1" y="3443"/>
                    <a:pt x="23" y="3532"/>
                  </a:cubicBezTo>
                  <a:lnTo>
                    <a:pt x="23" y="3933"/>
                  </a:lnTo>
                  <a:cubicBezTo>
                    <a:pt x="23" y="3933"/>
                    <a:pt x="57" y="3999"/>
                    <a:pt x="57" y="4033"/>
                  </a:cubicBezTo>
                  <a:cubicBezTo>
                    <a:pt x="90" y="4066"/>
                    <a:pt x="57" y="4099"/>
                    <a:pt x="23" y="4166"/>
                  </a:cubicBezTo>
                  <a:lnTo>
                    <a:pt x="23" y="5033"/>
                  </a:lnTo>
                  <a:cubicBezTo>
                    <a:pt x="216" y="5121"/>
                    <a:pt x="398" y="5157"/>
                    <a:pt x="572" y="5157"/>
                  </a:cubicBezTo>
                  <a:cubicBezTo>
                    <a:pt x="1327" y="5157"/>
                    <a:pt x="1932" y="4475"/>
                    <a:pt x="2692" y="4366"/>
                  </a:cubicBezTo>
                  <a:cubicBezTo>
                    <a:pt x="2692" y="4366"/>
                    <a:pt x="2725" y="4166"/>
                    <a:pt x="2725" y="4066"/>
                  </a:cubicBezTo>
                  <a:cubicBezTo>
                    <a:pt x="2725" y="3866"/>
                    <a:pt x="2425" y="3699"/>
                    <a:pt x="2758" y="3532"/>
                  </a:cubicBezTo>
                  <a:cubicBezTo>
                    <a:pt x="2992" y="3566"/>
                    <a:pt x="3059" y="3766"/>
                    <a:pt x="3159" y="3899"/>
                  </a:cubicBezTo>
                  <a:cubicBezTo>
                    <a:pt x="3426" y="4333"/>
                    <a:pt x="3926" y="3999"/>
                    <a:pt x="4326" y="4266"/>
                  </a:cubicBezTo>
                  <a:cubicBezTo>
                    <a:pt x="4355" y="4290"/>
                    <a:pt x="4377" y="4300"/>
                    <a:pt x="4395" y="4300"/>
                  </a:cubicBezTo>
                  <a:cubicBezTo>
                    <a:pt x="4505" y="4300"/>
                    <a:pt x="4459" y="3923"/>
                    <a:pt x="4660" y="3866"/>
                  </a:cubicBezTo>
                  <a:cubicBezTo>
                    <a:pt x="4765" y="3803"/>
                    <a:pt x="4897" y="3699"/>
                    <a:pt x="5014" y="3699"/>
                  </a:cubicBezTo>
                  <a:cubicBezTo>
                    <a:pt x="5082" y="3699"/>
                    <a:pt x="5144" y="3734"/>
                    <a:pt x="5194" y="3833"/>
                  </a:cubicBezTo>
                  <a:cubicBezTo>
                    <a:pt x="5328" y="4128"/>
                    <a:pt x="5473" y="4223"/>
                    <a:pt x="5626" y="4223"/>
                  </a:cubicBezTo>
                  <a:cubicBezTo>
                    <a:pt x="5855" y="4223"/>
                    <a:pt x="6102" y="4012"/>
                    <a:pt x="6361" y="3933"/>
                  </a:cubicBezTo>
                  <a:cubicBezTo>
                    <a:pt x="6428" y="3899"/>
                    <a:pt x="6528" y="3833"/>
                    <a:pt x="6494" y="3666"/>
                  </a:cubicBezTo>
                  <a:cubicBezTo>
                    <a:pt x="6261" y="3666"/>
                    <a:pt x="5994" y="3666"/>
                    <a:pt x="6027" y="3199"/>
                  </a:cubicBezTo>
                  <a:lnTo>
                    <a:pt x="6027" y="3199"/>
                  </a:lnTo>
                  <a:cubicBezTo>
                    <a:pt x="6111" y="3262"/>
                    <a:pt x="6189" y="3287"/>
                    <a:pt x="6263" y="3287"/>
                  </a:cubicBezTo>
                  <a:cubicBezTo>
                    <a:pt x="6542" y="3287"/>
                    <a:pt x="6764" y="2932"/>
                    <a:pt x="7028" y="2932"/>
                  </a:cubicBezTo>
                  <a:cubicBezTo>
                    <a:pt x="7028" y="3566"/>
                    <a:pt x="7062" y="4200"/>
                    <a:pt x="7062" y="4767"/>
                  </a:cubicBezTo>
                  <a:cubicBezTo>
                    <a:pt x="7095" y="4767"/>
                    <a:pt x="7195" y="4733"/>
                    <a:pt x="7228" y="4733"/>
                  </a:cubicBezTo>
                  <a:cubicBezTo>
                    <a:pt x="7262" y="4266"/>
                    <a:pt x="7195" y="3766"/>
                    <a:pt x="7595" y="3432"/>
                  </a:cubicBezTo>
                  <a:cubicBezTo>
                    <a:pt x="7562" y="2832"/>
                    <a:pt x="7228" y="2231"/>
                    <a:pt x="7228" y="1564"/>
                  </a:cubicBezTo>
                  <a:cubicBezTo>
                    <a:pt x="7328" y="1297"/>
                    <a:pt x="7328" y="1097"/>
                    <a:pt x="6995" y="1097"/>
                  </a:cubicBezTo>
                  <a:cubicBezTo>
                    <a:pt x="6995" y="1431"/>
                    <a:pt x="6928" y="1731"/>
                    <a:pt x="6895" y="2065"/>
                  </a:cubicBezTo>
                  <a:cubicBezTo>
                    <a:pt x="6861" y="2432"/>
                    <a:pt x="6661" y="2398"/>
                    <a:pt x="6394" y="2432"/>
                  </a:cubicBezTo>
                  <a:cubicBezTo>
                    <a:pt x="6350" y="2441"/>
                    <a:pt x="6311" y="2446"/>
                    <a:pt x="6277" y="2446"/>
                  </a:cubicBezTo>
                  <a:cubicBezTo>
                    <a:pt x="5950" y="2446"/>
                    <a:pt x="6045" y="2049"/>
                    <a:pt x="5894" y="1898"/>
                  </a:cubicBezTo>
                  <a:cubicBezTo>
                    <a:pt x="5661" y="1698"/>
                    <a:pt x="5894" y="1531"/>
                    <a:pt x="6027" y="1364"/>
                  </a:cubicBezTo>
                  <a:cubicBezTo>
                    <a:pt x="6161" y="1097"/>
                    <a:pt x="6494" y="1364"/>
                    <a:pt x="6661" y="1064"/>
                  </a:cubicBezTo>
                  <a:cubicBezTo>
                    <a:pt x="6194" y="597"/>
                    <a:pt x="5227" y="897"/>
                    <a:pt x="5060" y="30"/>
                  </a:cubicBezTo>
                  <a:cubicBezTo>
                    <a:pt x="5060" y="30"/>
                    <a:pt x="4956" y="0"/>
                    <a:pt x="4867" y="0"/>
                  </a:cubicBezTo>
                  <a:close/>
                </a:path>
              </a:pathLst>
            </a:custGeom>
            <a:solidFill>
              <a:srgbClr val="77B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4827775" y="3156550"/>
              <a:ext cx="96775" cy="270525"/>
            </a:xfrm>
            <a:custGeom>
              <a:avLst/>
              <a:gdLst/>
              <a:ahLst/>
              <a:cxnLst/>
              <a:rect l="l" t="t" r="r" b="b"/>
              <a:pathLst>
                <a:path w="3871" h="10821" extrusionOk="0">
                  <a:moveTo>
                    <a:pt x="1019" y="0"/>
                  </a:moveTo>
                  <a:cubicBezTo>
                    <a:pt x="646" y="0"/>
                    <a:pt x="396" y="269"/>
                    <a:pt x="234" y="647"/>
                  </a:cubicBezTo>
                  <a:cubicBezTo>
                    <a:pt x="1" y="1081"/>
                    <a:pt x="201" y="1414"/>
                    <a:pt x="701" y="1581"/>
                  </a:cubicBezTo>
                  <a:cubicBezTo>
                    <a:pt x="1235" y="1815"/>
                    <a:pt x="1068" y="2315"/>
                    <a:pt x="1102" y="2682"/>
                  </a:cubicBezTo>
                  <a:cubicBezTo>
                    <a:pt x="1268" y="2849"/>
                    <a:pt x="1135" y="3049"/>
                    <a:pt x="1135" y="3249"/>
                  </a:cubicBezTo>
                  <a:cubicBezTo>
                    <a:pt x="1202" y="4683"/>
                    <a:pt x="1369" y="6084"/>
                    <a:pt x="2036" y="7385"/>
                  </a:cubicBezTo>
                  <a:cubicBezTo>
                    <a:pt x="2269" y="8353"/>
                    <a:pt x="2536" y="9353"/>
                    <a:pt x="2603" y="10354"/>
                  </a:cubicBezTo>
                  <a:cubicBezTo>
                    <a:pt x="2703" y="10521"/>
                    <a:pt x="2770" y="10654"/>
                    <a:pt x="2870" y="10821"/>
                  </a:cubicBezTo>
                  <a:cubicBezTo>
                    <a:pt x="3070" y="10721"/>
                    <a:pt x="3237" y="10587"/>
                    <a:pt x="3237" y="10321"/>
                  </a:cubicBezTo>
                  <a:cubicBezTo>
                    <a:pt x="3255" y="10068"/>
                    <a:pt x="3351" y="9981"/>
                    <a:pt x="3483" y="9981"/>
                  </a:cubicBezTo>
                  <a:cubicBezTo>
                    <a:pt x="3595" y="9981"/>
                    <a:pt x="3732" y="10044"/>
                    <a:pt x="3870" y="10120"/>
                  </a:cubicBezTo>
                  <a:cubicBezTo>
                    <a:pt x="3870" y="9887"/>
                    <a:pt x="3804" y="9653"/>
                    <a:pt x="3804" y="9420"/>
                  </a:cubicBezTo>
                  <a:cubicBezTo>
                    <a:pt x="3603" y="6818"/>
                    <a:pt x="3070" y="4250"/>
                    <a:pt x="2569" y="1681"/>
                  </a:cubicBezTo>
                  <a:cubicBezTo>
                    <a:pt x="2369" y="1214"/>
                    <a:pt x="2369" y="580"/>
                    <a:pt x="1802" y="347"/>
                  </a:cubicBezTo>
                  <a:lnTo>
                    <a:pt x="1602" y="147"/>
                  </a:lnTo>
                  <a:cubicBezTo>
                    <a:pt x="1535" y="113"/>
                    <a:pt x="1402" y="113"/>
                    <a:pt x="1302" y="47"/>
                  </a:cubicBezTo>
                  <a:cubicBezTo>
                    <a:pt x="1200" y="15"/>
                    <a:pt x="1106" y="0"/>
                    <a:pt x="1019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2762150" y="1650800"/>
              <a:ext cx="206825" cy="642975"/>
            </a:xfrm>
            <a:custGeom>
              <a:avLst/>
              <a:gdLst/>
              <a:ahLst/>
              <a:cxnLst/>
              <a:rect l="l" t="t" r="r" b="b"/>
              <a:pathLst>
                <a:path w="8273" h="25719" extrusionOk="0">
                  <a:moveTo>
                    <a:pt x="7806" y="0"/>
                  </a:moveTo>
                  <a:cubicBezTo>
                    <a:pt x="7172" y="134"/>
                    <a:pt x="6505" y="167"/>
                    <a:pt x="5938" y="367"/>
                  </a:cubicBezTo>
                  <a:cubicBezTo>
                    <a:pt x="4470" y="834"/>
                    <a:pt x="3036" y="1368"/>
                    <a:pt x="1635" y="1868"/>
                  </a:cubicBezTo>
                  <a:cubicBezTo>
                    <a:pt x="1668" y="2068"/>
                    <a:pt x="2035" y="2068"/>
                    <a:pt x="2102" y="2535"/>
                  </a:cubicBezTo>
                  <a:cubicBezTo>
                    <a:pt x="1768" y="2802"/>
                    <a:pt x="934" y="2902"/>
                    <a:pt x="1802" y="3503"/>
                  </a:cubicBezTo>
                  <a:cubicBezTo>
                    <a:pt x="1868" y="3536"/>
                    <a:pt x="1802" y="3669"/>
                    <a:pt x="1768" y="3736"/>
                  </a:cubicBezTo>
                  <a:cubicBezTo>
                    <a:pt x="1468" y="4337"/>
                    <a:pt x="1268" y="5637"/>
                    <a:pt x="1335" y="6205"/>
                  </a:cubicBezTo>
                  <a:cubicBezTo>
                    <a:pt x="1468" y="6872"/>
                    <a:pt x="1368" y="7505"/>
                    <a:pt x="1435" y="8139"/>
                  </a:cubicBezTo>
                  <a:cubicBezTo>
                    <a:pt x="1435" y="8673"/>
                    <a:pt x="1168" y="9207"/>
                    <a:pt x="1201" y="9740"/>
                  </a:cubicBezTo>
                  <a:cubicBezTo>
                    <a:pt x="1268" y="10241"/>
                    <a:pt x="1301" y="10741"/>
                    <a:pt x="1001" y="11175"/>
                  </a:cubicBezTo>
                  <a:cubicBezTo>
                    <a:pt x="701" y="11575"/>
                    <a:pt x="1134" y="12209"/>
                    <a:pt x="501" y="12476"/>
                  </a:cubicBezTo>
                  <a:cubicBezTo>
                    <a:pt x="701" y="12709"/>
                    <a:pt x="1101" y="12476"/>
                    <a:pt x="1134" y="12976"/>
                  </a:cubicBezTo>
                  <a:cubicBezTo>
                    <a:pt x="1168" y="13843"/>
                    <a:pt x="1301" y="14744"/>
                    <a:pt x="1101" y="15645"/>
                  </a:cubicBezTo>
                  <a:cubicBezTo>
                    <a:pt x="1001" y="15912"/>
                    <a:pt x="1301" y="16312"/>
                    <a:pt x="1001" y="16512"/>
                  </a:cubicBezTo>
                  <a:cubicBezTo>
                    <a:pt x="434" y="16912"/>
                    <a:pt x="1168" y="16745"/>
                    <a:pt x="1201" y="16979"/>
                  </a:cubicBezTo>
                  <a:cubicBezTo>
                    <a:pt x="1301" y="17413"/>
                    <a:pt x="667" y="17346"/>
                    <a:pt x="701" y="17679"/>
                  </a:cubicBezTo>
                  <a:cubicBezTo>
                    <a:pt x="701" y="17746"/>
                    <a:pt x="801" y="17813"/>
                    <a:pt x="834" y="17846"/>
                  </a:cubicBezTo>
                  <a:cubicBezTo>
                    <a:pt x="1301" y="18213"/>
                    <a:pt x="1601" y="18580"/>
                    <a:pt x="834" y="18980"/>
                  </a:cubicBezTo>
                  <a:cubicBezTo>
                    <a:pt x="1368" y="19147"/>
                    <a:pt x="0" y="19848"/>
                    <a:pt x="1101" y="19881"/>
                  </a:cubicBezTo>
                  <a:cubicBezTo>
                    <a:pt x="1301" y="19881"/>
                    <a:pt x="1335" y="20081"/>
                    <a:pt x="1268" y="20181"/>
                  </a:cubicBezTo>
                  <a:cubicBezTo>
                    <a:pt x="834" y="20582"/>
                    <a:pt x="1168" y="21015"/>
                    <a:pt x="1201" y="21415"/>
                  </a:cubicBezTo>
                  <a:cubicBezTo>
                    <a:pt x="1261" y="21837"/>
                    <a:pt x="1321" y="22231"/>
                    <a:pt x="819" y="22231"/>
                  </a:cubicBezTo>
                  <a:cubicBezTo>
                    <a:pt x="764" y="22231"/>
                    <a:pt x="703" y="22226"/>
                    <a:pt x="634" y="22216"/>
                  </a:cubicBezTo>
                  <a:cubicBezTo>
                    <a:pt x="616" y="22215"/>
                    <a:pt x="598" y="22214"/>
                    <a:pt x="581" y="22214"/>
                  </a:cubicBezTo>
                  <a:cubicBezTo>
                    <a:pt x="200" y="22214"/>
                    <a:pt x="196" y="22571"/>
                    <a:pt x="100" y="23050"/>
                  </a:cubicBezTo>
                  <a:cubicBezTo>
                    <a:pt x="335" y="22815"/>
                    <a:pt x="503" y="22663"/>
                    <a:pt x="664" y="22663"/>
                  </a:cubicBezTo>
                  <a:cubicBezTo>
                    <a:pt x="732" y="22663"/>
                    <a:pt x="798" y="22690"/>
                    <a:pt x="868" y="22750"/>
                  </a:cubicBezTo>
                  <a:cubicBezTo>
                    <a:pt x="1168" y="22983"/>
                    <a:pt x="767" y="23050"/>
                    <a:pt x="767" y="23250"/>
                  </a:cubicBezTo>
                  <a:cubicBezTo>
                    <a:pt x="767" y="23517"/>
                    <a:pt x="1001" y="23684"/>
                    <a:pt x="1101" y="23884"/>
                  </a:cubicBezTo>
                  <a:cubicBezTo>
                    <a:pt x="1301" y="24418"/>
                    <a:pt x="1201" y="24718"/>
                    <a:pt x="701" y="25018"/>
                  </a:cubicBezTo>
                  <a:cubicBezTo>
                    <a:pt x="934" y="25252"/>
                    <a:pt x="1435" y="25252"/>
                    <a:pt x="1435" y="25719"/>
                  </a:cubicBezTo>
                  <a:cubicBezTo>
                    <a:pt x="2002" y="25585"/>
                    <a:pt x="1835" y="25151"/>
                    <a:pt x="1868" y="24818"/>
                  </a:cubicBezTo>
                  <a:cubicBezTo>
                    <a:pt x="2102" y="23584"/>
                    <a:pt x="2035" y="22349"/>
                    <a:pt x="2335" y="21215"/>
                  </a:cubicBezTo>
                  <a:cubicBezTo>
                    <a:pt x="2802" y="19581"/>
                    <a:pt x="2969" y="17913"/>
                    <a:pt x="2769" y="16245"/>
                  </a:cubicBezTo>
                  <a:cubicBezTo>
                    <a:pt x="2769" y="16012"/>
                    <a:pt x="2669" y="15711"/>
                    <a:pt x="2969" y="15578"/>
                  </a:cubicBezTo>
                  <a:cubicBezTo>
                    <a:pt x="3037" y="15549"/>
                    <a:pt x="3109" y="15536"/>
                    <a:pt x="3180" y="15536"/>
                  </a:cubicBezTo>
                  <a:cubicBezTo>
                    <a:pt x="3353" y="15536"/>
                    <a:pt x="3528" y="15607"/>
                    <a:pt x="3670" y="15678"/>
                  </a:cubicBezTo>
                  <a:cubicBezTo>
                    <a:pt x="3970" y="15811"/>
                    <a:pt x="3936" y="16045"/>
                    <a:pt x="3836" y="16312"/>
                  </a:cubicBezTo>
                  <a:cubicBezTo>
                    <a:pt x="3670" y="16979"/>
                    <a:pt x="3770" y="17646"/>
                    <a:pt x="3803" y="18313"/>
                  </a:cubicBezTo>
                  <a:cubicBezTo>
                    <a:pt x="3836" y="18847"/>
                    <a:pt x="4036" y="19347"/>
                    <a:pt x="4704" y="19414"/>
                  </a:cubicBezTo>
                  <a:cubicBezTo>
                    <a:pt x="4804" y="19347"/>
                    <a:pt x="4870" y="19247"/>
                    <a:pt x="4937" y="19181"/>
                  </a:cubicBezTo>
                  <a:cubicBezTo>
                    <a:pt x="5004" y="18980"/>
                    <a:pt x="5104" y="18747"/>
                    <a:pt x="5137" y="18547"/>
                  </a:cubicBezTo>
                  <a:cubicBezTo>
                    <a:pt x="5771" y="14644"/>
                    <a:pt x="5938" y="10641"/>
                    <a:pt x="6939" y="6838"/>
                  </a:cubicBezTo>
                  <a:cubicBezTo>
                    <a:pt x="6952" y="6838"/>
                    <a:pt x="6964" y="6837"/>
                    <a:pt x="6977" y="6837"/>
                  </a:cubicBezTo>
                  <a:cubicBezTo>
                    <a:pt x="7391" y="6837"/>
                    <a:pt x="7372" y="7288"/>
                    <a:pt x="7653" y="7288"/>
                  </a:cubicBezTo>
                  <a:cubicBezTo>
                    <a:pt x="7704" y="7288"/>
                    <a:pt x="7764" y="7274"/>
                    <a:pt x="7839" y="7239"/>
                  </a:cubicBezTo>
                  <a:cubicBezTo>
                    <a:pt x="8106" y="6938"/>
                    <a:pt x="8106" y="6571"/>
                    <a:pt x="8106" y="6238"/>
                  </a:cubicBezTo>
                  <a:cubicBezTo>
                    <a:pt x="8039" y="4703"/>
                    <a:pt x="8039" y="3202"/>
                    <a:pt x="8173" y="1701"/>
                  </a:cubicBezTo>
                  <a:cubicBezTo>
                    <a:pt x="8206" y="1101"/>
                    <a:pt x="8273" y="500"/>
                    <a:pt x="7806" y="0"/>
                  </a:cubicBezTo>
                  <a:close/>
                </a:path>
              </a:pathLst>
            </a:custGeom>
            <a:solidFill>
              <a:srgbClr val="FFB2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2707950" y="2295425"/>
              <a:ext cx="101750" cy="645575"/>
            </a:xfrm>
            <a:custGeom>
              <a:avLst/>
              <a:gdLst/>
              <a:ahLst/>
              <a:cxnLst/>
              <a:rect l="l" t="t" r="r" b="b"/>
              <a:pathLst>
                <a:path w="4070" h="25823" extrusionOk="0">
                  <a:moveTo>
                    <a:pt x="3536" y="0"/>
                  </a:moveTo>
                  <a:cubicBezTo>
                    <a:pt x="2902" y="67"/>
                    <a:pt x="2635" y="467"/>
                    <a:pt x="2402" y="968"/>
                  </a:cubicBezTo>
                  <a:cubicBezTo>
                    <a:pt x="2450" y="1009"/>
                    <a:pt x="2502" y="1023"/>
                    <a:pt x="2555" y="1023"/>
                  </a:cubicBezTo>
                  <a:cubicBezTo>
                    <a:pt x="2678" y="1023"/>
                    <a:pt x="2806" y="948"/>
                    <a:pt x="2900" y="948"/>
                  </a:cubicBezTo>
                  <a:cubicBezTo>
                    <a:pt x="2965" y="948"/>
                    <a:pt x="3014" y="983"/>
                    <a:pt x="3036" y="1101"/>
                  </a:cubicBezTo>
                  <a:cubicBezTo>
                    <a:pt x="3069" y="1335"/>
                    <a:pt x="2835" y="1468"/>
                    <a:pt x="2635" y="1501"/>
                  </a:cubicBezTo>
                  <a:cubicBezTo>
                    <a:pt x="2202" y="1568"/>
                    <a:pt x="2168" y="1968"/>
                    <a:pt x="1868" y="2168"/>
                  </a:cubicBezTo>
                  <a:cubicBezTo>
                    <a:pt x="1801" y="2335"/>
                    <a:pt x="1635" y="2402"/>
                    <a:pt x="1468" y="2402"/>
                  </a:cubicBezTo>
                  <a:cubicBezTo>
                    <a:pt x="1334" y="2502"/>
                    <a:pt x="1368" y="2736"/>
                    <a:pt x="1301" y="2836"/>
                  </a:cubicBezTo>
                  <a:lnTo>
                    <a:pt x="1301" y="3169"/>
                  </a:lnTo>
                  <a:cubicBezTo>
                    <a:pt x="1301" y="3469"/>
                    <a:pt x="1368" y="3670"/>
                    <a:pt x="1701" y="3670"/>
                  </a:cubicBezTo>
                  <a:cubicBezTo>
                    <a:pt x="2001" y="3670"/>
                    <a:pt x="2168" y="3503"/>
                    <a:pt x="2068" y="3236"/>
                  </a:cubicBezTo>
                  <a:cubicBezTo>
                    <a:pt x="1968" y="2802"/>
                    <a:pt x="2702" y="2802"/>
                    <a:pt x="2502" y="2302"/>
                  </a:cubicBezTo>
                  <a:cubicBezTo>
                    <a:pt x="2502" y="2281"/>
                    <a:pt x="2631" y="2234"/>
                    <a:pt x="2729" y="2234"/>
                  </a:cubicBezTo>
                  <a:cubicBezTo>
                    <a:pt x="2788" y="2234"/>
                    <a:pt x="2835" y="2252"/>
                    <a:pt x="2835" y="2302"/>
                  </a:cubicBezTo>
                  <a:cubicBezTo>
                    <a:pt x="2802" y="2869"/>
                    <a:pt x="3136" y="3403"/>
                    <a:pt x="2735" y="3936"/>
                  </a:cubicBezTo>
                  <a:cubicBezTo>
                    <a:pt x="2535" y="4237"/>
                    <a:pt x="2168" y="4637"/>
                    <a:pt x="2368" y="4970"/>
                  </a:cubicBezTo>
                  <a:cubicBezTo>
                    <a:pt x="2702" y="5471"/>
                    <a:pt x="1868" y="5571"/>
                    <a:pt x="2135" y="5904"/>
                  </a:cubicBezTo>
                  <a:cubicBezTo>
                    <a:pt x="2669" y="6605"/>
                    <a:pt x="2102" y="7239"/>
                    <a:pt x="2035" y="7906"/>
                  </a:cubicBezTo>
                  <a:cubicBezTo>
                    <a:pt x="2035" y="8181"/>
                    <a:pt x="1899" y="8365"/>
                    <a:pt x="1626" y="8365"/>
                  </a:cubicBezTo>
                  <a:cubicBezTo>
                    <a:pt x="1568" y="8365"/>
                    <a:pt x="1505" y="8357"/>
                    <a:pt x="1434" y="8340"/>
                  </a:cubicBezTo>
                  <a:cubicBezTo>
                    <a:pt x="1397" y="8334"/>
                    <a:pt x="1362" y="8332"/>
                    <a:pt x="1332" y="8332"/>
                  </a:cubicBezTo>
                  <a:cubicBezTo>
                    <a:pt x="983" y="8332"/>
                    <a:pt x="1065" y="8661"/>
                    <a:pt x="1034" y="8907"/>
                  </a:cubicBezTo>
                  <a:cubicBezTo>
                    <a:pt x="1168" y="9274"/>
                    <a:pt x="1868" y="9207"/>
                    <a:pt x="1668" y="9607"/>
                  </a:cubicBezTo>
                  <a:cubicBezTo>
                    <a:pt x="1468" y="10775"/>
                    <a:pt x="1801" y="11975"/>
                    <a:pt x="1168" y="13076"/>
                  </a:cubicBezTo>
                  <a:cubicBezTo>
                    <a:pt x="1067" y="13310"/>
                    <a:pt x="1067" y="13577"/>
                    <a:pt x="1134" y="13810"/>
                  </a:cubicBezTo>
                  <a:cubicBezTo>
                    <a:pt x="1368" y="14277"/>
                    <a:pt x="967" y="14744"/>
                    <a:pt x="1067" y="15178"/>
                  </a:cubicBezTo>
                  <a:cubicBezTo>
                    <a:pt x="1034" y="15311"/>
                    <a:pt x="1401" y="15178"/>
                    <a:pt x="1168" y="15411"/>
                  </a:cubicBezTo>
                  <a:cubicBezTo>
                    <a:pt x="967" y="15578"/>
                    <a:pt x="634" y="15611"/>
                    <a:pt x="567" y="15978"/>
                  </a:cubicBezTo>
                  <a:cubicBezTo>
                    <a:pt x="567" y="16245"/>
                    <a:pt x="634" y="16479"/>
                    <a:pt x="701" y="16746"/>
                  </a:cubicBezTo>
                  <a:cubicBezTo>
                    <a:pt x="734" y="16812"/>
                    <a:pt x="834" y="16846"/>
                    <a:pt x="901" y="16846"/>
                  </a:cubicBezTo>
                  <a:cubicBezTo>
                    <a:pt x="1034" y="16912"/>
                    <a:pt x="1168" y="16846"/>
                    <a:pt x="1134" y="17012"/>
                  </a:cubicBezTo>
                  <a:cubicBezTo>
                    <a:pt x="834" y="17513"/>
                    <a:pt x="867" y="18013"/>
                    <a:pt x="901" y="18580"/>
                  </a:cubicBezTo>
                  <a:cubicBezTo>
                    <a:pt x="834" y="18914"/>
                    <a:pt x="834" y="19247"/>
                    <a:pt x="867" y="19614"/>
                  </a:cubicBezTo>
                  <a:cubicBezTo>
                    <a:pt x="901" y="20015"/>
                    <a:pt x="867" y="20582"/>
                    <a:pt x="500" y="20849"/>
                  </a:cubicBezTo>
                  <a:cubicBezTo>
                    <a:pt x="0" y="21249"/>
                    <a:pt x="167" y="21516"/>
                    <a:pt x="334" y="21949"/>
                  </a:cubicBezTo>
                  <a:cubicBezTo>
                    <a:pt x="500" y="22416"/>
                    <a:pt x="1067" y="22950"/>
                    <a:pt x="133" y="23184"/>
                  </a:cubicBezTo>
                  <a:cubicBezTo>
                    <a:pt x="0" y="23250"/>
                    <a:pt x="0" y="23517"/>
                    <a:pt x="67" y="23584"/>
                  </a:cubicBezTo>
                  <a:cubicBezTo>
                    <a:pt x="634" y="23851"/>
                    <a:pt x="33" y="24118"/>
                    <a:pt x="67" y="24418"/>
                  </a:cubicBezTo>
                  <a:cubicBezTo>
                    <a:pt x="767" y="25235"/>
                    <a:pt x="1570" y="25822"/>
                    <a:pt x="2653" y="25822"/>
                  </a:cubicBezTo>
                  <a:cubicBezTo>
                    <a:pt x="2808" y="25822"/>
                    <a:pt x="2969" y="25810"/>
                    <a:pt x="3136" y="25785"/>
                  </a:cubicBezTo>
                  <a:cubicBezTo>
                    <a:pt x="3402" y="25485"/>
                    <a:pt x="3402" y="25118"/>
                    <a:pt x="3469" y="24785"/>
                  </a:cubicBezTo>
                  <a:cubicBezTo>
                    <a:pt x="3736" y="23083"/>
                    <a:pt x="3503" y="21316"/>
                    <a:pt x="3703" y="19581"/>
                  </a:cubicBezTo>
                  <a:cubicBezTo>
                    <a:pt x="3869" y="18347"/>
                    <a:pt x="4036" y="17146"/>
                    <a:pt x="4003" y="15945"/>
                  </a:cubicBezTo>
                  <a:cubicBezTo>
                    <a:pt x="3970" y="13577"/>
                    <a:pt x="3736" y="11175"/>
                    <a:pt x="4036" y="8807"/>
                  </a:cubicBezTo>
                  <a:cubicBezTo>
                    <a:pt x="4070" y="8473"/>
                    <a:pt x="4070" y="8139"/>
                    <a:pt x="3903" y="7839"/>
                  </a:cubicBezTo>
                  <a:cubicBezTo>
                    <a:pt x="3469" y="6972"/>
                    <a:pt x="3536" y="6105"/>
                    <a:pt x="3669" y="5237"/>
                  </a:cubicBezTo>
                  <a:cubicBezTo>
                    <a:pt x="3669" y="5104"/>
                    <a:pt x="3703" y="5004"/>
                    <a:pt x="3703" y="4904"/>
                  </a:cubicBezTo>
                  <a:cubicBezTo>
                    <a:pt x="3736" y="3803"/>
                    <a:pt x="3970" y="2669"/>
                    <a:pt x="3803" y="1568"/>
                  </a:cubicBezTo>
                  <a:cubicBezTo>
                    <a:pt x="3703" y="1401"/>
                    <a:pt x="3636" y="1234"/>
                    <a:pt x="3703" y="1068"/>
                  </a:cubicBezTo>
                  <a:cubicBezTo>
                    <a:pt x="3736" y="901"/>
                    <a:pt x="3736" y="734"/>
                    <a:pt x="3703" y="567"/>
                  </a:cubicBezTo>
                  <a:cubicBezTo>
                    <a:pt x="3669" y="467"/>
                    <a:pt x="3636" y="334"/>
                    <a:pt x="3636" y="234"/>
                  </a:cubicBezTo>
                  <a:cubicBezTo>
                    <a:pt x="3636" y="134"/>
                    <a:pt x="3569" y="67"/>
                    <a:pt x="3536" y="0"/>
                  </a:cubicBezTo>
                  <a:close/>
                </a:path>
              </a:pathLst>
            </a:custGeom>
            <a:solidFill>
              <a:srgbClr val="FFAF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7"/>
            <p:cNvSpPr/>
            <p:nvPr/>
          </p:nvSpPr>
          <p:spPr>
            <a:xfrm>
              <a:off x="2795500" y="2030875"/>
              <a:ext cx="99275" cy="393825"/>
            </a:xfrm>
            <a:custGeom>
              <a:avLst/>
              <a:gdLst/>
              <a:ahLst/>
              <a:cxnLst/>
              <a:rect l="l" t="t" r="r" b="b"/>
              <a:pathLst>
                <a:path w="3971" h="15753" extrusionOk="0">
                  <a:moveTo>
                    <a:pt x="1676" y="1"/>
                  </a:moveTo>
                  <a:cubicBezTo>
                    <a:pt x="1351" y="1"/>
                    <a:pt x="1106" y="109"/>
                    <a:pt x="1135" y="542"/>
                  </a:cubicBezTo>
                  <a:cubicBezTo>
                    <a:pt x="1168" y="1142"/>
                    <a:pt x="1201" y="1776"/>
                    <a:pt x="1301" y="2343"/>
                  </a:cubicBezTo>
                  <a:cubicBezTo>
                    <a:pt x="1335" y="2877"/>
                    <a:pt x="1602" y="3444"/>
                    <a:pt x="935" y="3777"/>
                  </a:cubicBezTo>
                  <a:cubicBezTo>
                    <a:pt x="1168" y="4278"/>
                    <a:pt x="1335" y="4878"/>
                    <a:pt x="1001" y="5312"/>
                  </a:cubicBezTo>
                  <a:cubicBezTo>
                    <a:pt x="668" y="5712"/>
                    <a:pt x="668" y="6112"/>
                    <a:pt x="668" y="6546"/>
                  </a:cubicBezTo>
                  <a:cubicBezTo>
                    <a:pt x="601" y="7880"/>
                    <a:pt x="367" y="9181"/>
                    <a:pt x="134" y="10482"/>
                  </a:cubicBezTo>
                  <a:lnTo>
                    <a:pt x="134" y="10682"/>
                  </a:lnTo>
                  <a:lnTo>
                    <a:pt x="134" y="10882"/>
                  </a:lnTo>
                  <a:cubicBezTo>
                    <a:pt x="134" y="10882"/>
                    <a:pt x="101" y="10949"/>
                    <a:pt x="101" y="10983"/>
                  </a:cubicBezTo>
                  <a:cubicBezTo>
                    <a:pt x="34" y="11016"/>
                    <a:pt x="101" y="11049"/>
                    <a:pt x="134" y="11116"/>
                  </a:cubicBezTo>
                  <a:lnTo>
                    <a:pt x="134" y="11716"/>
                  </a:lnTo>
                  <a:cubicBezTo>
                    <a:pt x="67" y="11716"/>
                    <a:pt x="67" y="11716"/>
                    <a:pt x="134" y="11917"/>
                  </a:cubicBezTo>
                  <a:cubicBezTo>
                    <a:pt x="101" y="11983"/>
                    <a:pt x="134" y="12017"/>
                    <a:pt x="167" y="12050"/>
                  </a:cubicBezTo>
                  <a:cubicBezTo>
                    <a:pt x="301" y="13318"/>
                    <a:pt x="1" y="14518"/>
                    <a:pt x="101" y="15753"/>
                  </a:cubicBezTo>
                  <a:cubicBezTo>
                    <a:pt x="634" y="15586"/>
                    <a:pt x="534" y="15085"/>
                    <a:pt x="668" y="14719"/>
                  </a:cubicBezTo>
                  <a:cubicBezTo>
                    <a:pt x="935" y="13918"/>
                    <a:pt x="1268" y="13217"/>
                    <a:pt x="2035" y="12851"/>
                  </a:cubicBezTo>
                  <a:cubicBezTo>
                    <a:pt x="2769" y="12650"/>
                    <a:pt x="3036" y="12150"/>
                    <a:pt x="3136" y="11416"/>
                  </a:cubicBezTo>
                  <a:cubicBezTo>
                    <a:pt x="3270" y="10516"/>
                    <a:pt x="3303" y="9582"/>
                    <a:pt x="3336" y="8681"/>
                  </a:cubicBezTo>
                  <a:cubicBezTo>
                    <a:pt x="3470" y="7313"/>
                    <a:pt x="3970" y="5912"/>
                    <a:pt x="3636" y="4545"/>
                  </a:cubicBezTo>
                  <a:cubicBezTo>
                    <a:pt x="3603" y="4411"/>
                    <a:pt x="3503" y="4344"/>
                    <a:pt x="3436" y="4244"/>
                  </a:cubicBezTo>
                  <a:cubicBezTo>
                    <a:pt x="3136" y="3978"/>
                    <a:pt x="2702" y="3811"/>
                    <a:pt x="2769" y="3344"/>
                  </a:cubicBezTo>
                  <a:cubicBezTo>
                    <a:pt x="2836" y="2543"/>
                    <a:pt x="2469" y="1743"/>
                    <a:pt x="2936" y="1042"/>
                  </a:cubicBezTo>
                  <a:cubicBezTo>
                    <a:pt x="3103" y="809"/>
                    <a:pt x="3169" y="408"/>
                    <a:pt x="2836" y="375"/>
                  </a:cubicBezTo>
                  <a:cubicBezTo>
                    <a:pt x="2469" y="308"/>
                    <a:pt x="2202" y="8"/>
                    <a:pt x="1835" y="8"/>
                  </a:cubicBezTo>
                  <a:cubicBezTo>
                    <a:pt x="1781" y="3"/>
                    <a:pt x="1728" y="1"/>
                    <a:pt x="1676" y="1"/>
                  </a:cubicBezTo>
                  <a:close/>
                </a:path>
              </a:pathLst>
            </a:custGeom>
            <a:solidFill>
              <a:srgbClr val="FFA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7"/>
            <p:cNvSpPr/>
            <p:nvPr/>
          </p:nvSpPr>
          <p:spPr>
            <a:xfrm>
              <a:off x="2783825" y="1700825"/>
              <a:ext cx="6700" cy="5875"/>
            </a:xfrm>
            <a:custGeom>
              <a:avLst/>
              <a:gdLst/>
              <a:ahLst/>
              <a:cxnLst/>
              <a:rect l="l" t="t" r="r" b="b"/>
              <a:pathLst>
                <a:path w="268" h="235" extrusionOk="0">
                  <a:moveTo>
                    <a:pt x="167" y="1"/>
                  </a:moveTo>
                  <a:cubicBezTo>
                    <a:pt x="134" y="1"/>
                    <a:pt x="67" y="34"/>
                    <a:pt x="1" y="67"/>
                  </a:cubicBezTo>
                  <a:cubicBezTo>
                    <a:pt x="67" y="101"/>
                    <a:pt x="67" y="234"/>
                    <a:pt x="101" y="234"/>
                  </a:cubicBezTo>
                  <a:cubicBezTo>
                    <a:pt x="134" y="234"/>
                    <a:pt x="234" y="201"/>
                    <a:pt x="267" y="167"/>
                  </a:cubicBezTo>
                  <a:cubicBezTo>
                    <a:pt x="234" y="134"/>
                    <a:pt x="234" y="1"/>
                    <a:pt x="167" y="1"/>
                  </a:cubicBezTo>
                  <a:close/>
                </a:path>
              </a:pathLst>
            </a:custGeom>
            <a:solidFill>
              <a:srgbClr val="FFB2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7"/>
            <p:cNvSpPr/>
            <p:nvPr/>
          </p:nvSpPr>
          <p:spPr>
            <a:xfrm>
              <a:off x="3600250" y="2690700"/>
              <a:ext cx="31700" cy="7025"/>
            </a:xfrm>
            <a:custGeom>
              <a:avLst/>
              <a:gdLst/>
              <a:ahLst/>
              <a:cxnLst/>
              <a:rect l="l" t="t" r="r" b="b"/>
              <a:pathLst>
                <a:path w="1268" h="281" extrusionOk="0">
                  <a:moveTo>
                    <a:pt x="1101" y="1"/>
                  </a:moveTo>
                  <a:cubicBezTo>
                    <a:pt x="767" y="1"/>
                    <a:pt x="367" y="67"/>
                    <a:pt x="0" y="67"/>
                  </a:cubicBezTo>
                  <a:cubicBezTo>
                    <a:pt x="159" y="244"/>
                    <a:pt x="337" y="280"/>
                    <a:pt x="524" y="280"/>
                  </a:cubicBezTo>
                  <a:cubicBezTo>
                    <a:pt x="654" y="280"/>
                    <a:pt x="788" y="263"/>
                    <a:pt x="923" y="263"/>
                  </a:cubicBezTo>
                  <a:cubicBezTo>
                    <a:pt x="960" y="263"/>
                    <a:pt x="997" y="264"/>
                    <a:pt x="1034" y="267"/>
                  </a:cubicBezTo>
                  <a:cubicBezTo>
                    <a:pt x="1168" y="234"/>
                    <a:pt x="1268" y="167"/>
                    <a:pt x="1101" y="1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>
              <a:off x="3634125" y="2589800"/>
              <a:ext cx="6175" cy="5700"/>
            </a:xfrm>
            <a:custGeom>
              <a:avLst/>
              <a:gdLst/>
              <a:ahLst/>
              <a:cxnLst/>
              <a:rect l="l" t="t" r="r" b="b"/>
              <a:pathLst>
                <a:path w="247" h="228" extrusionOk="0">
                  <a:moveTo>
                    <a:pt x="13" y="0"/>
                  </a:moveTo>
                  <a:lnTo>
                    <a:pt x="13" y="0"/>
                  </a:lnTo>
                  <a:cubicBezTo>
                    <a:pt x="94" y="81"/>
                    <a:pt x="0" y="228"/>
                    <a:pt x="85" y="228"/>
                  </a:cubicBezTo>
                  <a:cubicBezTo>
                    <a:pt x="105" y="228"/>
                    <a:pt x="135" y="220"/>
                    <a:pt x="180" y="200"/>
                  </a:cubicBezTo>
                  <a:cubicBezTo>
                    <a:pt x="246" y="200"/>
                    <a:pt x="113" y="34"/>
                    <a:pt x="13" y="0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4880325" y="3507950"/>
              <a:ext cx="15875" cy="27550"/>
            </a:xfrm>
            <a:custGeom>
              <a:avLst/>
              <a:gdLst/>
              <a:ahLst/>
              <a:cxnLst/>
              <a:rect l="l" t="t" r="r" b="b"/>
              <a:pathLst>
                <a:path w="635" h="1102" extrusionOk="0">
                  <a:moveTo>
                    <a:pt x="634" y="1"/>
                  </a:moveTo>
                  <a:cubicBezTo>
                    <a:pt x="0" y="267"/>
                    <a:pt x="434" y="734"/>
                    <a:pt x="467" y="1101"/>
                  </a:cubicBezTo>
                  <a:cubicBezTo>
                    <a:pt x="501" y="1101"/>
                    <a:pt x="601" y="1068"/>
                    <a:pt x="634" y="1068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77B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2758800" y="1103725"/>
              <a:ext cx="225200" cy="311450"/>
            </a:xfrm>
            <a:custGeom>
              <a:avLst/>
              <a:gdLst/>
              <a:ahLst/>
              <a:cxnLst/>
              <a:rect l="l" t="t" r="r" b="b"/>
              <a:pathLst>
                <a:path w="9008" h="12458" extrusionOk="0">
                  <a:moveTo>
                    <a:pt x="6505" y="1"/>
                  </a:moveTo>
                  <a:cubicBezTo>
                    <a:pt x="6272" y="334"/>
                    <a:pt x="5638" y="268"/>
                    <a:pt x="5772" y="935"/>
                  </a:cubicBezTo>
                  <a:cubicBezTo>
                    <a:pt x="5801" y="1084"/>
                    <a:pt x="5617" y="1207"/>
                    <a:pt x="5411" y="1207"/>
                  </a:cubicBezTo>
                  <a:cubicBezTo>
                    <a:pt x="5387" y="1207"/>
                    <a:pt x="5362" y="1205"/>
                    <a:pt x="5338" y="1202"/>
                  </a:cubicBezTo>
                  <a:cubicBezTo>
                    <a:pt x="5138" y="1102"/>
                    <a:pt x="5238" y="1002"/>
                    <a:pt x="5305" y="868"/>
                  </a:cubicBezTo>
                  <a:cubicBezTo>
                    <a:pt x="5438" y="701"/>
                    <a:pt x="5471" y="535"/>
                    <a:pt x="5305" y="401"/>
                  </a:cubicBezTo>
                  <a:cubicBezTo>
                    <a:pt x="5240" y="336"/>
                    <a:pt x="5175" y="312"/>
                    <a:pt x="5109" y="312"/>
                  </a:cubicBezTo>
                  <a:cubicBezTo>
                    <a:pt x="5003" y="312"/>
                    <a:pt x="4893" y="373"/>
                    <a:pt x="4771" y="434"/>
                  </a:cubicBezTo>
                  <a:cubicBezTo>
                    <a:pt x="4404" y="668"/>
                    <a:pt x="3937" y="768"/>
                    <a:pt x="3570" y="1002"/>
                  </a:cubicBezTo>
                  <a:cubicBezTo>
                    <a:pt x="3070" y="1235"/>
                    <a:pt x="2336" y="1368"/>
                    <a:pt x="2069" y="2036"/>
                  </a:cubicBezTo>
                  <a:cubicBezTo>
                    <a:pt x="2269" y="2102"/>
                    <a:pt x="2403" y="2169"/>
                    <a:pt x="2503" y="2202"/>
                  </a:cubicBezTo>
                  <a:cubicBezTo>
                    <a:pt x="3003" y="2336"/>
                    <a:pt x="2936" y="2769"/>
                    <a:pt x="3003" y="3103"/>
                  </a:cubicBezTo>
                  <a:cubicBezTo>
                    <a:pt x="2749" y="3172"/>
                    <a:pt x="2559" y="3418"/>
                    <a:pt x="2321" y="3418"/>
                  </a:cubicBezTo>
                  <a:cubicBezTo>
                    <a:pt x="2216" y="3418"/>
                    <a:pt x="2102" y="3370"/>
                    <a:pt x="1969" y="3236"/>
                  </a:cubicBezTo>
                  <a:cubicBezTo>
                    <a:pt x="1886" y="3153"/>
                    <a:pt x="1819" y="3121"/>
                    <a:pt x="1764" y="3121"/>
                  </a:cubicBezTo>
                  <a:cubicBezTo>
                    <a:pt x="1589" y="3121"/>
                    <a:pt x="1524" y="3442"/>
                    <a:pt x="1369" y="3442"/>
                  </a:cubicBezTo>
                  <a:cubicBezTo>
                    <a:pt x="1358" y="3442"/>
                    <a:pt x="1347" y="3440"/>
                    <a:pt x="1335" y="3437"/>
                  </a:cubicBezTo>
                  <a:cubicBezTo>
                    <a:pt x="1299" y="3431"/>
                    <a:pt x="1267" y="3428"/>
                    <a:pt x="1238" y="3428"/>
                  </a:cubicBezTo>
                  <a:cubicBezTo>
                    <a:pt x="940" y="3428"/>
                    <a:pt x="968" y="3718"/>
                    <a:pt x="968" y="3870"/>
                  </a:cubicBezTo>
                  <a:cubicBezTo>
                    <a:pt x="968" y="4104"/>
                    <a:pt x="1135" y="4237"/>
                    <a:pt x="1402" y="4271"/>
                  </a:cubicBezTo>
                  <a:cubicBezTo>
                    <a:pt x="1434" y="4281"/>
                    <a:pt x="1465" y="4286"/>
                    <a:pt x="1495" y="4286"/>
                  </a:cubicBezTo>
                  <a:cubicBezTo>
                    <a:pt x="1656" y="4286"/>
                    <a:pt x="1801" y="4155"/>
                    <a:pt x="1969" y="4070"/>
                  </a:cubicBezTo>
                  <a:lnTo>
                    <a:pt x="1969" y="4070"/>
                  </a:lnTo>
                  <a:cubicBezTo>
                    <a:pt x="2403" y="4704"/>
                    <a:pt x="2236" y="5205"/>
                    <a:pt x="1502" y="5238"/>
                  </a:cubicBezTo>
                  <a:cubicBezTo>
                    <a:pt x="1235" y="5271"/>
                    <a:pt x="968" y="5371"/>
                    <a:pt x="668" y="5538"/>
                  </a:cubicBezTo>
                  <a:cubicBezTo>
                    <a:pt x="935" y="5605"/>
                    <a:pt x="1102" y="5672"/>
                    <a:pt x="1268" y="5738"/>
                  </a:cubicBezTo>
                  <a:cubicBezTo>
                    <a:pt x="1936" y="6105"/>
                    <a:pt x="1936" y="6239"/>
                    <a:pt x="1402" y="6706"/>
                  </a:cubicBezTo>
                  <a:cubicBezTo>
                    <a:pt x="1135" y="6906"/>
                    <a:pt x="835" y="7073"/>
                    <a:pt x="901" y="7406"/>
                  </a:cubicBezTo>
                  <a:cubicBezTo>
                    <a:pt x="938" y="7425"/>
                    <a:pt x="973" y="7432"/>
                    <a:pt x="1005" y="7432"/>
                  </a:cubicBezTo>
                  <a:cubicBezTo>
                    <a:pt x="1155" y="7432"/>
                    <a:pt x="1262" y="7269"/>
                    <a:pt x="1378" y="7269"/>
                  </a:cubicBezTo>
                  <a:cubicBezTo>
                    <a:pt x="1417" y="7269"/>
                    <a:pt x="1458" y="7288"/>
                    <a:pt x="1502" y="7339"/>
                  </a:cubicBezTo>
                  <a:cubicBezTo>
                    <a:pt x="1735" y="7506"/>
                    <a:pt x="1735" y="7706"/>
                    <a:pt x="1602" y="7906"/>
                  </a:cubicBezTo>
                  <a:cubicBezTo>
                    <a:pt x="1469" y="8107"/>
                    <a:pt x="1402" y="8273"/>
                    <a:pt x="1469" y="8574"/>
                  </a:cubicBezTo>
                  <a:cubicBezTo>
                    <a:pt x="1802" y="9441"/>
                    <a:pt x="1569" y="10175"/>
                    <a:pt x="668" y="10442"/>
                  </a:cubicBezTo>
                  <a:cubicBezTo>
                    <a:pt x="1" y="10675"/>
                    <a:pt x="301" y="11109"/>
                    <a:pt x="268" y="11442"/>
                  </a:cubicBezTo>
                  <a:cubicBezTo>
                    <a:pt x="268" y="11659"/>
                    <a:pt x="400" y="11921"/>
                    <a:pt x="701" y="11921"/>
                  </a:cubicBezTo>
                  <a:cubicBezTo>
                    <a:pt x="770" y="11921"/>
                    <a:pt x="848" y="11907"/>
                    <a:pt x="935" y="11876"/>
                  </a:cubicBezTo>
                  <a:cubicBezTo>
                    <a:pt x="1017" y="11839"/>
                    <a:pt x="1096" y="11823"/>
                    <a:pt x="1170" y="11823"/>
                  </a:cubicBezTo>
                  <a:cubicBezTo>
                    <a:pt x="1366" y="11823"/>
                    <a:pt x="1520" y="11940"/>
                    <a:pt x="1569" y="12109"/>
                  </a:cubicBezTo>
                  <a:cubicBezTo>
                    <a:pt x="1623" y="12383"/>
                    <a:pt x="1738" y="12457"/>
                    <a:pt x="1880" y="12457"/>
                  </a:cubicBezTo>
                  <a:cubicBezTo>
                    <a:pt x="1997" y="12457"/>
                    <a:pt x="2133" y="12407"/>
                    <a:pt x="2269" y="12376"/>
                  </a:cubicBezTo>
                  <a:cubicBezTo>
                    <a:pt x="2420" y="12355"/>
                    <a:pt x="2572" y="12235"/>
                    <a:pt x="2714" y="12235"/>
                  </a:cubicBezTo>
                  <a:cubicBezTo>
                    <a:pt x="2791" y="12235"/>
                    <a:pt x="2866" y="12271"/>
                    <a:pt x="2936" y="12376"/>
                  </a:cubicBezTo>
                  <a:lnTo>
                    <a:pt x="3337" y="12376"/>
                  </a:lnTo>
                  <a:cubicBezTo>
                    <a:pt x="3470" y="12243"/>
                    <a:pt x="3670" y="12343"/>
                    <a:pt x="3737" y="12176"/>
                  </a:cubicBezTo>
                  <a:lnTo>
                    <a:pt x="4137" y="12176"/>
                  </a:lnTo>
                  <a:cubicBezTo>
                    <a:pt x="4187" y="12126"/>
                    <a:pt x="4220" y="12101"/>
                    <a:pt x="4250" y="12101"/>
                  </a:cubicBezTo>
                  <a:cubicBezTo>
                    <a:pt x="4279" y="12101"/>
                    <a:pt x="4304" y="12126"/>
                    <a:pt x="4337" y="12176"/>
                  </a:cubicBezTo>
                  <a:cubicBezTo>
                    <a:pt x="4387" y="12193"/>
                    <a:pt x="4421" y="12201"/>
                    <a:pt x="4454" y="12201"/>
                  </a:cubicBezTo>
                  <a:cubicBezTo>
                    <a:pt x="4487" y="12201"/>
                    <a:pt x="4521" y="12193"/>
                    <a:pt x="4571" y="12176"/>
                  </a:cubicBezTo>
                  <a:cubicBezTo>
                    <a:pt x="4771" y="12009"/>
                    <a:pt x="5071" y="11943"/>
                    <a:pt x="5071" y="11609"/>
                  </a:cubicBezTo>
                  <a:cubicBezTo>
                    <a:pt x="4904" y="11276"/>
                    <a:pt x="4838" y="10942"/>
                    <a:pt x="4971" y="10542"/>
                  </a:cubicBezTo>
                  <a:cubicBezTo>
                    <a:pt x="5305" y="9374"/>
                    <a:pt x="5772" y="8207"/>
                    <a:pt x="5605" y="6939"/>
                  </a:cubicBezTo>
                  <a:cubicBezTo>
                    <a:pt x="5505" y="6405"/>
                    <a:pt x="5905" y="6172"/>
                    <a:pt x="6305" y="5905"/>
                  </a:cubicBezTo>
                  <a:cubicBezTo>
                    <a:pt x="6806" y="5605"/>
                    <a:pt x="6272" y="4871"/>
                    <a:pt x="6806" y="4604"/>
                  </a:cubicBezTo>
                  <a:cubicBezTo>
                    <a:pt x="7673" y="4204"/>
                    <a:pt x="7973" y="3337"/>
                    <a:pt x="8507" y="2669"/>
                  </a:cubicBezTo>
                  <a:cubicBezTo>
                    <a:pt x="9007" y="2002"/>
                    <a:pt x="8807" y="735"/>
                    <a:pt x="8140" y="201"/>
                  </a:cubicBezTo>
                  <a:cubicBezTo>
                    <a:pt x="8120" y="171"/>
                    <a:pt x="8093" y="159"/>
                    <a:pt x="8063" y="159"/>
                  </a:cubicBezTo>
                  <a:cubicBezTo>
                    <a:pt x="7995" y="159"/>
                    <a:pt x="7909" y="221"/>
                    <a:pt x="7840" y="268"/>
                  </a:cubicBezTo>
                  <a:cubicBezTo>
                    <a:pt x="7640" y="568"/>
                    <a:pt x="7306" y="601"/>
                    <a:pt x="7006" y="601"/>
                  </a:cubicBezTo>
                  <a:cubicBezTo>
                    <a:pt x="6639" y="601"/>
                    <a:pt x="6939" y="68"/>
                    <a:pt x="6505" y="1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2916425" y="1088725"/>
              <a:ext cx="132625" cy="161800"/>
            </a:xfrm>
            <a:custGeom>
              <a:avLst/>
              <a:gdLst/>
              <a:ahLst/>
              <a:cxnLst/>
              <a:rect l="l" t="t" r="r" b="b"/>
              <a:pathLst>
                <a:path w="5305" h="6472" extrusionOk="0">
                  <a:moveTo>
                    <a:pt x="2469" y="0"/>
                  </a:moveTo>
                  <a:cubicBezTo>
                    <a:pt x="1635" y="34"/>
                    <a:pt x="1635" y="34"/>
                    <a:pt x="1635" y="868"/>
                  </a:cubicBezTo>
                  <a:cubicBezTo>
                    <a:pt x="1768" y="934"/>
                    <a:pt x="1935" y="968"/>
                    <a:pt x="1935" y="968"/>
                  </a:cubicBezTo>
                  <a:cubicBezTo>
                    <a:pt x="1835" y="1602"/>
                    <a:pt x="2202" y="2035"/>
                    <a:pt x="2636" y="2469"/>
                  </a:cubicBezTo>
                  <a:cubicBezTo>
                    <a:pt x="2202" y="2802"/>
                    <a:pt x="1435" y="3770"/>
                    <a:pt x="1368" y="4203"/>
                  </a:cubicBezTo>
                  <a:cubicBezTo>
                    <a:pt x="1335" y="4537"/>
                    <a:pt x="1134" y="4470"/>
                    <a:pt x="968" y="4537"/>
                  </a:cubicBezTo>
                  <a:cubicBezTo>
                    <a:pt x="167" y="4937"/>
                    <a:pt x="0" y="5304"/>
                    <a:pt x="167" y="6171"/>
                  </a:cubicBezTo>
                  <a:cubicBezTo>
                    <a:pt x="200" y="6272"/>
                    <a:pt x="134" y="6372"/>
                    <a:pt x="100" y="6472"/>
                  </a:cubicBezTo>
                  <a:cubicBezTo>
                    <a:pt x="301" y="6472"/>
                    <a:pt x="501" y="6472"/>
                    <a:pt x="667" y="6438"/>
                  </a:cubicBezTo>
                  <a:cubicBezTo>
                    <a:pt x="1535" y="6372"/>
                    <a:pt x="1501" y="6372"/>
                    <a:pt x="1635" y="5471"/>
                  </a:cubicBezTo>
                  <a:lnTo>
                    <a:pt x="1802" y="5304"/>
                  </a:lnTo>
                  <a:cubicBezTo>
                    <a:pt x="2102" y="5338"/>
                    <a:pt x="2369" y="5338"/>
                    <a:pt x="2702" y="5338"/>
                  </a:cubicBezTo>
                  <a:cubicBezTo>
                    <a:pt x="2769" y="5037"/>
                    <a:pt x="2936" y="4704"/>
                    <a:pt x="2802" y="4504"/>
                  </a:cubicBezTo>
                  <a:cubicBezTo>
                    <a:pt x="2609" y="4165"/>
                    <a:pt x="2643" y="4072"/>
                    <a:pt x="2830" y="4072"/>
                  </a:cubicBezTo>
                  <a:cubicBezTo>
                    <a:pt x="2901" y="4072"/>
                    <a:pt x="2993" y="4085"/>
                    <a:pt x="3103" y="4103"/>
                  </a:cubicBezTo>
                  <a:cubicBezTo>
                    <a:pt x="3136" y="4103"/>
                    <a:pt x="3269" y="4003"/>
                    <a:pt x="3269" y="3970"/>
                  </a:cubicBezTo>
                  <a:cubicBezTo>
                    <a:pt x="3214" y="3414"/>
                    <a:pt x="3506" y="3368"/>
                    <a:pt x="3894" y="3368"/>
                  </a:cubicBezTo>
                  <a:cubicBezTo>
                    <a:pt x="3972" y="3368"/>
                    <a:pt x="4053" y="3369"/>
                    <a:pt x="4137" y="3369"/>
                  </a:cubicBezTo>
                  <a:cubicBezTo>
                    <a:pt x="4150" y="3370"/>
                    <a:pt x="4164" y="3371"/>
                    <a:pt x="4178" y="3371"/>
                  </a:cubicBezTo>
                  <a:cubicBezTo>
                    <a:pt x="4731" y="3371"/>
                    <a:pt x="5272" y="2721"/>
                    <a:pt x="5304" y="2135"/>
                  </a:cubicBezTo>
                  <a:cubicBezTo>
                    <a:pt x="5204" y="2135"/>
                    <a:pt x="5137" y="2135"/>
                    <a:pt x="5104" y="2169"/>
                  </a:cubicBezTo>
                  <a:cubicBezTo>
                    <a:pt x="4919" y="2335"/>
                    <a:pt x="4744" y="2430"/>
                    <a:pt x="4568" y="2430"/>
                  </a:cubicBezTo>
                  <a:cubicBezTo>
                    <a:pt x="4427" y="2430"/>
                    <a:pt x="4285" y="2369"/>
                    <a:pt x="4137" y="2235"/>
                  </a:cubicBezTo>
                  <a:cubicBezTo>
                    <a:pt x="3803" y="1968"/>
                    <a:pt x="4003" y="1635"/>
                    <a:pt x="4137" y="1301"/>
                  </a:cubicBezTo>
                  <a:cubicBezTo>
                    <a:pt x="4270" y="1034"/>
                    <a:pt x="4370" y="834"/>
                    <a:pt x="4670" y="834"/>
                  </a:cubicBezTo>
                  <a:cubicBezTo>
                    <a:pt x="5304" y="834"/>
                    <a:pt x="5004" y="467"/>
                    <a:pt x="5004" y="167"/>
                  </a:cubicBezTo>
                  <a:cubicBezTo>
                    <a:pt x="4937" y="100"/>
                    <a:pt x="4862" y="67"/>
                    <a:pt x="4791" y="67"/>
                  </a:cubicBezTo>
                  <a:cubicBezTo>
                    <a:pt x="4720" y="67"/>
                    <a:pt x="4654" y="100"/>
                    <a:pt x="4604" y="167"/>
                  </a:cubicBezTo>
                  <a:cubicBezTo>
                    <a:pt x="4554" y="217"/>
                    <a:pt x="4520" y="242"/>
                    <a:pt x="4487" y="242"/>
                  </a:cubicBezTo>
                  <a:cubicBezTo>
                    <a:pt x="4453" y="242"/>
                    <a:pt x="4420" y="217"/>
                    <a:pt x="4370" y="167"/>
                  </a:cubicBezTo>
                  <a:lnTo>
                    <a:pt x="4170" y="167"/>
                  </a:lnTo>
                  <a:cubicBezTo>
                    <a:pt x="3981" y="251"/>
                    <a:pt x="3805" y="401"/>
                    <a:pt x="3626" y="401"/>
                  </a:cubicBezTo>
                  <a:cubicBezTo>
                    <a:pt x="3521" y="401"/>
                    <a:pt x="3414" y="349"/>
                    <a:pt x="3303" y="201"/>
                  </a:cubicBezTo>
                  <a:cubicBezTo>
                    <a:pt x="3203" y="100"/>
                    <a:pt x="3002" y="134"/>
                    <a:pt x="2869" y="0"/>
                  </a:cubicBezTo>
                  <a:lnTo>
                    <a:pt x="2669" y="0"/>
                  </a:lnTo>
                  <a:cubicBezTo>
                    <a:pt x="2602" y="134"/>
                    <a:pt x="2602" y="267"/>
                    <a:pt x="2602" y="367"/>
                  </a:cubicBezTo>
                  <a:cubicBezTo>
                    <a:pt x="2602" y="234"/>
                    <a:pt x="2602" y="100"/>
                    <a:pt x="2469" y="0"/>
                  </a:cubicBezTo>
                  <a:close/>
                </a:path>
              </a:pathLst>
            </a:custGeom>
            <a:solidFill>
              <a:srgbClr val="FF8A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2762975" y="1417400"/>
              <a:ext cx="27550" cy="24925"/>
            </a:xfrm>
            <a:custGeom>
              <a:avLst/>
              <a:gdLst/>
              <a:ahLst/>
              <a:cxnLst/>
              <a:rect l="l" t="t" r="r" b="b"/>
              <a:pathLst>
                <a:path w="1102" h="997" extrusionOk="0">
                  <a:moveTo>
                    <a:pt x="760" y="1"/>
                  </a:moveTo>
                  <a:cubicBezTo>
                    <a:pt x="591" y="1"/>
                    <a:pt x="446" y="110"/>
                    <a:pt x="301" y="296"/>
                  </a:cubicBezTo>
                  <a:cubicBezTo>
                    <a:pt x="1" y="663"/>
                    <a:pt x="468" y="730"/>
                    <a:pt x="468" y="997"/>
                  </a:cubicBezTo>
                  <a:cubicBezTo>
                    <a:pt x="768" y="963"/>
                    <a:pt x="968" y="830"/>
                    <a:pt x="1101" y="530"/>
                  </a:cubicBezTo>
                  <a:cubicBezTo>
                    <a:pt x="835" y="396"/>
                    <a:pt x="1068" y="230"/>
                    <a:pt x="1101" y="130"/>
                  </a:cubicBezTo>
                  <a:cubicBezTo>
                    <a:pt x="975" y="41"/>
                    <a:pt x="863" y="1"/>
                    <a:pt x="760" y="1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2995650" y="1088950"/>
              <a:ext cx="25875" cy="15225"/>
            </a:xfrm>
            <a:custGeom>
              <a:avLst/>
              <a:gdLst/>
              <a:ahLst/>
              <a:cxnLst/>
              <a:rect l="l" t="t" r="r" b="b"/>
              <a:pathLst>
                <a:path w="1035" h="609" extrusionOk="0">
                  <a:moveTo>
                    <a:pt x="792" y="0"/>
                  </a:moveTo>
                  <a:cubicBezTo>
                    <a:pt x="620" y="0"/>
                    <a:pt x="443" y="172"/>
                    <a:pt x="277" y="172"/>
                  </a:cubicBezTo>
                  <a:cubicBezTo>
                    <a:pt x="251" y="172"/>
                    <a:pt x="226" y="168"/>
                    <a:pt x="200" y="158"/>
                  </a:cubicBezTo>
                  <a:lnTo>
                    <a:pt x="200" y="158"/>
                  </a:lnTo>
                  <a:cubicBezTo>
                    <a:pt x="167" y="325"/>
                    <a:pt x="0" y="525"/>
                    <a:pt x="300" y="592"/>
                  </a:cubicBezTo>
                  <a:cubicBezTo>
                    <a:pt x="384" y="600"/>
                    <a:pt x="469" y="608"/>
                    <a:pt x="551" y="608"/>
                  </a:cubicBezTo>
                  <a:cubicBezTo>
                    <a:pt x="797" y="608"/>
                    <a:pt x="1009" y="533"/>
                    <a:pt x="1034" y="158"/>
                  </a:cubicBezTo>
                  <a:cubicBezTo>
                    <a:pt x="956" y="40"/>
                    <a:pt x="874" y="0"/>
                    <a:pt x="792" y="0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2794675" y="1424575"/>
              <a:ext cx="32550" cy="6075"/>
            </a:xfrm>
            <a:custGeom>
              <a:avLst/>
              <a:gdLst/>
              <a:ahLst/>
              <a:cxnLst/>
              <a:rect l="l" t="t" r="r" b="b"/>
              <a:pathLst>
                <a:path w="1302" h="243" extrusionOk="0">
                  <a:moveTo>
                    <a:pt x="626" y="1"/>
                  </a:moveTo>
                  <a:cubicBezTo>
                    <a:pt x="400" y="1"/>
                    <a:pt x="184" y="43"/>
                    <a:pt x="0" y="243"/>
                  </a:cubicBezTo>
                  <a:cubicBezTo>
                    <a:pt x="80" y="231"/>
                    <a:pt x="158" y="228"/>
                    <a:pt x="236" y="228"/>
                  </a:cubicBezTo>
                  <a:cubicBezTo>
                    <a:pt x="372" y="228"/>
                    <a:pt x="506" y="239"/>
                    <a:pt x="636" y="239"/>
                  </a:cubicBezTo>
                  <a:cubicBezTo>
                    <a:pt x="867" y="239"/>
                    <a:pt x="1089" y="204"/>
                    <a:pt x="1301" y="9"/>
                  </a:cubicBezTo>
                  <a:lnTo>
                    <a:pt x="1301" y="9"/>
                  </a:lnTo>
                  <a:cubicBezTo>
                    <a:pt x="1239" y="19"/>
                    <a:pt x="1176" y="22"/>
                    <a:pt x="1112" y="22"/>
                  </a:cubicBezTo>
                  <a:cubicBezTo>
                    <a:pt x="952" y="22"/>
                    <a:pt x="786" y="1"/>
                    <a:pt x="626" y="1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2937275" y="1102075"/>
              <a:ext cx="6700" cy="6675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00" y="0"/>
                  </a:moveTo>
                  <a:cubicBezTo>
                    <a:pt x="100" y="67"/>
                    <a:pt x="34" y="134"/>
                    <a:pt x="0" y="234"/>
                  </a:cubicBezTo>
                  <a:cubicBezTo>
                    <a:pt x="34" y="234"/>
                    <a:pt x="134" y="267"/>
                    <a:pt x="167" y="267"/>
                  </a:cubicBezTo>
                  <a:cubicBezTo>
                    <a:pt x="200" y="267"/>
                    <a:pt x="200" y="134"/>
                    <a:pt x="267" y="100"/>
                  </a:cubicBezTo>
                  <a:cubicBezTo>
                    <a:pt x="200" y="67"/>
                    <a:pt x="134" y="67"/>
                    <a:pt x="100" y="0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3032325" y="1088300"/>
              <a:ext cx="10050" cy="3775"/>
            </a:xfrm>
            <a:custGeom>
              <a:avLst/>
              <a:gdLst/>
              <a:ahLst/>
              <a:cxnLst/>
              <a:rect l="l" t="t" r="r" b="b"/>
              <a:pathLst>
                <a:path w="402" h="151" extrusionOk="0">
                  <a:moveTo>
                    <a:pt x="214" y="1"/>
                  </a:moveTo>
                  <a:cubicBezTo>
                    <a:pt x="143" y="1"/>
                    <a:pt x="68" y="51"/>
                    <a:pt x="1" y="151"/>
                  </a:cubicBezTo>
                  <a:lnTo>
                    <a:pt x="401" y="151"/>
                  </a:lnTo>
                  <a:cubicBezTo>
                    <a:pt x="351" y="51"/>
                    <a:pt x="284" y="1"/>
                    <a:pt x="214" y="1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2989800" y="1087900"/>
              <a:ext cx="10050" cy="5025"/>
            </a:xfrm>
            <a:custGeom>
              <a:avLst/>
              <a:gdLst/>
              <a:ahLst/>
              <a:cxnLst/>
              <a:rect l="l" t="t" r="r" b="b"/>
              <a:pathLst>
                <a:path w="402" h="201" extrusionOk="0">
                  <a:moveTo>
                    <a:pt x="1" y="0"/>
                  </a:moveTo>
                  <a:cubicBezTo>
                    <a:pt x="67" y="167"/>
                    <a:pt x="234" y="200"/>
                    <a:pt x="401" y="200"/>
                  </a:cubicBezTo>
                  <a:cubicBezTo>
                    <a:pt x="334" y="33"/>
                    <a:pt x="168" y="0"/>
                    <a:pt x="1" y="0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7"/>
            <p:cNvSpPr/>
            <p:nvPr/>
          </p:nvSpPr>
          <p:spPr>
            <a:xfrm>
              <a:off x="2978975" y="1087900"/>
              <a:ext cx="5025" cy="7525"/>
            </a:xfrm>
            <a:custGeom>
              <a:avLst/>
              <a:gdLst/>
              <a:ahLst/>
              <a:cxnLst/>
              <a:rect l="l" t="t" r="r" b="b"/>
              <a:pathLst>
                <a:path w="201" h="301" extrusionOk="0">
                  <a:moveTo>
                    <a:pt x="200" y="0"/>
                  </a:moveTo>
                  <a:cubicBezTo>
                    <a:pt x="167" y="17"/>
                    <a:pt x="125" y="25"/>
                    <a:pt x="88" y="25"/>
                  </a:cubicBezTo>
                  <a:cubicBezTo>
                    <a:pt x="50" y="25"/>
                    <a:pt x="17" y="17"/>
                    <a:pt x="0" y="0"/>
                  </a:cubicBezTo>
                  <a:lnTo>
                    <a:pt x="0" y="0"/>
                  </a:lnTo>
                  <a:cubicBezTo>
                    <a:pt x="33" y="133"/>
                    <a:pt x="100" y="200"/>
                    <a:pt x="134" y="300"/>
                  </a:cubicBezTo>
                  <a:cubicBezTo>
                    <a:pt x="200" y="200"/>
                    <a:pt x="200" y="67"/>
                    <a:pt x="200" y="0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7"/>
            <p:cNvSpPr/>
            <p:nvPr/>
          </p:nvSpPr>
          <p:spPr>
            <a:xfrm>
              <a:off x="2827200" y="1413125"/>
              <a:ext cx="5025" cy="10025"/>
            </a:xfrm>
            <a:custGeom>
              <a:avLst/>
              <a:gdLst/>
              <a:ahLst/>
              <a:cxnLst/>
              <a:rect l="l" t="t" r="r" b="b"/>
              <a:pathLst>
                <a:path w="201" h="401" extrusionOk="0">
                  <a:moveTo>
                    <a:pt x="200" y="0"/>
                  </a:moveTo>
                  <a:lnTo>
                    <a:pt x="200" y="0"/>
                  </a:lnTo>
                  <a:cubicBezTo>
                    <a:pt x="33" y="134"/>
                    <a:pt x="0" y="234"/>
                    <a:pt x="0" y="401"/>
                  </a:cubicBezTo>
                  <a:cubicBezTo>
                    <a:pt x="167" y="334"/>
                    <a:pt x="200" y="167"/>
                    <a:pt x="200" y="0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3027325" y="1092050"/>
              <a:ext cx="5025" cy="2525"/>
            </a:xfrm>
            <a:custGeom>
              <a:avLst/>
              <a:gdLst/>
              <a:ahLst/>
              <a:cxnLst/>
              <a:rect l="l" t="t" r="r" b="b"/>
              <a:pathLst>
                <a:path w="201" h="101" extrusionOk="0">
                  <a:moveTo>
                    <a:pt x="1" y="1"/>
                  </a:moveTo>
                  <a:cubicBezTo>
                    <a:pt x="34" y="68"/>
                    <a:pt x="59" y="101"/>
                    <a:pt x="88" y="101"/>
                  </a:cubicBezTo>
                  <a:cubicBezTo>
                    <a:pt x="118" y="101"/>
                    <a:pt x="151" y="68"/>
                    <a:pt x="201" y="1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2789675" y="1418125"/>
              <a:ext cx="2525" cy="2525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33" y="0"/>
                  </a:moveTo>
                  <a:cubicBezTo>
                    <a:pt x="33" y="0"/>
                    <a:pt x="0" y="34"/>
                    <a:pt x="0" y="101"/>
                  </a:cubicBezTo>
                  <a:cubicBezTo>
                    <a:pt x="100" y="34"/>
                    <a:pt x="100" y="0"/>
                    <a:pt x="33" y="0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3425950" y="3248675"/>
              <a:ext cx="43400" cy="136725"/>
            </a:xfrm>
            <a:custGeom>
              <a:avLst/>
              <a:gdLst/>
              <a:ahLst/>
              <a:cxnLst/>
              <a:rect l="l" t="t" r="r" b="b"/>
              <a:pathLst>
                <a:path w="1736" h="5469" extrusionOk="0">
                  <a:moveTo>
                    <a:pt x="929" y="0"/>
                  </a:moveTo>
                  <a:cubicBezTo>
                    <a:pt x="696" y="0"/>
                    <a:pt x="594" y="598"/>
                    <a:pt x="301" y="598"/>
                  </a:cubicBezTo>
                  <a:cubicBezTo>
                    <a:pt x="134" y="1499"/>
                    <a:pt x="1" y="2433"/>
                    <a:pt x="234" y="3333"/>
                  </a:cubicBezTo>
                  <a:cubicBezTo>
                    <a:pt x="401" y="4000"/>
                    <a:pt x="634" y="4634"/>
                    <a:pt x="501" y="5301"/>
                  </a:cubicBezTo>
                  <a:cubicBezTo>
                    <a:pt x="501" y="5335"/>
                    <a:pt x="634" y="5368"/>
                    <a:pt x="801" y="5468"/>
                  </a:cubicBezTo>
                  <a:cubicBezTo>
                    <a:pt x="901" y="4968"/>
                    <a:pt x="1135" y="4534"/>
                    <a:pt x="1502" y="4201"/>
                  </a:cubicBezTo>
                  <a:cubicBezTo>
                    <a:pt x="1635" y="3967"/>
                    <a:pt x="1735" y="3667"/>
                    <a:pt x="1502" y="3367"/>
                  </a:cubicBezTo>
                  <a:cubicBezTo>
                    <a:pt x="1268" y="3000"/>
                    <a:pt x="1335" y="2633"/>
                    <a:pt x="1402" y="2199"/>
                  </a:cubicBezTo>
                  <a:cubicBezTo>
                    <a:pt x="1435" y="1899"/>
                    <a:pt x="1402" y="1632"/>
                    <a:pt x="1301" y="1298"/>
                  </a:cubicBezTo>
                  <a:cubicBezTo>
                    <a:pt x="1272" y="1108"/>
                    <a:pt x="1146" y="1085"/>
                    <a:pt x="1012" y="1085"/>
                  </a:cubicBezTo>
                  <a:cubicBezTo>
                    <a:pt x="968" y="1085"/>
                    <a:pt x="924" y="1087"/>
                    <a:pt x="882" y="1087"/>
                  </a:cubicBezTo>
                  <a:cubicBezTo>
                    <a:pt x="756" y="1087"/>
                    <a:pt x="648" y="1066"/>
                    <a:pt x="634" y="898"/>
                  </a:cubicBezTo>
                  <a:cubicBezTo>
                    <a:pt x="601" y="465"/>
                    <a:pt x="1435" y="398"/>
                    <a:pt x="1135" y="131"/>
                  </a:cubicBezTo>
                  <a:cubicBezTo>
                    <a:pt x="1055" y="38"/>
                    <a:pt x="988" y="0"/>
                    <a:pt x="929" y="0"/>
                  </a:cubicBezTo>
                  <a:close/>
                </a:path>
              </a:pathLst>
            </a:custGeom>
            <a:solidFill>
              <a:srgbClr val="FFAA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3421775" y="3001750"/>
              <a:ext cx="16700" cy="26725"/>
            </a:xfrm>
            <a:custGeom>
              <a:avLst/>
              <a:gdLst/>
              <a:ahLst/>
              <a:cxnLst/>
              <a:rect l="l" t="t" r="r" b="b"/>
              <a:pathLst>
                <a:path w="668" h="1069" extrusionOk="0">
                  <a:moveTo>
                    <a:pt x="635" y="1"/>
                  </a:moveTo>
                  <a:lnTo>
                    <a:pt x="635" y="1"/>
                  </a:lnTo>
                  <a:cubicBezTo>
                    <a:pt x="234" y="34"/>
                    <a:pt x="168" y="368"/>
                    <a:pt x="1" y="668"/>
                  </a:cubicBezTo>
                  <a:lnTo>
                    <a:pt x="1" y="868"/>
                  </a:lnTo>
                  <a:cubicBezTo>
                    <a:pt x="101" y="935"/>
                    <a:pt x="101" y="1068"/>
                    <a:pt x="234" y="1068"/>
                  </a:cubicBezTo>
                  <a:cubicBezTo>
                    <a:pt x="601" y="768"/>
                    <a:pt x="668" y="401"/>
                    <a:pt x="635" y="1"/>
                  </a:cubicBezTo>
                  <a:close/>
                </a:path>
              </a:pathLst>
            </a:custGeom>
            <a:solidFill>
              <a:srgbClr val="FFB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3421775" y="3023450"/>
              <a:ext cx="15050" cy="21700"/>
            </a:xfrm>
            <a:custGeom>
              <a:avLst/>
              <a:gdLst/>
              <a:ahLst/>
              <a:cxnLst/>
              <a:rect l="l" t="t" r="r" b="b"/>
              <a:pathLst>
                <a:path w="602" h="868" extrusionOk="0">
                  <a:moveTo>
                    <a:pt x="1" y="0"/>
                  </a:moveTo>
                  <a:lnTo>
                    <a:pt x="1" y="867"/>
                  </a:lnTo>
                  <a:cubicBezTo>
                    <a:pt x="601" y="801"/>
                    <a:pt x="334" y="500"/>
                    <a:pt x="234" y="20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AF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7"/>
            <p:cNvSpPr/>
            <p:nvPr/>
          </p:nvSpPr>
          <p:spPr>
            <a:xfrm>
              <a:off x="3424275" y="3259450"/>
              <a:ext cx="4200" cy="5025"/>
            </a:xfrm>
            <a:custGeom>
              <a:avLst/>
              <a:gdLst/>
              <a:ahLst/>
              <a:cxnLst/>
              <a:rect l="l" t="t" r="r" b="b"/>
              <a:pathLst>
                <a:path w="168" h="201" extrusionOk="0">
                  <a:moveTo>
                    <a:pt x="168" y="0"/>
                  </a:moveTo>
                  <a:cubicBezTo>
                    <a:pt x="1" y="67"/>
                    <a:pt x="1" y="100"/>
                    <a:pt x="168" y="200"/>
                  </a:cubicBezTo>
                  <a:lnTo>
                    <a:pt x="168" y="0"/>
                  </a:lnTo>
                  <a:close/>
                </a:path>
              </a:pathLst>
            </a:custGeom>
            <a:solidFill>
              <a:srgbClr val="FFAA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7"/>
            <p:cNvSpPr/>
            <p:nvPr/>
          </p:nvSpPr>
          <p:spPr>
            <a:xfrm>
              <a:off x="3428450" y="3253600"/>
              <a:ext cx="5025" cy="5875"/>
            </a:xfrm>
            <a:custGeom>
              <a:avLst/>
              <a:gdLst/>
              <a:ahLst/>
              <a:cxnLst/>
              <a:rect l="l" t="t" r="r" b="b"/>
              <a:pathLst>
                <a:path w="201" h="235" extrusionOk="0">
                  <a:moveTo>
                    <a:pt x="201" y="1"/>
                  </a:moveTo>
                  <a:cubicBezTo>
                    <a:pt x="134" y="67"/>
                    <a:pt x="67" y="134"/>
                    <a:pt x="1" y="234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FFAA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7"/>
            <p:cNvSpPr/>
            <p:nvPr/>
          </p:nvSpPr>
          <p:spPr>
            <a:xfrm>
              <a:off x="2720450" y="2518075"/>
              <a:ext cx="41725" cy="107900"/>
            </a:xfrm>
            <a:custGeom>
              <a:avLst/>
              <a:gdLst/>
              <a:ahLst/>
              <a:cxnLst/>
              <a:rect l="l" t="t" r="r" b="b"/>
              <a:pathLst>
                <a:path w="1669" h="4316" extrusionOk="0">
                  <a:moveTo>
                    <a:pt x="534" y="1"/>
                  </a:moveTo>
                  <a:cubicBezTo>
                    <a:pt x="534" y="234"/>
                    <a:pt x="567" y="501"/>
                    <a:pt x="301" y="668"/>
                  </a:cubicBezTo>
                  <a:cubicBezTo>
                    <a:pt x="267" y="734"/>
                    <a:pt x="167" y="835"/>
                    <a:pt x="134" y="901"/>
                  </a:cubicBezTo>
                  <a:cubicBezTo>
                    <a:pt x="167" y="1702"/>
                    <a:pt x="267" y="2502"/>
                    <a:pt x="0" y="3270"/>
                  </a:cubicBezTo>
                  <a:lnTo>
                    <a:pt x="0" y="3870"/>
                  </a:lnTo>
                  <a:cubicBezTo>
                    <a:pt x="129" y="4152"/>
                    <a:pt x="316" y="4316"/>
                    <a:pt x="578" y="4316"/>
                  </a:cubicBezTo>
                  <a:cubicBezTo>
                    <a:pt x="656" y="4316"/>
                    <a:pt x="742" y="4301"/>
                    <a:pt x="834" y="4270"/>
                  </a:cubicBezTo>
                  <a:cubicBezTo>
                    <a:pt x="1135" y="4237"/>
                    <a:pt x="1201" y="4070"/>
                    <a:pt x="1301" y="3803"/>
                  </a:cubicBezTo>
                  <a:cubicBezTo>
                    <a:pt x="1535" y="2969"/>
                    <a:pt x="1368" y="2069"/>
                    <a:pt x="1501" y="1235"/>
                  </a:cubicBezTo>
                  <a:cubicBezTo>
                    <a:pt x="1668" y="67"/>
                    <a:pt x="1668" y="67"/>
                    <a:pt x="534" y="1"/>
                  </a:cubicBezTo>
                  <a:close/>
                </a:path>
              </a:pathLst>
            </a:custGeom>
            <a:solidFill>
              <a:srgbClr val="FFB7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7"/>
            <p:cNvSpPr/>
            <p:nvPr/>
          </p:nvSpPr>
          <p:spPr>
            <a:xfrm>
              <a:off x="2740450" y="2357125"/>
              <a:ext cx="5050" cy="11700"/>
            </a:xfrm>
            <a:custGeom>
              <a:avLst/>
              <a:gdLst/>
              <a:ahLst/>
              <a:cxnLst/>
              <a:rect l="l" t="t" r="r" b="b"/>
              <a:pathLst>
                <a:path w="202" h="468" extrusionOk="0">
                  <a:moveTo>
                    <a:pt x="201" y="1"/>
                  </a:moveTo>
                  <a:lnTo>
                    <a:pt x="201" y="1"/>
                  </a:lnTo>
                  <a:cubicBezTo>
                    <a:pt x="34" y="101"/>
                    <a:pt x="1" y="268"/>
                    <a:pt x="34" y="468"/>
                  </a:cubicBezTo>
                  <a:cubicBezTo>
                    <a:pt x="168" y="334"/>
                    <a:pt x="201" y="167"/>
                    <a:pt x="201" y="1"/>
                  </a:cubicBezTo>
                  <a:close/>
                </a:path>
              </a:pathLst>
            </a:custGeom>
            <a:solidFill>
              <a:srgbClr val="FFB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7"/>
            <p:cNvSpPr/>
            <p:nvPr/>
          </p:nvSpPr>
          <p:spPr>
            <a:xfrm>
              <a:off x="3316700" y="2023175"/>
              <a:ext cx="19200" cy="12925"/>
            </a:xfrm>
            <a:custGeom>
              <a:avLst/>
              <a:gdLst/>
              <a:ahLst/>
              <a:cxnLst/>
              <a:rect l="l" t="t" r="r" b="b"/>
              <a:pathLst>
                <a:path w="768" h="517" extrusionOk="0">
                  <a:moveTo>
                    <a:pt x="410" y="0"/>
                  </a:moveTo>
                  <a:cubicBezTo>
                    <a:pt x="305" y="0"/>
                    <a:pt x="197" y="58"/>
                    <a:pt x="101" y="116"/>
                  </a:cubicBezTo>
                  <a:cubicBezTo>
                    <a:pt x="1" y="483"/>
                    <a:pt x="468" y="316"/>
                    <a:pt x="534" y="516"/>
                  </a:cubicBezTo>
                  <a:cubicBezTo>
                    <a:pt x="701" y="416"/>
                    <a:pt x="768" y="283"/>
                    <a:pt x="635" y="116"/>
                  </a:cubicBezTo>
                  <a:cubicBezTo>
                    <a:pt x="564" y="31"/>
                    <a:pt x="488" y="0"/>
                    <a:pt x="410" y="0"/>
                  </a:cubicBezTo>
                  <a:close/>
                </a:path>
              </a:pathLst>
            </a:custGeom>
            <a:solidFill>
              <a:srgbClr val="FFC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7"/>
            <p:cNvSpPr/>
            <p:nvPr/>
          </p:nvSpPr>
          <p:spPr>
            <a:xfrm>
              <a:off x="3313375" y="2005200"/>
              <a:ext cx="6700" cy="15875"/>
            </a:xfrm>
            <a:custGeom>
              <a:avLst/>
              <a:gdLst/>
              <a:ahLst/>
              <a:cxnLst/>
              <a:rect l="l" t="t" r="r" b="b"/>
              <a:pathLst>
                <a:path w="268" h="635" extrusionOk="0">
                  <a:moveTo>
                    <a:pt x="67" y="1"/>
                  </a:moveTo>
                  <a:cubicBezTo>
                    <a:pt x="67" y="201"/>
                    <a:pt x="0" y="468"/>
                    <a:pt x="267" y="635"/>
                  </a:cubicBezTo>
                  <a:lnTo>
                    <a:pt x="267" y="401"/>
                  </a:lnTo>
                  <a:cubicBezTo>
                    <a:pt x="267" y="234"/>
                    <a:pt x="234" y="68"/>
                    <a:pt x="67" y="1"/>
                  </a:cubicBez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7"/>
            <p:cNvSpPr/>
            <p:nvPr/>
          </p:nvSpPr>
          <p:spPr>
            <a:xfrm>
              <a:off x="3353400" y="2145700"/>
              <a:ext cx="1700" cy="2150"/>
            </a:xfrm>
            <a:custGeom>
              <a:avLst/>
              <a:gdLst/>
              <a:ahLst/>
              <a:cxnLst/>
              <a:rect l="l" t="t" r="r" b="b"/>
              <a:pathLst>
                <a:path w="68" h="86" extrusionOk="0">
                  <a:moveTo>
                    <a:pt x="12" y="1"/>
                  </a:moveTo>
                  <a:cubicBezTo>
                    <a:pt x="5" y="1"/>
                    <a:pt x="0" y="15"/>
                    <a:pt x="0" y="52"/>
                  </a:cubicBezTo>
                  <a:cubicBezTo>
                    <a:pt x="0" y="52"/>
                    <a:pt x="34" y="85"/>
                    <a:pt x="67" y="85"/>
                  </a:cubicBezTo>
                  <a:cubicBezTo>
                    <a:pt x="46" y="43"/>
                    <a:pt x="25" y="1"/>
                    <a:pt x="12" y="1"/>
                  </a:cubicBezTo>
                  <a:close/>
                </a:path>
              </a:pathLst>
            </a:custGeom>
            <a:solidFill>
              <a:srgbClr val="FFB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7"/>
            <p:cNvSpPr/>
            <p:nvPr/>
          </p:nvSpPr>
          <p:spPr>
            <a:xfrm>
              <a:off x="3295025" y="1847125"/>
              <a:ext cx="48975" cy="62200"/>
            </a:xfrm>
            <a:custGeom>
              <a:avLst/>
              <a:gdLst/>
              <a:ahLst/>
              <a:cxnLst/>
              <a:rect l="l" t="t" r="r" b="b"/>
              <a:pathLst>
                <a:path w="1959" h="2488" extrusionOk="0">
                  <a:moveTo>
                    <a:pt x="1427" y="1"/>
                  </a:moveTo>
                  <a:cubicBezTo>
                    <a:pt x="1096" y="1"/>
                    <a:pt x="765" y="155"/>
                    <a:pt x="434" y="155"/>
                  </a:cubicBezTo>
                  <a:cubicBezTo>
                    <a:pt x="412" y="155"/>
                    <a:pt x="390" y="154"/>
                    <a:pt x="367" y="153"/>
                  </a:cubicBezTo>
                  <a:lnTo>
                    <a:pt x="367" y="153"/>
                  </a:lnTo>
                  <a:cubicBezTo>
                    <a:pt x="201" y="787"/>
                    <a:pt x="467" y="1487"/>
                    <a:pt x="0" y="2054"/>
                  </a:cubicBezTo>
                  <a:cubicBezTo>
                    <a:pt x="0" y="2354"/>
                    <a:pt x="134" y="2488"/>
                    <a:pt x="401" y="2488"/>
                  </a:cubicBezTo>
                  <a:cubicBezTo>
                    <a:pt x="369" y="2011"/>
                    <a:pt x="519" y="1382"/>
                    <a:pt x="909" y="1382"/>
                  </a:cubicBezTo>
                  <a:cubicBezTo>
                    <a:pt x="928" y="1382"/>
                    <a:pt x="948" y="1384"/>
                    <a:pt x="968" y="1387"/>
                  </a:cubicBezTo>
                  <a:cubicBezTo>
                    <a:pt x="1022" y="1391"/>
                    <a:pt x="1073" y="1392"/>
                    <a:pt x="1121" y="1392"/>
                  </a:cubicBezTo>
                  <a:cubicBezTo>
                    <a:pt x="1958" y="1392"/>
                    <a:pt x="1870" y="854"/>
                    <a:pt x="1902" y="286"/>
                  </a:cubicBezTo>
                  <a:cubicBezTo>
                    <a:pt x="1902" y="186"/>
                    <a:pt x="1902" y="153"/>
                    <a:pt x="1868" y="119"/>
                  </a:cubicBezTo>
                  <a:cubicBezTo>
                    <a:pt x="1721" y="31"/>
                    <a:pt x="1574" y="1"/>
                    <a:pt x="1427" y="1"/>
                  </a:cubicBez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7"/>
            <p:cNvSpPr/>
            <p:nvPr/>
          </p:nvSpPr>
          <p:spPr>
            <a:xfrm>
              <a:off x="3304200" y="1945175"/>
              <a:ext cx="48400" cy="58400"/>
            </a:xfrm>
            <a:custGeom>
              <a:avLst/>
              <a:gdLst/>
              <a:ahLst/>
              <a:cxnLst/>
              <a:rect l="l" t="t" r="r" b="b"/>
              <a:pathLst>
                <a:path w="1936" h="2336" extrusionOk="0">
                  <a:moveTo>
                    <a:pt x="534" y="0"/>
                  </a:moveTo>
                  <a:cubicBezTo>
                    <a:pt x="134" y="367"/>
                    <a:pt x="0" y="734"/>
                    <a:pt x="301" y="1201"/>
                  </a:cubicBezTo>
                  <a:cubicBezTo>
                    <a:pt x="501" y="1535"/>
                    <a:pt x="434" y="1868"/>
                    <a:pt x="367" y="2202"/>
                  </a:cubicBezTo>
                  <a:cubicBezTo>
                    <a:pt x="516" y="2073"/>
                    <a:pt x="664" y="2027"/>
                    <a:pt x="814" y="2027"/>
                  </a:cubicBezTo>
                  <a:cubicBezTo>
                    <a:pt x="1170" y="2027"/>
                    <a:pt x="1536" y="2288"/>
                    <a:pt x="1935" y="2335"/>
                  </a:cubicBezTo>
                  <a:cubicBezTo>
                    <a:pt x="1668" y="1802"/>
                    <a:pt x="1501" y="1435"/>
                    <a:pt x="1301" y="1001"/>
                  </a:cubicBezTo>
                  <a:cubicBezTo>
                    <a:pt x="1215" y="886"/>
                    <a:pt x="1153" y="721"/>
                    <a:pt x="1009" y="721"/>
                  </a:cubicBezTo>
                  <a:cubicBezTo>
                    <a:pt x="987" y="721"/>
                    <a:pt x="962" y="725"/>
                    <a:pt x="934" y="734"/>
                  </a:cubicBezTo>
                  <a:cubicBezTo>
                    <a:pt x="775" y="774"/>
                    <a:pt x="663" y="791"/>
                    <a:pt x="585" y="791"/>
                  </a:cubicBezTo>
                  <a:cubicBezTo>
                    <a:pt x="272" y="791"/>
                    <a:pt x="534" y="508"/>
                    <a:pt x="668" y="267"/>
                  </a:cubicBezTo>
                  <a:cubicBezTo>
                    <a:pt x="701" y="200"/>
                    <a:pt x="634" y="67"/>
                    <a:pt x="534" y="0"/>
                  </a:cubicBez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7"/>
            <p:cNvSpPr/>
            <p:nvPr/>
          </p:nvSpPr>
          <p:spPr>
            <a:xfrm>
              <a:off x="3307525" y="1930150"/>
              <a:ext cx="5025" cy="10050"/>
            </a:xfrm>
            <a:custGeom>
              <a:avLst/>
              <a:gdLst/>
              <a:ahLst/>
              <a:cxnLst/>
              <a:rect l="l" t="t" r="r" b="b"/>
              <a:pathLst>
                <a:path w="201" h="402" extrusionOk="0">
                  <a:moveTo>
                    <a:pt x="1" y="1"/>
                  </a:moveTo>
                  <a:cubicBezTo>
                    <a:pt x="1" y="168"/>
                    <a:pt x="34" y="334"/>
                    <a:pt x="201" y="401"/>
                  </a:cubicBezTo>
                  <a:cubicBezTo>
                    <a:pt x="168" y="234"/>
                    <a:pt x="134" y="67"/>
                    <a:pt x="1" y="1"/>
                  </a:cubicBez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7"/>
            <p:cNvSpPr/>
            <p:nvPr/>
          </p:nvSpPr>
          <p:spPr>
            <a:xfrm>
              <a:off x="3302525" y="1925150"/>
              <a:ext cx="4200" cy="5025"/>
            </a:xfrm>
            <a:custGeom>
              <a:avLst/>
              <a:gdLst/>
              <a:ahLst/>
              <a:cxnLst/>
              <a:rect l="l" t="t" r="r" b="b"/>
              <a:pathLst>
                <a:path w="168" h="201" extrusionOk="0">
                  <a:moveTo>
                    <a:pt x="167" y="1"/>
                  </a:moveTo>
                  <a:cubicBezTo>
                    <a:pt x="1" y="67"/>
                    <a:pt x="1" y="101"/>
                    <a:pt x="167" y="201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7"/>
            <p:cNvSpPr/>
            <p:nvPr/>
          </p:nvSpPr>
          <p:spPr>
            <a:xfrm>
              <a:off x="3304200" y="1832625"/>
              <a:ext cx="37550" cy="21900"/>
            </a:xfrm>
            <a:custGeom>
              <a:avLst/>
              <a:gdLst/>
              <a:ahLst/>
              <a:cxnLst/>
              <a:rect l="l" t="t" r="r" b="b"/>
              <a:pathLst>
                <a:path w="1502" h="876" extrusionOk="0">
                  <a:moveTo>
                    <a:pt x="1175" y="1"/>
                  </a:moveTo>
                  <a:cubicBezTo>
                    <a:pt x="687" y="1"/>
                    <a:pt x="308" y="280"/>
                    <a:pt x="0" y="699"/>
                  </a:cubicBezTo>
                  <a:cubicBezTo>
                    <a:pt x="177" y="829"/>
                    <a:pt x="353" y="875"/>
                    <a:pt x="530" y="875"/>
                  </a:cubicBezTo>
                  <a:cubicBezTo>
                    <a:pt x="854" y="875"/>
                    <a:pt x="1178" y="719"/>
                    <a:pt x="1501" y="633"/>
                  </a:cubicBezTo>
                  <a:cubicBezTo>
                    <a:pt x="1501" y="433"/>
                    <a:pt x="1501" y="232"/>
                    <a:pt x="1468" y="32"/>
                  </a:cubicBezTo>
                  <a:cubicBezTo>
                    <a:pt x="1366" y="11"/>
                    <a:pt x="1269" y="1"/>
                    <a:pt x="1175" y="1"/>
                  </a:cubicBezTo>
                  <a:close/>
                </a:path>
              </a:pathLst>
            </a:custGeom>
            <a:solidFill>
              <a:srgbClr val="FFC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7"/>
            <p:cNvSpPr/>
            <p:nvPr/>
          </p:nvSpPr>
          <p:spPr>
            <a:xfrm>
              <a:off x="3019000" y="4295175"/>
              <a:ext cx="80075" cy="75925"/>
            </a:xfrm>
            <a:custGeom>
              <a:avLst/>
              <a:gdLst/>
              <a:ahLst/>
              <a:cxnLst/>
              <a:rect l="l" t="t" r="r" b="b"/>
              <a:pathLst>
                <a:path w="3203" h="3037" extrusionOk="0">
                  <a:moveTo>
                    <a:pt x="2335" y="1"/>
                  </a:moveTo>
                  <a:cubicBezTo>
                    <a:pt x="2269" y="34"/>
                    <a:pt x="2235" y="34"/>
                    <a:pt x="2168" y="34"/>
                  </a:cubicBezTo>
                  <a:cubicBezTo>
                    <a:pt x="2002" y="168"/>
                    <a:pt x="1768" y="134"/>
                    <a:pt x="1735" y="268"/>
                  </a:cubicBezTo>
                  <a:cubicBezTo>
                    <a:pt x="1435" y="468"/>
                    <a:pt x="1101" y="635"/>
                    <a:pt x="834" y="835"/>
                  </a:cubicBezTo>
                  <a:cubicBezTo>
                    <a:pt x="434" y="1002"/>
                    <a:pt x="200" y="1268"/>
                    <a:pt x="34" y="1602"/>
                  </a:cubicBezTo>
                  <a:cubicBezTo>
                    <a:pt x="34" y="1635"/>
                    <a:pt x="34" y="1702"/>
                    <a:pt x="0" y="1769"/>
                  </a:cubicBezTo>
                  <a:cubicBezTo>
                    <a:pt x="0" y="1802"/>
                    <a:pt x="34" y="1869"/>
                    <a:pt x="34" y="1969"/>
                  </a:cubicBezTo>
                  <a:cubicBezTo>
                    <a:pt x="167" y="2002"/>
                    <a:pt x="234" y="2102"/>
                    <a:pt x="234" y="2202"/>
                  </a:cubicBezTo>
                  <a:cubicBezTo>
                    <a:pt x="501" y="2336"/>
                    <a:pt x="667" y="2536"/>
                    <a:pt x="734" y="2803"/>
                  </a:cubicBezTo>
                  <a:cubicBezTo>
                    <a:pt x="868" y="2803"/>
                    <a:pt x="934" y="2870"/>
                    <a:pt x="934" y="3003"/>
                  </a:cubicBezTo>
                  <a:cubicBezTo>
                    <a:pt x="1001" y="3036"/>
                    <a:pt x="1068" y="3036"/>
                    <a:pt x="1101" y="3036"/>
                  </a:cubicBezTo>
                  <a:cubicBezTo>
                    <a:pt x="1001" y="1602"/>
                    <a:pt x="1735" y="768"/>
                    <a:pt x="3069" y="301"/>
                  </a:cubicBezTo>
                  <a:cubicBezTo>
                    <a:pt x="3169" y="268"/>
                    <a:pt x="3203" y="134"/>
                    <a:pt x="3169" y="1"/>
                  </a:cubicBezTo>
                  <a:close/>
                </a:path>
              </a:pathLst>
            </a:custGeom>
            <a:solidFill>
              <a:srgbClr val="7D7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7"/>
            <p:cNvSpPr/>
            <p:nvPr/>
          </p:nvSpPr>
          <p:spPr>
            <a:xfrm>
              <a:off x="3017325" y="4312700"/>
              <a:ext cx="25050" cy="22525"/>
            </a:xfrm>
            <a:custGeom>
              <a:avLst/>
              <a:gdLst/>
              <a:ahLst/>
              <a:cxnLst/>
              <a:rect l="l" t="t" r="r" b="b"/>
              <a:pathLst>
                <a:path w="1002" h="901" extrusionOk="0">
                  <a:moveTo>
                    <a:pt x="935" y="0"/>
                  </a:moveTo>
                  <a:cubicBezTo>
                    <a:pt x="434" y="100"/>
                    <a:pt x="1" y="267"/>
                    <a:pt x="101" y="901"/>
                  </a:cubicBezTo>
                  <a:cubicBezTo>
                    <a:pt x="401" y="667"/>
                    <a:pt x="634" y="434"/>
                    <a:pt x="935" y="234"/>
                  </a:cubicBezTo>
                  <a:lnTo>
                    <a:pt x="1001" y="134"/>
                  </a:lnTo>
                  <a:cubicBezTo>
                    <a:pt x="1001" y="100"/>
                    <a:pt x="1001" y="67"/>
                    <a:pt x="935" y="0"/>
                  </a:cubicBezTo>
                  <a:close/>
                </a:path>
              </a:pathLst>
            </a:custGeom>
            <a:solidFill>
              <a:srgbClr val="FFBC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7"/>
            <p:cNvSpPr/>
            <p:nvPr/>
          </p:nvSpPr>
          <p:spPr>
            <a:xfrm>
              <a:off x="3023175" y="4286850"/>
              <a:ext cx="16700" cy="15875"/>
            </a:xfrm>
            <a:custGeom>
              <a:avLst/>
              <a:gdLst/>
              <a:ahLst/>
              <a:cxnLst/>
              <a:rect l="l" t="t" r="r" b="b"/>
              <a:pathLst>
                <a:path w="668" h="635" extrusionOk="0">
                  <a:moveTo>
                    <a:pt x="0" y="0"/>
                  </a:moveTo>
                  <a:cubicBezTo>
                    <a:pt x="33" y="434"/>
                    <a:pt x="400" y="467"/>
                    <a:pt x="667" y="634"/>
                  </a:cubicBezTo>
                  <a:cubicBezTo>
                    <a:pt x="600" y="200"/>
                    <a:pt x="400" y="0"/>
                    <a:pt x="0" y="0"/>
                  </a:cubicBezTo>
                  <a:close/>
                </a:path>
              </a:pathLst>
            </a:custGeom>
            <a:solidFill>
              <a:srgbClr val="FFB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7"/>
            <p:cNvSpPr/>
            <p:nvPr/>
          </p:nvSpPr>
          <p:spPr>
            <a:xfrm>
              <a:off x="3040675" y="4302350"/>
              <a:ext cx="21700" cy="16200"/>
            </a:xfrm>
            <a:custGeom>
              <a:avLst/>
              <a:gdLst/>
              <a:ahLst/>
              <a:cxnLst/>
              <a:rect l="l" t="t" r="r" b="b"/>
              <a:pathLst>
                <a:path w="868" h="648" extrusionOk="0">
                  <a:moveTo>
                    <a:pt x="770" y="1"/>
                  </a:moveTo>
                  <a:cubicBezTo>
                    <a:pt x="570" y="1"/>
                    <a:pt x="373" y="157"/>
                    <a:pt x="201" y="214"/>
                  </a:cubicBezTo>
                  <a:cubicBezTo>
                    <a:pt x="134" y="248"/>
                    <a:pt x="67" y="348"/>
                    <a:pt x="1" y="414"/>
                  </a:cubicBezTo>
                  <a:lnTo>
                    <a:pt x="1" y="648"/>
                  </a:lnTo>
                  <a:cubicBezTo>
                    <a:pt x="334" y="481"/>
                    <a:pt x="634" y="314"/>
                    <a:pt x="868" y="14"/>
                  </a:cubicBezTo>
                  <a:cubicBezTo>
                    <a:pt x="835" y="5"/>
                    <a:pt x="803" y="1"/>
                    <a:pt x="770" y="1"/>
                  </a:cubicBez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7"/>
            <p:cNvSpPr/>
            <p:nvPr/>
          </p:nvSpPr>
          <p:spPr>
            <a:xfrm>
              <a:off x="2381050" y="2610650"/>
              <a:ext cx="367775" cy="726375"/>
            </a:xfrm>
            <a:custGeom>
              <a:avLst/>
              <a:gdLst/>
              <a:ahLst/>
              <a:cxnLst/>
              <a:rect l="l" t="t" r="r" b="b"/>
              <a:pathLst>
                <a:path w="14711" h="29055" extrusionOk="0">
                  <a:moveTo>
                    <a:pt x="12909" y="0"/>
                  </a:moveTo>
                  <a:cubicBezTo>
                    <a:pt x="12843" y="134"/>
                    <a:pt x="12709" y="200"/>
                    <a:pt x="12542" y="267"/>
                  </a:cubicBezTo>
                  <a:cubicBezTo>
                    <a:pt x="12542" y="367"/>
                    <a:pt x="12442" y="467"/>
                    <a:pt x="12342" y="467"/>
                  </a:cubicBezTo>
                  <a:cubicBezTo>
                    <a:pt x="12342" y="601"/>
                    <a:pt x="12242" y="634"/>
                    <a:pt x="12109" y="667"/>
                  </a:cubicBezTo>
                  <a:cubicBezTo>
                    <a:pt x="11875" y="1101"/>
                    <a:pt x="11508" y="1335"/>
                    <a:pt x="11075" y="1601"/>
                  </a:cubicBezTo>
                  <a:cubicBezTo>
                    <a:pt x="11041" y="1701"/>
                    <a:pt x="10941" y="1802"/>
                    <a:pt x="10841" y="1802"/>
                  </a:cubicBezTo>
                  <a:cubicBezTo>
                    <a:pt x="10708" y="2035"/>
                    <a:pt x="10508" y="2202"/>
                    <a:pt x="10241" y="2302"/>
                  </a:cubicBezTo>
                  <a:cubicBezTo>
                    <a:pt x="10207" y="2435"/>
                    <a:pt x="10107" y="2469"/>
                    <a:pt x="10007" y="2469"/>
                  </a:cubicBezTo>
                  <a:cubicBezTo>
                    <a:pt x="9840" y="2702"/>
                    <a:pt x="9607" y="2836"/>
                    <a:pt x="9373" y="2936"/>
                  </a:cubicBezTo>
                  <a:cubicBezTo>
                    <a:pt x="9340" y="3036"/>
                    <a:pt x="9240" y="3136"/>
                    <a:pt x="9107" y="3136"/>
                  </a:cubicBezTo>
                  <a:cubicBezTo>
                    <a:pt x="9040" y="3336"/>
                    <a:pt x="8906" y="3369"/>
                    <a:pt x="8740" y="3436"/>
                  </a:cubicBezTo>
                  <a:cubicBezTo>
                    <a:pt x="8706" y="3536"/>
                    <a:pt x="8606" y="3603"/>
                    <a:pt x="8506" y="3603"/>
                  </a:cubicBezTo>
                  <a:cubicBezTo>
                    <a:pt x="8339" y="3836"/>
                    <a:pt x="8106" y="3970"/>
                    <a:pt x="7872" y="4036"/>
                  </a:cubicBezTo>
                  <a:cubicBezTo>
                    <a:pt x="7706" y="4303"/>
                    <a:pt x="7505" y="4437"/>
                    <a:pt x="7239" y="4503"/>
                  </a:cubicBezTo>
                  <a:cubicBezTo>
                    <a:pt x="7072" y="4770"/>
                    <a:pt x="6872" y="4870"/>
                    <a:pt x="6605" y="4970"/>
                  </a:cubicBezTo>
                  <a:cubicBezTo>
                    <a:pt x="6438" y="5204"/>
                    <a:pt x="6238" y="5337"/>
                    <a:pt x="6004" y="5437"/>
                  </a:cubicBezTo>
                  <a:cubicBezTo>
                    <a:pt x="5938" y="5538"/>
                    <a:pt x="5871" y="5638"/>
                    <a:pt x="5737" y="5638"/>
                  </a:cubicBezTo>
                  <a:cubicBezTo>
                    <a:pt x="5604" y="5838"/>
                    <a:pt x="5404" y="6005"/>
                    <a:pt x="5170" y="6105"/>
                  </a:cubicBezTo>
                  <a:cubicBezTo>
                    <a:pt x="5104" y="6205"/>
                    <a:pt x="5037" y="6305"/>
                    <a:pt x="4904" y="6305"/>
                  </a:cubicBezTo>
                  <a:cubicBezTo>
                    <a:pt x="4770" y="6538"/>
                    <a:pt x="4570" y="6705"/>
                    <a:pt x="4336" y="6805"/>
                  </a:cubicBezTo>
                  <a:cubicBezTo>
                    <a:pt x="4270" y="6939"/>
                    <a:pt x="4203" y="7005"/>
                    <a:pt x="4070" y="7005"/>
                  </a:cubicBezTo>
                  <a:cubicBezTo>
                    <a:pt x="3769" y="7372"/>
                    <a:pt x="3436" y="7706"/>
                    <a:pt x="3036" y="7939"/>
                  </a:cubicBezTo>
                  <a:cubicBezTo>
                    <a:pt x="3036" y="8039"/>
                    <a:pt x="2935" y="8139"/>
                    <a:pt x="2835" y="8139"/>
                  </a:cubicBezTo>
                  <a:cubicBezTo>
                    <a:pt x="2835" y="8273"/>
                    <a:pt x="2735" y="8340"/>
                    <a:pt x="2602" y="8340"/>
                  </a:cubicBezTo>
                  <a:cubicBezTo>
                    <a:pt x="2168" y="8907"/>
                    <a:pt x="1701" y="9440"/>
                    <a:pt x="1168" y="9874"/>
                  </a:cubicBezTo>
                  <a:cubicBezTo>
                    <a:pt x="1168" y="10007"/>
                    <a:pt x="1101" y="10108"/>
                    <a:pt x="1001" y="10141"/>
                  </a:cubicBezTo>
                  <a:cubicBezTo>
                    <a:pt x="934" y="10374"/>
                    <a:pt x="767" y="10575"/>
                    <a:pt x="567" y="10741"/>
                  </a:cubicBezTo>
                  <a:cubicBezTo>
                    <a:pt x="567" y="10941"/>
                    <a:pt x="534" y="11108"/>
                    <a:pt x="367" y="11175"/>
                  </a:cubicBezTo>
                  <a:cubicBezTo>
                    <a:pt x="367" y="11375"/>
                    <a:pt x="334" y="11509"/>
                    <a:pt x="167" y="11642"/>
                  </a:cubicBezTo>
                  <a:cubicBezTo>
                    <a:pt x="167" y="11875"/>
                    <a:pt x="167" y="12076"/>
                    <a:pt x="0" y="12309"/>
                  </a:cubicBezTo>
                  <a:cubicBezTo>
                    <a:pt x="0" y="12910"/>
                    <a:pt x="33" y="13543"/>
                    <a:pt x="33" y="14177"/>
                  </a:cubicBezTo>
                  <a:cubicBezTo>
                    <a:pt x="200" y="14444"/>
                    <a:pt x="234" y="14778"/>
                    <a:pt x="234" y="15044"/>
                  </a:cubicBezTo>
                  <a:cubicBezTo>
                    <a:pt x="434" y="15178"/>
                    <a:pt x="500" y="15411"/>
                    <a:pt x="534" y="15645"/>
                  </a:cubicBezTo>
                  <a:cubicBezTo>
                    <a:pt x="734" y="15812"/>
                    <a:pt x="867" y="16045"/>
                    <a:pt x="934" y="16312"/>
                  </a:cubicBezTo>
                  <a:cubicBezTo>
                    <a:pt x="1168" y="16479"/>
                    <a:pt x="1334" y="16679"/>
                    <a:pt x="1401" y="16946"/>
                  </a:cubicBezTo>
                  <a:cubicBezTo>
                    <a:pt x="1935" y="17513"/>
                    <a:pt x="2535" y="18047"/>
                    <a:pt x="3102" y="18647"/>
                  </a:cubicBezTo>
                  <a:cubicBezTo>
                    <a:pt x="3236" y="18647"/>
                    <a:pt x="3269" y="18714"/>
                    <a:pt x="3336" y="18847"/>
                  </a:cubicBezTo>
                  <a:cubicBezTo>
                    <a:pt x="3436" y="18847"/>
                    <a:pt x="3503" y="18947"/>
                    <a:pt x="3536" y="19047"/>
                  </a:cubicBezTo>
                  <a:cubicBezTo>
                    <a:pt x="3669" y="19047"/>
                    <a:pt x="3703" y="19147"/>
                    <a:pt x="3736" y="19281"/>
                  </a:cubicBezTo>
                  <a:cubicBezTo>
                    <a:pt x="3869" y="19281"/>
                    <a:pt x="3903" y="19347"/>
                    <a:pt x="3936" y="19481"/>
                  </a:cubicBezTo>
                  <a:cubicBezTo>
                    <a:pt x="4036" y="19514"/>
                    <a:pt x="4103" y="19548"/>
                    <a:pt x="4170" y="19681"/>
                  </a:cubicBezTo>
                  <a:cubicBezTo>
                    <a:pt x="4270" y="19714"/>
                    <a:pt x="4370" y="19781"/>
                    <a:pt x="4403" y="19881"/>
                  </a:cubicBezTo>
                  <a:cubicBezTo>
                    <a:pt x="4737" y="20048"/>
                    <a:pt x="5037" y="20281"/>
                    <a:pt x="5237" y="20548"/>
                  </a:cubicBezTo>
                  <a:cubicBezTo>
                    <a:pt x="5371" y="20548"/>
                    <a:pt x="5437" y="20615"/>
                    <a:pt x="5504" y="20715"/>
                  </a:cubicBezTo>
                  <a:cubicBezTo>
                    <a:pt x="5804" y="20849"/>
                    <a:pt x="6104" y="21049"/>
                    <a:pt x="6371" y="21349"/>
                  </a:cubicBezTo>
                  <a:cubicBezTo>
                    <a:pt x="6605" y="21449"/>
                    <a:pt x="6838" y="21549"/>
                    <a:pt x="7005" y="21783"/>
                  </a:cubicBezTo>
                  <a:cubicBezTo>
                    <a:pt x="7239" y="21816"/>
                    <a:pt x="7439" y="21949"/>
                    <a:pt x="7605" y="22183"/>
                  </a:cubicBezTo>
                  <a:cubicBezTo>
                    <a:pt x="7872" y="22216"/>
                    <a:pt x="8072" y="22350"/>
                    <a:pt x="8239" y="22616"/>
                  </a:cubicBezTo>
                  <a:cubicBezTo>
                    <a:pt x="8373" y="22616"/>
                    <a:pt x="8439" y="22650"/>
                    <a:pt x="8506" y="22783"/>
                  </a:cubicBezTo>
                  <a:cubicBezTo>
                    <a:pt x="8773" y="22850"/>
                    <a:pt x="8973" y="22983"/>
                    <a:pt x="9140" y="23184"/>
                  </a:cubicBezTo>
                  <a:cubicBezTo>
                    <a:pt x="9540" y="23350"/>
                    <a:pt x="9907" y="23517"/>
                    <a:pt x="10241" y="23817"/>
                  </a:cubicBezTo>
                  <a:cubicBezTo>
                    <a:pt x="10407" y="23817"/>
                    <a:pt x="10574" y="23851"/>
                    <a:pt x="10641" y="24017"/>
                  </a:cubicBezTo>
                  <a:cubicBezTo>
                    <a:pt x="11208" y="24084"/>
                    <a:pt x="11241" y="24351"/>
                    <a:pt x="10908" y="24718"/>
                  </a:cubicBezTo>
                  <a:cubicBezTo>
                    <a:pt x="10874" y="24885"/>
                    <a:pt x="10808" y="25052"/>
                    <a:pt x="10641" y="25152"/>
                  </a:cubicBezTo>
                  <a:cubicBezTo>
                    <a:pt x="10641" y="25285"/>
                    <a:pt x="10608" y="25352"/>
                    <a:pt x="10474" y="25385"/>
                  </a:cubicBezTo>
                  <a:cubicBezTo>
                    <a:pt x="10407" y="25652"/>
                    <a:pt x="10274" y="25885"/>
                    <a:pt x="10041" y="26019"/>
                  </a:cubicBezTo>
                  <a:cubicBezTo>
                    <a:pt x="9974" y="26152"/>
                    <a:pt x="9940" y="26219"/>
                    <a:pt x="9807" y="26286"/>
                  </a:cubicBezTo>
                  <a:cubicBezTo>
                    <a:pt x="9807" y="26386"/>
                    <a:pt x="9774" y="26486"/>
                    <a:pt x="9640" y="26519"/>
                  </a:cubicBezTo>
                  <a:cubicBezTo>
                    <a:pt x="9473" y="26853"/>
                    <a:pt x="9273" y="27153"/>
                    <a:pt x="8973" y="27353"/>
                  </a:cubicBezTo>
                  <a:cubicBezTo>
                    <a:pt x="9040" y="27653"/>
                    <a:pt x="9040" y="27887"/>
                    <a:pt x="9040" y="28187"/>
                  </a:cubicBezTo>
                  <a:cubicBezTo>
                    <a:pt x="9140" y="28187"/>
                    <a:pt x="9240" y="28220"/>
                    <a:pt x="9273" y="28354"/>
                  </a:cubicBezTo>
                  <a:lnTo>
                    <a:pt x="9807" y="28354"/>
                  </a:lnTo>
                  <a:cubicBezTo>
                    <a:pt x="10241" y="27987"/>
                    <a:pt x="10474" y="27453"/>
                    <a:pt x="11041" y="27120"/>
                  </a:cubicBezTo>
                  <a:lnTo>
                    <a:pt x="11041" y="27120"/>
                  </a:lnTo>
                  <a:cubicBezTo>
                    <a:pt x="11108" y="27520"/>
                    <a:pt x="10941" y="27820"/>
                    <a:pt x="10908" y="28120"/>
                  </a:cubicBezTo>
                  <a:cubicBezTo>
                    <a:pt x="10808" y="28888"/>
                    <a:pt x="10941" y="28988"/>
                    <a:pt x="11808" y="29054"/>
                  </a:cubicBezTo>
                  <a:cubicBezTo>
                    <a:pt x="12742" y="28721"/>
                    <a:pt x="12376" y="27887"/>
                    <a:pt x="12609" y="27320"/>
                  </a:cubicBezTo>
                  <a:lnTo>
                    <a:pt x="12609" y="27320"/>
                  </a:lnTo>
                  <a:cubicBezTo>
                    <a:pt x="12903" y="27777"/>
                    <a:pt x="12813" y="28522"/>
                    <a:pt x="13654" y="28522"/>
                  </a:cubicBezTo>
                  <a:cubicBezTo>
                    <a:pt x="13672" y="28522"/>
                    <a:pt x="13691" y="28521"/>
                    <a:pt x="13710" y="28521"/>
                  </a:cubicBezTo>
                  <a:cubicBezTo>
                    <a:pt x="13910" y="28387"/>
                    <a:pt x="14077" y="28321"/>
                    <a:pt x="14277" y="28220"/>
                  </a:cubicBezTo>
                  <a:cubicBezTo>
                    <a:pt x="14711" y="27887"/>
                    <a:pt x="14544" y="27487"/>
                    <a:pt x="14444" y="27053"/>
                  </a:cubicBezTo>
                  <a:cubicBezTo>
                    <a:pt x="14210" y="26052"/>
                    <a:pt x="13910" y="25152"/>
                    <a:pt x="13376" y="24284"/>
                  </a:cubicBezTo>
                  <a:cubicBezTo>
                    <a:pt x="12976" y="23717"/>
                    <a:pt x="12476" y="23350"/>
                    <a:pt x="11942" y="23017"/>
                  </a:cubicBezTo>
                  <a:cubicBezTo>
                    <a:pt x="10407" y="22183"/>
                    <a:pt x="8906" y="21249"/>
                    <a:pt x="7472" y="20281"/>
                  </a:cubicBezTo>
                  <a:cubicBezTo>
                    <a:pt x="5571" y="18880"/>
                    <a:pt x="3569" y="17513"/>
                    <a:pt x="2168" y="15545"/>
                  </a:cubicBezTo>
                  <a:cubicBezTo>
                    <a:pt x="1067" y="14010"/>
                    <a:pt x="1067" y="12609"/>
                    <a:pt x="2168" y="11108"/>
                  </a:cubicBezTo>
                  <a:cubicBezTo>
                    <a:pt x="2935" y="10007"/>
                    <a:pt x="3970" y="9207"/>
                    <a:pt x="4970" y="8340"/>
                  </a:cubicBezTo>
                  <a:cubicBezTo>
                    <a:pt x="7472" y="6138"/>
                    <a:pt x="10441" y="4470"/>
                    <a:pt x="12876" y="2135"/>
                  </a:cubicBezTo>
                  <a:cubicBezTo>
                    <a:pt x="13085" y="1956"/>
                    <a:pt x="13322" y="1830"/>
                    <a:pt x="13585" y="1830"/>
                  </a:cubicBezTo>
                  <a:cubicBezTo>
                    <a:pt x="13615" y="1830"/>
                    <a:pt x="13645" y="1831"/>
                    <a:pt x="13676" y="1835"/>
                  </a:cubicBezTo>
                  <a:cubicBezTo>
                    <a:pt x="14010" y="1802"/>
                    <a:pt x="14277" y="1701"/>
                    <a:pt x="14410" y="1368"/>
                  </a:cubicBezTo>
                  <a:cubicBezTo>
                    <a:pt x="14510" y="1134"/>
                    <a:pt x="14510" y="834"/>
                    <a:pt x="14444" y="601"/>
                  </a:cubicBezTo>
                  <a:cubicBezTo>
                    <a:pt x="14177" y="467"/>
                    <a:pt x="13910" y="300"/>
                    <a:pt x="13610" y="167"/>
                  </a:cubicBezTo>
                  <a:cubicBezTo>
                    <a:pt x="13310" y="167"/>
                    <a:pt x="13043" y="167"/>
                    <a:pt x="12909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7"/>
            <p:cNvSpPr/>
            <p:nvPr/>
          </p:nvSpPr>
          <p:spPr>
            <a:xfrm>
              <a:off x="2663750" y="3269450"/>
              <a:ext cx="61725" cy="326100"/>
            </a:xfrm>
            <a:custGeom>
              <a:avLst/>
              <a:gdLst/>
              <a:ahLst/>
              <a:cxnLst/>
              <a:rect l="l" t="t" r="r" b="b"/>
              <a:pathLst>
                <a:path w="2469" h="13044" extrusionOk="0">
                  <a:moveTo>
                    <a:pt x="1234" y="0"/>
                  </a:moveTo>
                  <a:cubicBezTo>
                    <a:pt x="1134" y="467"/>
                    <a:pt x="1101" y="834"/>
                    <a:pt x="1001" y="1201"/>
                  </a:cubicBezTo>
                  <a:cubicBezTo>
                    <a:pt x="901" y="1668"/>
                    <a:pt x="967" y="2202"/>
                    <a:pt x="567" y="2602"/>
                  </a:cubicBezTo>
                  <a:cubicBezTo>
                    <a:pt x="467" y="3269"/>
                    <a:pt x="634" y="3870"/>
                    <a:pt x="434" y="4504"/>
                  </a:cubicBezTo>
                  <a:cubicBezTo>
                    <a:pt x="434" y="6305"/>
                    <a:pt x="434" y="8106"/>
                    <a:pt x="134" y="9841"/>
                  </a:cubicBezTo>
                  <a:cubicBezTo>
                    <a:pt x="300" y="10942"/>
                    <a:pt x="0" y="11976"/>
                    <a:pt x="167" y="13043"/>
                  </a:cubicBezTo>
                  <a:cubicBezTo>
                    <a:pt x="334" y="12976"/>
                    <a:pt x="334" y="12710"/>
                    <a:pt x="467" y="12643"/>
                  </a:cubicBezTo>
                  <a:cubicBezTo>
                    <a:pt x="1068" y="12276"/>
                    <a:pt x="1468" y="11942"/>
                    <a:pt x="934" y="11175"/>
                  </a:cubicBezTo>
                  <a:cubicBezTo>
                    <a:pt x="834" y="11142"/>
                    <a:pt x="1001" y="10875"/>
                    <a:pt x="1101" y="10708"/>
                  </a:cubicBezTo>
                  <a:cubicBezTo>
                    <a:pt x="1434" y="10141"/>
                    <a:pt x="1468" y="9607"/>
                    <a:pt x="1068" y="9040"/>
                  </a:cubicBezTo>
                  <a:cubicBezTo>
                    <a:pt x="734" y="8607"/>
                    <a:pt x="801" y="8040"/>
                    <a:pt x="834" y="7539"/>
                  </a:cubicBezTo>
                  <a:lnTo>
                    <a:pt x="834" y="7539"/>
                  </a:lnTo>
                  <a:cubicBezTo>
                    <a:pt x="1668" y="7606"/>
                    <a:pt x="1068" y="8373"/>
                    <a:pt x="1568" y="8673"/>
                  </a:cubicBezTo>
                  <a:cubicBezTo>
                    <a:pt x="1601" y="8106"/>
                    <a:pt x="2168" y="7506"/>
                    <a:pt x="1234" y="7206"/>
                  </a:cubicBezTo>
                  <a:cubicBezTo>
                    <a:pt x="967" y="7139"/>
                    <a:pt x="1168" y="7005"/>
                    <a:pt x="1268" y="6939"/>
                  </a:cubicBezTo>
                  <a:cubicBezTo>
                    <a:pt x="1501" y="6705"/>
                    <a:pt x="1601" y="6472"/>
                    <a:pt x="1434" y="6172"/>
                  </a:cubicBezTo>
                  <a:cubicBezTo>
                    <a:pt x="1268" y="5805"/>
                    <a:pt x="1568" y="5538"/>
                    <a:pt x="1601" y="5271"/>
                  </a:cubicBezTo>
                  <a:cubicBezTo>
                    <a:pt x="1668" y="4670"/>
                    <a:pt x="967" y="4937"/>
                    <a:pt x="934" y="4670"/>
                  </a:cubicBezTo>
                  <a:cubicBezTo>
                    <a:pt x="834" y="4270"/>
                    <a:pt x="801" y="3837"/>
                    <a:pt x="1001" y="3436"/>
                  </a:cubicBezTo>
                  <a:cubicBezTo>
                    <a:pt x="1156" y="3169"/>
                    <a:pt x="1357" y="3140"/>
                    <a:pt x="1552" y="3140"/>
                  </a:cubicBezTo>
                  <a:cubicBezTo>
                    <a:pt x="1608" y="3140"/>
                    <a:pt x="1663" y="3142"/>
                    <a:pt x="1717" y="3142"/>
                  </a:cubicBezTo>
                  <a:cubicBezTo>
                    <a:pt x="1757" y="3142"/>
                    <a:pt x="1797" y="3141"/>
                    <a:pt x="1835" y="3136"/>
                  </a:cubicBezTo>
                  <a:cubicBezTo>
                    <a:pt x="1968" y="2969"/>
                    <a:pt x="2135" y="2836"/>
                    <a:pt x="2268" y="2669"/>
                  </a:cubicBezTo>
                  <a:cubicBezTo>
                    <a:pt x="2235" y="2669"/>
                    <a:pt x="2168" y="2669"/>
                    <a:pt x="2168" y="2636"/>
                  </a:cubicBezTo>
                  <a:cubicBezTo>
                    <a:pt x="2168" y="2502"/>
                    <a:pt x="2235" y="2469"/>
                    <a:pt x="2302" y="2469"/>
                  </a:cubicBezTo>
                  <a:cubicBezTo>
                    <a:pt x="2435" y="2369"/>
                    <a:pt x="2469" y="2202"/>
                    <a:pt x="2469" y="2035"/>
                  </a:cubicBezTo>
                  <a:cubicBezTo>
                    <a:pt x="1968" y="1835"/>
                    <a:pt x="1835" y="1435"/>
                    <a:pt x="1735" y="968"/>
                  </a:cubicBezTo>
                  <a:cubicBezTo>
                    <a:pt x="1635" y="668"/>
                    <a:pt x="1668" y="201"/>
                    <a:pt x="1234" y="0"/>
                  </a:cubicBezTo>
                  <a:close/>
                </a:path>
              </a:pathLst>
            </a:custGeom>
            <a:solidFill>
              <a:srgbClr val="FEBB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7"/>
            <p:cNvSpPr/>
            <p:nvPr/>
          </p:nvSpPr>
          <p:spPr>
            <a:xfrm>
              <a:off x="3077425" y="4297950"/>
              <a:ext cx="160925" cy="189725"/>
            </a:xfrm>
            <a:custGeom>
              <a:avLst/>
              <a:gdLst/>
              <a:ahLst/>
              <a:cxnLst/>
              <a:rect l="l" t="t" r="r" b="b"/>
              <a:pathLst>
                <a:path w="6437" h="7589" extrusionOk="0">
                  <a:moveTo>
                    <a:pt x="1285" y="2383"/>
                  </a:moveTo>
                  <a:cubicBezTo>
                    <a:pt x="1321" y="2383"/>
                    <a:pt x="1359" y="2395"/>
                    <a:pt x="1399" y="2425"/>
                  </a:cubicBezTo>
                  <a:cubicBezTo>
                    <a:pt x="1290" y="2434"/>
                    <a:pt x="1188" y="2446"/>
                    <a:pt x="1093" y="2459"/>
                  </a:cubicBezTo>
                  <a:lnTo>
                    <a:pt x="1093" y="2459"/>
                  </a:lnTo>
                  <a:cubicBezTo>
                    <a:pt x="1160" y="2420"/>
                    <a:pt x="1221" y="2383"/>
                    <a:pt x="1285" y="2383"/>
                  </a:cubicBezTo>
                  <a:close/>
                  <a:moveTo>
                    <a:pt x="1450" y="5335"/>
                  </a:moveTo>
                  <a:cubicBezTo>
                    <a:pt x="1497" y="5350"/>
                    <a:pt x="1547" y="5356"/>
                    <a:pt x="1566" y="5394"/>
                  </a:cubicBezTo>
                  <a:cubicBezTo>
                    <a:pt x="1560" y="5397"/>
                    <a:pt x="1554" y="5398"/>
                    <a:pt x="1547" y="5398"/>
                  </a:cubicBezTo>
                  <a:cubicBezTo>
                    <a:pt x="1515" y="5398"/>
                    <a:pt x="1483" y="5360"/>
                    <a:pt x="1450" y="5335"/>
                  </a:cubicBezTo>
                  <a:close/>
                  <a:moveTo>
                    <a:pt x="2077" y="1"/>
                  </a:moveTo>
                  <a:cubicBezTo>
                    <a:pt x="1799" y="1"/>
                    <a:pt x="1541" y="81"/>
                    <a:pt x="1499" y="390"/>
                  </a:cubicBezTo>
                  <a:cubicBezTo>
                    <a:pt x="1399" y="957"/>
                    <a:pt x="2033" y="924"/>
                    <a:pt x="2400" y="1024"/>
                  </a:cubicBezTo>
                  <a:cubicBezTo>
                    <a:pt x="2455" y="1042"/>
                    <a:pt x="2490" y="1061"/>
                    <a:pt x="2510" y="1068"/>
                  </a:cubicBezTo>
                  <a:lnTo>
                    <a:pt x="2510" y="1068"/>
                  </a:lnTo>
                  <a:cubicBezTo>
                    <a:pt x="1920" y="1329"/>
                    <a:pt x="1426" y="1524"/>
                    <a:pt x="899" y="1524"/>
                  </a:cubicBezTo>
                  <a:cubicBezTo>
                    <a:pt x="599" y="1524"/>
                    <a:pt x="165" y="1658"/>
                    <a:pt x="198" y="2025"/>
                  </a:cubicBezTo>
                  <a:cubicBezTo>
                    <a:pt x="228" y="2379"/>
                    <a:pt x="572" y="2472"/>
                    <a:pt x="905" y="2489"/>
                  </a:cubicBezTo>
                  <a:lnTo>
                    <a:pt x="905" y="2489"/>
                  </a:lnTo>
                  <a:cubicBezTo>
                    <a:pt x="155" y="2629"/>
                    <a:pt x="1" y="2921"/>
                    <a:pt x="365" y="3426"/>
                  </a:cubicBezTo>
                  <a:cubicBezTo>
                    <a:pt x="765" y="4026"/>
                    <a:pt x="999" y="4693"/>
                    <a:pt x="1366" y="5260"/>
                  </a:cubicBezTo>
                  <a:cubicBezTo>
                    <a:pt x="1374" y="5283"/>
                    <a:pt x="1387" y="5299"/>
                    <a:pt x="1403" y="5311"/>
                  </a:cubicBezTo>
                  <a:lnTo>
                    <a:pt x="1403" y="5311"/>
                  </a:lnTo>
                  <a:cubicBezTo>
                    <a:pt x="1402" y="5311"/>
                    <a:pt x="1401" y="5311"/>
                    <a:pt x="1400" y="5311"/>
                  </a:cubicBezTo>
                  <a:cubicBezTo>
                    <a:pt x="1389" y="5311"/>
                    <a:pt x="1377" y="5316"/>
                    <a:pt x="1366" y="5327"/>
                  </a:cubicBezTo>
                  <a:cubicBezTo>
                    <a:pt x="1099" y="5327"/>
                    <a:pt x="866" y="5327"/>
                    <a:pt x="932" y="5694"/>
                  </a:cubicBezTo>
                  <a:cubicBezTo>
                    <a:pt x="1433" y="6094"/>
                    <a:pt x="2033" y="6428"/>
                    <a:pt x="2066" y="7195"/>
                  </a:cubicBezTo>
                  <a:cubicBezTo>
                    <a:pt x="2100" y="7328"/>
                    <a:pt x="2100" y="7395"/>
                    <a:pt x="2166" y="7529"/>
                  </a:cubicBezTo>
                  <a:cubicBezTo>
                    <a:pt x="2273" y="7570"/>
                    <a:pt x="2372" y="7589"/>
                    <a:pt x="2464" y="7589"/>
                  </a:cubicBezTo>
                  <a:cubicBezTo>
                    <a:pt x="2744" y="7589"/>
                    <a:pt x="2958" y="7413"/>
                    <a:pt x="3134" y="7162"/>
                  </a:cubicBezTo>
                  <a:cubicBezTo>
                    <a:pt x="3467" y="6828"/>
                    <a:pt x="3601" y="6328"/>
                    <a:pt x="3968" y="6028"/>
                  </a:cubicBezTo>
                  <a:cubicBezTo>
                    <a:pt x="4135" y="5727"/>
                    <a:pt x="4135" y="5394"/>
                    <a:pt x="4401" y="5160"/>
                  </a:cubicBezTo>
                  <a:cubicBezTo>
                    <a:pt x="4535" y="5060"/>
                    <a:pt x="4602" y="4993"/>
                    <a:pt x="4735" y="4893"/>
                  </a:cubicBezTo>
                  <a:cubicBezTo>
                    <a:pt x="4735" y="4827"/>
                    <a:pt x="4768" y="4693"/>
                    <a:pt x="4768" y="4560"/>
                  </a:cubicBezTo>
                  <a:cubicBezTo>
                    <a:pt x="4802" y="4059"/>
                    <a:pt x="4868" y="3659"/>
                    <a:pt x="5135" y="3192"/>
                  </a:cubicBezTo>
                  <a:cubicBezTo>
                    <a:pt x="6436" y="1057"/>
                    <a:pt x="6436" y="1224"/>
                    <a:pt x="4435" y="223"/>
                  </a:cubicBezTo>
                  <a:cubicBezTo>
                    <a:pt x="3834" y="190"/>
                    <a:pt x="3201" y="190"/>
                    <a:pt x="2567" y="57"/>
                  </a:cubicBezTo>
                  <a:cubicBezTo>
                    <a:pt x="2427" y="31"/>
                    <a:pt x="2248" y="1"/>
                    <a:pt x="2077" y="1"/>
                  </a:cubicBezTo>
                  <a:close/>
                </a:path>
              </a:pathLst>
            </a:custGeom>
            <a:solidFill>
              <a:srgbClr val="554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7"/>
            <p:cNvSpPr/>
            <p:nvPr/>
          </p:nvSpPr>
          <p:spPr>
            <a:xfrm>
              <a:off x="3189950" y="4304350"/>
              <a:ext cx="50050" cy="107600"/>
            </a:xfrm>
            <a:custGeom>
              <a:avLst/>
              <a:gdLst/>
              <a:ahLst/>
              <a:cxnLst/>
              <a:rect l="l" t="t" r="r" b="b"/>
              <a:pathLst>
                <a:path w="2002" h="4304" extrusionOk="0">
                  <a:moveTo>
                    <a:pt x="0" y="1"/>
                  </a:moveTo>
                  <a:lnTo>
                    <a:pt x="0" y="1"/>
                  </a:lnTo>
                  <a:cubicBezTo>
                    <a:pt x="167" y="301"/>
                    <a:pt x="367" y="434"/>
                    <a:pt x="701" y="568"/>
                  </a:cubicBezTo>
                  <a:cubicBezTo>
                    <a:pt x="1335" y="701"/>
                    <a:pt x="1435" y="1168"/>
                    <a:pt x="1201" y="1802"/>
                  </a:cubicBezTo>
                  <a:cubicBezTo>
                    <a:pt x="1035" y="2236"/>
                    <a:pt x="701" y="2569"/>
                    <a:pt x="434" y="2936"/>
                  </a:cubicBezTo>
                  <a:cubicBezTo>
                    <a:pt x="167" y="3403"/>
                    <a:pt x="0" y="3803"/>
                    <a:pt x="367" y="4304"/>
                  </a:cubicBezTo>
                  <a:cubicBezTo>
                    <a:pt x="601" y="3770"/>
                    <a:pt x="868" y="3236"/>
                    <a:pt x="1168" y="2736"/>
                  </a:cubicBezTo>
                  <a:cubicBezTo>
                    <a:pt x="1435" y="2102"/>
                    <a:pt x="1868" y="1502"/>
                    <a:pt x="2002" y="801"/>
                  </a:cubicBezTo>
                  <a:cubicBezTo>
                    <a:pt x="1401" y="334"/>
                    <a:pt x="734" y="67"/>
                    <a:pt x="0" y="1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7"/>
            <p:cNvSpPr/>
            <p:nvPr/>
          </p:nvSpPr>
          <p:spPr>
            <a:xfrm>
              <a:off x="4876650" y="3119350"/>
              <a:ext cx="87925" cy="274375"/>
            </a:xfrm>
            <a:custGeom>
              <a:avLst/>
              <a:gdLst/>
              <a:ahLst/>
              <a:cxnLst/>
              <a:rect l="l" t="t" r="r" b="b"/>
              <a:pathLst>
                <a:path w="3517" h="10975" extrusionOk="0">
                  <a:moveTo>
                    <a:pt x="3516" y="0"/>
                  </a:moveTo>
                  <a:cubicBezTo>
                    <a:pt x="3283" y="134"/>
                    <a:pt x="3150" y="300"/>
                    <a:pt x="3083" y="534"/>
                  </a:cubicBezTo>
                  <a:cubicBezTo>
                    <a:pt x="2916" y="1034"/>
                    <a:pt x="2516" y="1334"/>
                    <a:pt x="2082" y="1535"/>
                  </a:cubicBezTo>
                  <a:cubicBezTo>
                    <a:pt x="1815" y="1735"/>
                    <a:pt x="1415" y="1601"/>
                    <a:pt x="1248" y="2002"/>
                  </a:cubicBezTo>
                  <a:cubicBezTo>
                    <a:pt x="1208" y="2000"/>
                    <a:pt x="1168" y="1999"/>
                    <a:pt x="1130" y="1999"/>
                  </a:cubicBezTo>
                  <a:cubicBezTo>
                    <a:pt x="316" y="1999"/>
                    <a:pt x="0" y="2341"/>
                    <a:pt x="414" y="3169"/>
                  </a:cubicBezTo>
                  <a:cubicBezTo>
                    <a:pt x="481" y="4303"/>
                    <a:pt x="781" y="5371"/>
                    <a:pt x="981" y="6505"/>
                  </a:cubicBezTo>
                  <a:cubicBezTo>
                    <a:pt x="1282" y="8006"/>
                    <a:pt x="1482" y="9507"/>
                    <a:pt x="1915" y="10975"/>
                  </a:cubicBezTo>
                  <a:cubicBezTo>
                    <a:pt x="2015" y="10408"/>
                    <a:pt x="1682" y="9807"/>
                    <a:pt x="2082" y="9273"/>
                  </a:cubicBezTo>
                  <a:cubicBezTo>
                    <a:pt x="2082" y="8006"/>
                    <a:pt x="2249" y="6805"/>
                    <a:pt x="2616" y="5604"/>
                  </a:cubicBezTo>
                  <a:cubicBezTo>
                    <a:pt x="2616" y="5204"/>
                    <a:pt x="2516" y="4837"/>
                    <a:pt x="2783" y="4503"/>
                  </a:cubicBezTo>
                  <a:cubicBezTo>
                    <a:pt x="2783" y="3803"/>
                    <a:pt x="2849" y="3169"/>
                    <a:pt x="3150" y="2535"/>
                  </a:cubicBezTo>
                  <a:cubicBezTo>
                    <a:pt x="3150" y="1835"/>
                    <a:pt x="3183" y="1101"/>
                    <a:pt x="3516" y="400"/>
                  </a:cubicBezTo>
                  <a:lnTo>
                    <a:pt x="3516" y="0"/>
                  </a:lnTo>
                  <a:close/>
                </a:path>
              </a:pathLst>
            </a:custGeom>
            <a:solidFill>
              <a:srgbClr val="93C2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7"/>
            <p:cNvSpPr/>
            <p:nvPr/>
          </p:nvSpPr>
          <p:spPr>
            <a:xfrm>
              <a:off x="3157425" y="4448625"/>
              <a:ext cx="21700" cy="28375"/>
            </a:xfrm>
            <a:custGeom>
              <a:avLst/>
              <a:gdLst/>
              <a:ahLst/>
              <a:cxnLst/>
              <a:rect l="l" t="t" r="r" b="b"/>
              <a:pathLst>
                <a:path w="868" h="1135" extrusionOk="0">
                  <a:moveTo>
                    <a:pt x="834" y="1"/>
                  </a:moveTo>
                  <a:lnTo>
                    <a:pt x="834" y="1"/>
                  </a:lnTo>
                  <a:cubicBezTo>
                    <a:pt x="334" y="201"/>
                    <a:pt x="134" y="668"/>
                    <a:pt x="1" y="1135"/>
                  </a:cubicBezTo>
                  <a:cubicBezTo>
                    <a:pt x="134" y="1068"/>
                    <a:pt x="234" y="1068"/>
                    <a:pt x="334" y="1001"/>
                  </a:cubicBezTo>
                  <a:cubicBezTo>
                    <a:pt x="367" y="868"/>
                    <a:pt x="401" y="834"/>
                    <a:pt x="534" y="801"/>
                  </a:cubicBezTo>
                  <a:cubicBezTo>
                    <a:pt x="534" y="501"/>
                    <a:pt x="868" y="334"/>
                    <a:pt x="834" y="1"/>
                  </a:cubicBezTo>
                  <a:close/>
                </a:path>
              </a:pathLst>
            </a:custGeom>
            <a:solidFill>
              <a:srgbClr val="7065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7"/>
            <p:cNvSpPr/>
            <p:nvPr/>
          </p:nvSpPr>
          <p:spPr>
            <a:xfrm>
              <a:off x="3177450" y="4427775"/>
              <a:ext cx="10850" cy="21700"/>
            </a:xfrm>
            <a:custGeom>
              <a:avLst/>
              <a:gdLst/>
              <a:ahLst/>
              <a:cxnLst/>
              <a:rect l="l" t="t" r="r" b="b"/>
              <a:pathLst>
                <a:path w="434" h="868" extrusionOk="0">
                  <a:moveTo>
                    <a:pt x="434" y="1"/>
                  </a:moveTo>
                  <a:cubicBezTo>
                    <a:pt x="67" y="167"/>
                    <a:pt x="0" y="501"/>
                    <a:pt x="33" y="868"/>
                  </a:cubicBezTo>
                  <a:cubicBezTo>
                    <a:pt x="167" y="734"/>
                    <a:pt x="267" y="668"/>
                    <a:pt x="367" y="568"/>
                  </a:cubicBezTo>
                  <a:cubicBezTo>
                    <a:pt x="400" y="368"/>
                    <a:pt x="400" y="201"/>
                    <a:pt x="434" y="1"/>
                  </a:cubicBezTo>
                  <a:close/>
                </a:path>
              </a:pathLst>
            </a:custGeom>
            <a:solidFill>
              <a:srgbClr val="7065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7"/>
            <p:cNvSpPr/>
            <p:nvPr/>
          </p:nvSpPr>
          <p:spPr>
            <a:xfrm>
              <a:off x="3033175" y="4294800"/>
              <a:ext cx="156800" cy="145500"/>
            </a:xfrm>
            <a:custGeom>
              <a:avLst/>
              <a:gdLst/>
              <a:ahLst/>
              <a:cxnLst/>
              <a:rect l="l" t="t" r="r" b="b"/>
              <a:pathLst>
                <a:path w="6272" h="5820" extrusionOk="0">
                  <a:moveTo>
                    <a:pt x="3856" y="1"/>
                  </a:moveTo>
                  <a:cubicBezTo>
                    <a:pt x="3416" y="1"/>
                    <a:pt x="2967" y="45"/>
                    <a:pt x="2502" y="149"/>
                  </a:cubicBezTo>
                  <a:cubicBezTo>
                    <a:pt x="2335" y="349"/>
                    <a:pt x="2135" y="249"/>
                    <a:pt x="1935" y="349"/>
                  </a:cubicBezTo>
                  <a:cubicBezTo>
                    <a:pt x="367" y="883"/>
                    <a:pt x="0" y="1550"/>
                    <a:pt x="467" y="3151"/>
                  </a:cubicBezTo>
                  <a:cubicBezTo>
                    <a:pt x="501" y="3218"/>
                    <a:pt x="501" y="3251"/>
                    <a:pt x="501" y="3352"/>
                  </a:cubicBezTo>
                  <a:cubicBezTo>
                    <a:pt x="634" y="3352"/>
                    <a:pt x="701" y="3418"/>
                    <a:pt x="701" y="3552"/>
                  </a:cubicBezTo>
                  <a:cubicBezTo>
                    <a:pt x="868" y="3652"/>
                    <a:pt x="934" y="3752"/>
                    <a:pt x="968" y="3919"/>
                  </a:cubicBezTo>
                  <a:cubicBezTo>
                    <a:pt x="1101" y="3919"/>
                    <a:pt x="1168" y="4019"/>
                    <a:pt x="1168" y="4152"/>
                  </a:cubicBezTo>
                  <a:cubicBezTo>
                    <a:pt x="1435" y="4252"/>
                    <a:pt x="1535" y="4486"/>
                    <a:pt x="1635" y="4753"/>
                  </a:cubicBezTo>
                  <a:cubicBezTo>
                    <a:pt x="1768" y="4753"/>
                    <a:pt x="1835" y="4853"/>
                    <a:pt x="1835" y="4986"/>
                  </a:cubicBezTo>
                  <a:cubicBezTo>
                    <a:pt x="2002" y="5053"/>
                    <a:pt x="2102" y="5186"/>
                    <a:pt x="2135" y="5353"/>
                  </a:cubicBezTo>
                  <a:cubicBezTo>
                    <a:pt x="2269" y="5353"/>
                    <a:pt x="2335" y="5420"/>
                    <a:pt x="2335" y="5553"/>
                  </a:cubicBezTo>
                  <a:cubicBezTo>
                    <a:pt x="2469" y="5586"/>
                    <a:pt x="2535" y="5687"/>
                    <a:pt x="2535" y="5820"/>
                  </a:cubicBezTo>
                  <a:lnTo>
                    <a:pt x="2702" y="5820"/>
                  </a:lnTo>
                  <a:cubicBezTo>
                    <a:pt x="2869" y="5553"/>
                    <a:pt x="3136" y="5553"/>
                    <a:pt x="3369" y="5553"/>
                  </a:cubicBezTo>
                  <a:cubicBezTo>
                    <a:pt x="3036" y="4819"/>
                    <a:pt x="2936" y="3985"/>
                    <a:pt x="2302" y="3385"/>
                  </a:cubicBezTo>
                  <a:cubicBezTo>
                    <a:pt x="1968" y="3085"/>
                    <a:pt x="2169" y="2918"/>
                    <a:pt x="2502" y="2818"/>
                  </a:cubicBezTo>
                  <a:cubicBezTo>
                    <a:pt x="2936" y="2718"/>
                    <a:pt x="3369" y="2818"/>
                    <a:pt x="3803" y="2418"/>
                  </a:cubicBezTo>
                  <a:cubicBezTo>
                    <a:pt x="3680" y="2392"/>
                    <a:pt x="3560" y="2383"/>
                    <a:pt x="3442" y="2383"/>
                  </a:cubicBezTo>
                  <a:cubicBezTo>
                    <a:pt x="3230" y="2383"/>
                    <a:pt x="3026" y="2410"/>
                    <a:pt x="2830" y="2410"/>
                  </a:cubicBezTo>
                  <a:cubicBezTo>
                    <a:pt x="2573" y="2410"/>
                    <a:pt x="2330" y="2364"/>
                    <a:pt x="2102" y="2151"/>
                  </a:cubicBezTo>
                  <a:cubicBezTo>
                    <a:pt x="2435" y="1873"/>
                    <a:pt x="2792" y="1850"/>
                    <a:pt x="3133" y="1850"/>
                  </a:cubicBezTo>
                  <a:cubicBezTo>
                    <a:pt x="3202" y="1850"/>
                    <a:pt x="3269" y="1850"/>
                    <a:pt x="3336" y="1850"/>
                  </a:cubicBezTo>
                  <a:cubicBezTo>
                    <a:pt x="3482" y="1850"/>
                    <a:pt x="3669" y="1930"/>
                    <a:pt x="3813" y="1930"/>
                  </a:cubicBezTo>
                  <a:cubicBezTo>
                    <a:pt x="3965" y="1930"/>
                    <a:pt x="4071" y="1842"/>
                    <a:pt x="4037" y="1484"/>
                  </a:cubicBezTo>
                  <a:cubicBezTo>
                    <a:pt x="4037" y="1415"/>
                    <a:pt x="4064" y="1390"/>
                    <a:pt x="4101" y="1390"/>
                  </a:cubicBezTo>
                  <a:cubicBezTo>
                    <a:pt x="4173" y="1390"/>
                    <a:pt x="4281" y="1484"/>
                    <a:pt x="4303" y="1550"/>
                  </a:cubicBezTo>
                  <a:cubicBezTo>
                    <a:pt x="4351" y="1645"/>
                    <a:pt x="4398" y="1739"/>
                    <a:pt x="4480" y="1739"/>
                  </a:cubicBezTo>
                  <a:cubicBezTo>
                    <a:pt x="4514" y="1739"/>
                    <a:pt x="4555" y="1723"/>
                    <a:pt x="4604" y="1684"/>
                  </a:cubicBezTo>
                  <a:cubicBezTo>
                    <a:pt x="4704" y="1617"/>
                    <a:pt x="4704" y="1450"/>
                    <a:pt x="4637" y="1317"/>
                  </a:cubicBezTo>
                  <a:cubicBezTo>
                    <a:pt x="4470" y="1050"/>
                    <a:pt x="4270" y="850"/>
                    <a:pt x="3936" y="850"/>
                  </a:cubicBezTo>
                  <a:cubicBezTo>
                    <a:pt x="3703" y="850"/>
                    <a:pt x="3503" y="850"/>
                    <a:pt x="3369" y="616"/>
                  </a:cubicBezTo>
                  <a:cubicBezTo>
                    <a:pt x="3507" y="324"/>
                    <a:pt x="3706" y="253"/>
                    <a:pt x="3918" y="253"/>
                  </a:cubicBezTo>
                  <a:cubicBezTo>
                    <a:pt x="4116" y="253"/>
                    <a:pt x="4326" y="316"/>
                    <a:pt x="4504" y="316"/>
                  </a:cubicBezTo>
                  <a:cubicBezTo>
                    <a:pt x="4916" y="316"/>
                    <a:pt x="5313" y="489"/>
                    <a:pt x="5716" y="489"/>
                  </a:cubicBezTo>
                  <a:cubicBezTo>
                    <a:pt x="5899" y="489"/>
                    <a:pt x="6084" y="454"/>
                    <a:pt x="6271" y="349"/>
                  </a:cubicBezTo>
                  <a:cubicBezTo>
                    <a:pt x="5468" y="154"/>
                    <a:pt x="4678" y="1"/>
                    <a:pt x="3856" y="1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7"/>
            <p:cNvSpPr/>
            <p:nvPr/>
          </p:nvSpPr>
          <p:spPr>
            <a:xfrm>
              <a:off x="3102375" y="4440275"/>
              <a:ext cx="34225" cy="37575"/>
            </a:xfrm>
            <a:custGeom>
              <a:avLst/>
              <a:gdLst/>
              <a:ahLst/>
              <a:cxnLst/>
              <a:rect l="l" t="t" r="r" b="b"/>
              <a:pathLst>
                <a:path w="1369" h="1503" extrusionOk="0">
                  <a:moveTo>
                    <a:pt x="1" y="1"/>
                  </a:moveTo>
                  <a:cubicBezTo>
                    <a:pt x="1" y="134"/>
                    <a:pt x="34" y="234"/>
                    <a:pt x="68" y="335"/>
                  </a:cubicBezTo>
                  <a:cubicBezTo>
                    <a:pt x="201" y="368"/>
                    <a:pt x="268" y="468"/>
                    <a:pt x="268" y="568"/>
                  </a:cubicBezTo>
                  <a:cubicBezTo>
                    <a:pt x="535" y="701"/>
                    <a:pt x="701" y="902"/>
                    <a:pt x="735" y="1202"/>
                  </a:cubicBezTo>
                  <a:cubicBezTo>
                    <a:pt x="868" y="1302"/>
                    <a:pt x="1002" y="1402"/>
                    <a:pt x="1102" y="1502"/>
                  </a:cubicBezTo>
                  <a:cubicBezTo>
                    <a:pt x="1369" y="968"/>
                    <a:pt x="1235" y="535"/>
                    <a:pt x="668" y="301"/>
                  </a:cubicBezTo>
                  <a:cubicBezTo>
                    <a:pt x="401" y="201"/>
                    <a:pt x="201" y="68"/>
                    <a:pt x="1" y="1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7"/>
            <p:cNvSpPr/>
            <p:nvPr/>
          </p:nvSpPr>
          <p:spPr>
            <a:xfrm>
              <a:off x="4034725" y="3338150"/>
              <a:ext cx="120950" cy="588450"/>
            </a:xfrm>
            <a:custGeom>
              <a:avLst/>
              <a:gdLst/>
              <a:ahLst/>
              <a:cxnLst/>
              <a:rect l="l" t="t" r="r" b="b"/>
              <a:pathLst>
                <a:path w="4838" h="23538" extrusionOk="0">
                  <a:moveTo>
                    <a:pt x="2705" y="0"/>
                  </a:moveTo>
                  <a:cubicBezTo>
                    <a:pt x="2373" y="0"/>
                    <a:pt x="2045" y="66"/>
                    <a:pt x="1735" y="221"/>
                  </a:cubicBezTo>
                  <a:cubicBezTo>
                    <a:pt x="1301" y="1189"/>
                    <a:pt x="1668" y="2089"/>
                    <a:pt x="1768" y="2990"/>
                  </a:cubicBezTo>
                  <a:cubicBezTo>
                    <a:pt x="1802" y="3891"/>
                    <a:pt x="1935" y="4124"/>
                    <a:pt x="1234" y="4524"/>
                  </a:cubicBezTo>
                  <a:cubicBezTo>
                    <a:pt x="834" y="4758"/>
                    <a:pt x="734" y="4958"/>
                    <a:pt x="901" y="5392"/>
                  </a:cubicBezTo>
                  <a:cubicBezTo>
                    <a:pt x="968" y="5558"/>
                    <a:pt x="1001" y="5725"/>
                    <a:pt x="1001" y="5892"/>
                  </a:cubicBezTo>
                  <a:cubicBezTo>
                    <a:pt x="1053" y="6203"/>
                    <a:pt x="1165" y="6413"/>
                    <a:pt x="1400" y="6413"/>
                  </a:cubicBezTo>
                  <a:cubicBezTo>
                    <a:pt x="1468" y="6413"/>
                    <a:pt x="1546" y="6396"/>
                    <a:pt x="1635" y="6359"/>
                  </a:cubicBezTo>
                  <a:cubicBezTo>
                    <a:pt x="1751" y="6305"/>
                    <a:pt x="1852" y="6281"/>
                    <a:pt x="1938" y="6281"/>
                  </a:cubicBezTo>
                  <a:cubicBezTo>
                    <a:pt x="2223" y="6281"/>
                    <a:pt x="2359" y="6537"/>
                    <a:pt x="2435" y="6793"/>
                  </a:cubicBezTo>
                  <a:cubicBezTo>
                    <a:pt x="2602" y="7460"/>
                    <a:pt x="2402" y="8727"/>
                    <a:pt x="1501" y="9228"/>
                  </a:cubicBezTo>
                  <a:cubicBezTo>
                    <a:pt x="634" y="9728"/>
                    <a:pt x="634" y="10028"/>
                    <a:pt x="1401" y="10629"/>
                  </a:cubicBezTo>
                  <a:cubicBezTo>
                    <a:pt x="1835" y="10962"/>
                    <a:pt x="1835" y="11129"/>
                    <a:pt x="1335" y="11363"/>
                  </a:cubicBezTo>
                  <a:cubicBezTo>
                    <a:pt x="834" y="11563"/>
                    <a:pt x="634" y="11796"/>
                    <a:pt x="1001" y="12297"/>
                  </a:cubicBezTo>
                  <a:cubicBezTo>
                    <a:pt x="1134" y="12463"/>
                    <a:pt x="1134" y="12697"/>
                    <a:pt x="1134" y="12897"/>
                  </a:cubicBezTo>
                  <a:cubicBezTo>
                    <a:pt x="1234" y="14732"/>
                    <a:pt x="467" y="16433"/>
                    <a:pt x="267" y="18268"/>
                  </a:cubicBezTo>
                  <a:cubicBezTo>
                    <a:pt x="134" y="19368"/>
                    <a:pt x="467" y="20402"/>
                    <a:pt x="100" y="21436"/>
                  </a:cubicBezTo>
                  <a:cubicBezTo>
                    <a:pt x="0" y="21637"/>
                    <a:pt x="167" y="21770"/>
                    <a:pt x="401" y="21770"/>
                  </a:cubicBezTo>
                  <a:cubicBezTo>
                    <a:pt x="567" y="21737"/>
                    <a:pt x="601" y="21603"/>
                    <a:pt x="601" y="21436"/>
                  </a:cubicBezTo>
                  <a:cubicBezTo>
                    <a:pt x="601" y="20936"/>
                    <a:pt x="601" y="20402"/>
                    <a:pt x="1101" y="19902"/>
                  </a:cubicBezTo>
                  <a:cubicBezTo>
                    <a:pt x="1234" y="20536"/>
                    <a:pt x="1435" y="21070"/>
                    <a:pt x="1335" y="21537"/>
                  </a:cubicBezTo>
                  <a:cubicBezTo>
                    <a:pt x="1168" y="22270"/>
                    <a:pt x="1468" y="22904"/>
                    <a:pt x="1735" y="23538"/>
                  </a:cubicBezTo>
                  <a:cubicBezTo>
                    <a:pt x="1968" y="23304"/>
                    <a:pt x="1935" y="23038"/>
                    <a:pt x="1935" y="22737"/>
                  </a:cubicBezTo>
                  <a:cubicBezTo>
                    <a:pt x="1968" y="22104"/>
                    <a:pt x="2035" y="21537"/>
                    <a:pt x="2302" y="20936"/>
                  </a:cubicBezTo>
                  <a:cubicBezTo>
                    <a:pt x="2502" y="20736"/>
                    <a:pt x="2569" y="20536"/>
                    <a:pt x="2502" y="20269"/>
                  </a:cubicBezTo>
                  <a:cubicBezTo>
                    <a:pt x="3303" y="14398"/>
                    <a:pt x="3936" y="8494"/>
                    <a:pt x="4737" y="2623"/>
                  </a:cubicBezTo>
                  <a:cubicBezTo>
                    <a:pt x="4804" y="2223"/>
                    <a:pt x="4837" y="1789"/>
                    <a:pt x="4503" y="1422"/>
                  </a:cubicBezTo>
                  <a:cubicBezTo>
                    <a:pt x="4373" y="1487"/>
                    <a:pt x="4203" y="1577"/>
                    <a:pt x="4078" y="1577"/>
                  </a:cubicBezTo>
                  <a:cubicBezTo>
                    <a:pt x="3948" y="1577"/>
                    <a:pt x="3868" y="1479"/>
                    <a:pt x="3936" y="1155"/>
                  </a:cubicBezTo>
                  <a:cubicBezTo>
                    <a:pt x="4003" y="755"/>
                    <a:pt x="3970" y="421"/>
                    <a:pt x="3636" y="155"/>
                  </a:cubicBezTo>
                  <a:cubicBezTo>
                    <a:pt x="3330" y="58"/>
                    <a:pt x="3016" y="0"/>
                    <a:pt x="2705" y="0"/>
                  </a:cubicBezTo>
                  <a:close/>
                </a:path>
              </a:pathLst>
            </a:custGeom>
            <a:solidFill>
              <a:srgbClr val="65B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7"/>
            <p:cNvSpPr/>
            <p:nvPr/>
          </p:nvSpPr>
          <p:spPr>
            <a:xfrm>
              <a:off x="3826225" y="3028450"/>
              <a:ext cx="300250" cy="315200"/>
            </a:xfrm>
            <a:custGeom>
              <a:avLst/>
              <a:gdLst/>
              <a:ahLst/>
              <a:cxnLst/>
              <a:rect l="l" t="t" r="r" b="b"/>
              <a:pathLst>
                <a:path w="12010" h="12608" extrusionOk="0">
                  <a:moveTo>
                    <a:pt x="1902" y="0"/>
                  </a:moveTo>
                  <a:cubicBezTo>
                    <a:pt x="1902" y="167"/>
                    <a:pt x="1902" y="467"/>
                    <a:pt x="1736" y="467"/>
                  </a:cubicBezTo>
                  <a:cubicBezTo>
                    <a:pt x="835" y="567"/>
                    <a:pt x="768" y="1435"/>
                    <a:pt x="1" y="1802"/>
                  </a:cubicBezTo>
                  <a:cubicBezTo>
                    <a:pt x="433" y="1910"/>
                    <a:pt x="795" y="2032"/>
                    <a:pt x="1124" y="2032"/>
                  </a:cubicBezTo>
                  <a:cubicBezTo>
                    <a:pt x="1302" y="2032"/>
                    <a:pt x="1471" y="1996"/>
                    <a:pt x="1635" y="1902"/>
                  </a:cubicBezTo>
                  <a:cubicBezTo>
                    <a:pt x="1761" y="1814"/>
                    <a:pt x="1869" y="1779"/>
                    <a:pt x="1967" y="1779"/>
                  </a:cubicBezTo>
                  <a:cubicBezTo>
                    <a:pt x="2344" y="1779"/>
                    <a:pt x="2558" y="2295"/>
                    <a:pt x="2925" y="2295"/>
                  </a:cubicBezTo>
                  <a:cubicBezTo>
                    <a:pt x="2971" y="2295"/>
                    <a:pt x="3019" y="2287"/>
                    <a:pt x="3070" y="2269"/>
                  </a:cubicBezTo>
                  <a:cubicBezTo>
                    <a:pt x="3220" y="2193"/>
                    <a:pt x="3343" y="2160"/>
                    <a:pt x="3446" y="2160"/>
                  </a:cubicBezTo>
                  <a:cubicBezTo>
                    <a:pt x="3754" y="2160"/>
                    <a:pt x="3879" y="2460"/>
                    <a:pt x="4004" y="2836"/>
                  </a:cubicBezTo>
                  <a:cubicBezTo>
                    <a:pt x="4071" y="3069"/>
                    <a:pt x="4171" y="3236"/>
                    <a:pt x="4404" y="3336"/>
                  </a:cubicBezTo>
                  <a:cubicBezTo>
                    <a:pt x="5071" y="3770"/>
                    <a:pt x="5005" y="4570"/>
                    <a:pt x="5305" y="5137"/>
                  </a:cubicBezTo>
                  <a:cubicBezTo>
                    <a:pt x="5338" y="5271"/>
                    <a:pt x="5338" y="5404"/>
                    <a:pt x="5271" y="5504"/>
                  </a:cubicBezTo>
                  <a:cubicBezTo>
                    <a:pt x="4938" y="6105"/>
                    <a:pt x="5138" y="6505"/>
                    <a:pt x="5738" y="6505"/>
                  </a:cubicBezTo>
                  <a:cubicBezTo>
                    <a:pt x="5942" y="6505"/>
                    <a:pt x="6206" y="6439"/>
                    <a:pt x="6408" y="6439"/>
                  </a:cubicBezTo>
                  <a:cubicBezTo>
                    <a:pt x="6701" y="6439"/>
                    <a:pt x="6862" y="6580"/>
                    <a:pt x="6506" y="7272"/>
                  </a:cubicBezTo>
                  <a:cubicBezTo>
                    <a:pt x="6472" y="7305"/>
                    <a:pt x="6639" y="7506"/>
                    <a:pt x="6739" y="7606"/>
                  </a:cubicBezTo>
                  <a:cubicBezTo>
                    <a:pt x="7139" y="7973"/>
                    <a:pt x="6906" y="8406"/>
                    <a:pt x="6639" y="8740"/>
                  </a:cubicBezTo>
                  <a:cubicBezTo>
                    <a:pt x="6105" y="9440"/>
                    <a:pt x="6105" y="9841"/>
                    <a:pt x="6806" y="10274"/>
                  </a:cubicBezTo>
                  <a:cubicBezTo>
                    <a:pt x="7283" y="10551"/>
                    <a:pt x="7761" y="10903"/>
                    <a:pt x="8324" y="10903"/>
                  </a:cubicBezTo>
                  <a:cubicBezTo>
                    <a:pt x="8508" y="10903"/>
                    <a:pt x="8702" y="10865"/>
                    <a:pt x="8907" y="10775"/>
                  </a:cubicBezTo>
                  <a:cubicBezTo>
                    <a:pt x="8961" y="10741"/>
                    <a:pt x="9011" y="10726"/>
                    <a:pt x="9056" y="10726"/>
                  </a:cubicBezTo>
                  <a:cubicBezTo>
                    <a:pt x="9236" y="10726"/>
                    <a:pt x="9348" y="10955"/>
                    <a:pt x="9374" y="11142"/>
                  </a:cubicBezTo>
                  <a:cubicBezTo>
                    <a:pt x="9441" y="11742"/>
                    <a:pt x="9808" y="12109"/>
                    <a:pt x="10108" y="12576"/>
                  </a:cubicBezTo>
                  <a:cubicBezTo>
                    <a:pt x="10247" y="12599"/>
                    <a:pt x="10391" y="12608"/>
                    <a:pt x="10537" y="12608"/>
                  </a:cubicBezTo>
                  <a:cubicBezTo>
                    <a:pt x="11027" y="12608"/>
                    <a:pt x="11548" y="12509"/>
                    <a:pt x="12010" y="12509"/>
                  </a:cubicBezTo>
                  <a:cubicBezTo>
                    <a:pt x="11876" y="12442"/>
                    <a:pt x="11743" y="12342"/>
                    <a:pt x="11876" y="12242"/>
                  </a:cubicBezTo>
                  <a:cubicBezTo>
                    <a:pt x="11839" y="11895"/>
                    <a:pt x="11769" y="11783"/>
                    <a:pt x="11683" y="11783"/>
                  </a:cubicBezTo>
                  <a:cubicBezTo>
                    <a:pt x="11537" y="11783"/>
                    <a:pt x="11343" y="12100"/>
                    <a:pt x="11176" y="12142"/>
                  </a:cubicBezTo>
                  <a:cubicBezTo>
                    <a:pt x="10942" y="11809"/>
                    <a:pt x="11509" y="11075"/>
                    <a:pt x="10609" y="11075"/>
                  </a:cubicBezTo>
                  <a:cubicBezTo>
                    <a:pt x="10475" y="11075"/>
                    <a:pt x="10375" y="10775"/>
                    <a:pt x="10475" y="10608"/>
                  </a:cubicBezTo>
                  <a:cubicBezTo>
                    <a:pt x="10709" y="9907"/>
                    <a:pt x="10142" y="9607"/>
                    <a:pt x="9808" y="9173"/>
                  </a:cubicBezTo>
                  <a:cubicBezTo>
                    <a:pt x="9716" y="9093"/>
                    <a:pt x="9632" y="9056"/>
                    <a:pt x="9560" y="9056"/>
                  </a:cubicBezTo>
                  <a:cubicBezTo>
                    <a:pt x="9423" y="9056"/>
                    <a:pt x="9329" y="9189"/>
                    <a:pt x="9308" y="9407"/>
                  </a:cubicBezTo>
                  <a:cubicBezTo>
                    <a:pt x="9278" y="9554"/>
                    <a:pt x="9301" y="9752"/>
                    <a:pt x="9102" y="9752"/>
                  </a:cubicBezTo>
                  <a:cubicBezTo>
                    <a:pt x="9075" y="9752"/>
                    <a:pt x="9043" y="9749"/>
                    <a:pt x="9007" y="9741"/>
                  </a:cubicBezTo>
                  <a:cubicBezTo>
                    <a:pt x="8674" y="9140"/>
                    <a:pt x="9474" y="8406"/>
                    <a:pt x="8640" y="7839"/>
                  </a:cubicBezTo>
                  <a:cubicBezTo>
                    <a:pt x="8540" y="8406"/>
                    <a:pt x="8307" y="8740"/>
                    <a:pt x="8007" y="9007"/>
                  </a:cubicBezTo>
                  <a:cubicBezTo>
                    <a:pt x="7881" y="9133"/>
                    <a:pt x="7812" y="9354"/>
                    <a:pt x="7642" y="9354"/>
                  </a:cubicBezTo>
                  <a:cubicBezTo>
                    <a:pt x="7587" y="9354"/>
                    <a:pt x="7521" y="9331"/>
                    <a:pt x="7440" y="9274"/>
                  </a:cubicBezTo>
                  <a:cubicBezTo>
                    <a:pt x="7173" y="9107"/>
                    <a:pt x="7006" y="8807"/>
                    <a:pt x="7273" y="8573"/>
                  </a:cubicBezTo>
                  <a:cubicBezTo>
                    <a:pt x="8073" y="7739"/>
                    <a:pt x="7440" y="6572"/>
                    <a:pt x="7973" y="5671"/>
                  </a:cubicBezTo>
                  <a:cubicBezTo>
                    <a:pt x="8073" y="5571"/>
                    <a:pt x="7940" y="5437"/>
                    <a:pt x="7807" y="5337"/>
                  </a:cubicBezTo>
                  <a:cubicBezTo>
                    <a:pt x="7173" y="5004"/>
                    <a:pt x="7173" y="4503"/>
                    <a:pt x="7340" y="3970"/>
                  </a:cubicBezTo>
                  <a:cubicBezTo>
                    <a:pt x="7406" y="3803"/>
                    <a:pt x="7306" y="3636"/>
                    <a:pt x="7139" y="3503"/>
                  </a:cubicBezTo>
                  <a:cubicBezTo>
                    <a:pt x="7006" y="3069"/>
                    <a:pt x="6739" y="2669"/>
                    <a:pt x="6639" y="2168"/>
                  </a:cubicBezTo>
                  <a:cubicBezTo>
                    <a:pt x="6608" y="1984"/>
                    <a:pt x="6521" y="1490"/>
                    <a:pt x="6222" y="1490"/>
                  </a:cubicBezTo>
                  <a:cubicBezTo>
                    <a:pt x="6196" y="1490"/>
                    <a:pt x="6168" y="1493"/>
                    <a:pt x="6139" y="1501"/>
                  </a:cubicBezTo>
                  <a:cubicBezTo>
                    <a:pt x="5945" y="1559"/>
                    <a:pt x="5755" y="1579"/>
                    <a:pt x="5567" y="1579"/>
                  </a:cubicBezTo>
                  <a:cubicBezTo>
                    <a:pt x="5101" y="1579"/>
                    <a:pt x="4645" y="1454"/>
                    <a:pt x="4181" y="1454"/>
                  </a:cubicBezTo>
                  <a:cubicBezTo>
                    <a:pt x="3958" y="1454"/>
                    <a:pt x="3733" y="1483"/>
                    <a:pt x="3503" y="1568"/>
                  </a:cubicBezTo>
                  <a:cubicBezTo>
                    <a:pt x="3469" y="1580"/>
                    <a:pt x="3434" y="1585"/>
                    <a:pt x="3399" y="1585"/>
                  </a:cubicBezTo>
                  <a:cubicBezTo>
                    <a:pt x="3237" y="1585"/>
                    <a:pt x="3086" y="1461"/>
                    <a:pt x="3003" y="1268"/>
                  </a:cubicBezTo>
                  <a:cubicBezTo>
                    <a:pt x="2970" y="1068"/>
                    <a:pt x="3103" y="934"/>
                    <a:pt x="3270" y="834"/>
                  </a:cubicBezTo>
                  <a:cubicBezTo>
                    <a:pt x="3337" y="801"/>
                    <a:pt x="3437" y="801"/>
                    <a:pt x="3403" y="567"/>
                  </a:cubicBezTo>
                  <a:cubicBezTo>
                    <a:pt x="3137" y="300"/>
                    <a:pt x="2469" y="567"/>
                    <a:pt x="2303" y="0"/>
                  </a:cubicBezTo>
                  <a:close/>
                </a:path>
              </a:pathLst>
            </a:custGeom>
            <a:solidFill>
              <a:srgbClr val="6AB5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7"/>
            <p:cNvSpPr/>
            <p:nvPr/>
          </p:nvSpPr>
          <p:spPr>
            <a:xfrm>
              <a:off x="3887125" y="3152375"/>
              <a:ext cx="48375" cy="26700"/>
            </a:xfrm>
            <a:custGeom>
              <a:avLst/>
              <a:gdLst/>
              <a:ahLst/>
              <a:cxnLst/>
              <a:rect l="l" t="t" r="r" b="b"/>
              <a:pathLst>
                <a:path w="1935" h="1068" extrusionOk="0">
                  <a:moveTo>
                    <a:pt x="249" y="1"/>
                  </a:moveTo>
                  <a:cubicBezTo>
                    <a:pt x="193" y="1"/>
                    <a:pt x="130" y="35"/>
                    <a:pt x="67" y="114"/>
                  </a:cubicBezTo>
                  <a:cubicBezTo>
                    <a:pt x="0" y="214"/>
                    <a:pt x="0" y="347"/>
                    <a:pt x="133" y="480"/>
                  </a:cubicBezTo>
                  <a:cubicBezTo>
                    <a:pt x="470" y="848"/>
                    <a:pt x="891" y="1018"/>
                    <a:pt x="1241" y="1018"/>
                  </a:cubicBezTo>
                  <a:cubicBezTo>
                    <a:pt x="1273" y="1018"/>
                    <a:pt x="1304" y="1017"/>
                    <a:pt x="1334" y="1014"/>
                  </a:cubicBezTo>
                  <a:cubicBezTo>
                    <a:pt x="1476" y="1034"/>
                    <a:pt x="1557" y="1067"/>
                    <a:pt x="1605" y="1067"/>
                  </a:cubicBezTo>
                  <a:cubicBezTo>
                    <a:pt x="1637" y="1067"/>
                    <a:pt x="1655" y="1053"/>
                    <a:pt x="1668" y="1014"/>
                  </a:cubicBezTo>
                  <a:cubicBezTo>
                    <a:pt x="1835" y="1014"/>
                    <a:pt x="1935" y="881"/>
                    <a:pt x="1935" y="681"/>
                  </a:cubicBezTo>
                  <a:cubicBezTo>
                    <a:pt x="1935" y="551"/>
                    <a:pt x="1855" y="502"/>
                    <a:pt x="1756" y="502"/>
                  </a:cubicBezTo>
                  <a:cubicBezTo>
                    <a:pt x="1728" y="502"/>
                    <a:pt x="1698" y="506"/>
                    <a:pt x="1668" y="514"/>
                  </a:cubicBezTo>
                  <a:cubicBezTo>
                    <a:pt x="1492" y="592"/>
                    <a:pt x="1340" y="627"/>
                    <a:pt x="1203" y="627"/>
                  </a:cubicBezTo>
                  <a:cubicBezTo>
                    <a:pt x="872" y="627"/>
                    <a:pt x="636" y="420"/>
                    <a:pt x="400" y="114"/>
                  </a:cubicBezTo>
                  <a:cubicBezTo>
                    <a:pt x="365" y="43"/>
                    <a:pt x="311" y="1"/>
                    <a:pt x="249" y="1"/>
                  </a:cubicBezTo>
                  <a:close/>
                </a:path>
              </a:pathLst>
            </a:custGeom>
            <a:solidFill>
              <a:srgbClr val="6AB5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7"/>
            <p:cNvSpPr/>
            <p:nvPr/>
          </p:nvSpPr>
          <p:spPr>
            <a:xfrm>
              <a:off x="4070575" y="3952450"/>
              <a:ext cx="12525" cy="26700"/>
            </a:xfrm>
            <a:custGeom>
              <a:avLst/>
              <a:gdLst/>
              <a:ahLst/>
              <a:cxnLst/>
              <a:rect l="l" t="t" r="r" b="b"/>
              <a:pathLst>
                <a:path w="501" h="1068" extrusionOk="0">
                  <a:moveTo>
                    <a:pt x="334" y="0"/>
                  </a:moveTo>
                  <a:lnTo>
                    <a:pt x="334" y="0"/>
                  </a:lnTo>
                  <a:cubicBezTo>
                    <a:pt x="1" y="334"/>
                    <a:pt x="201" y="734"/>
                    <a:pt x="167" y="1067"/>
                  </a:cubicBezTo>
                  <a:cubicBezTo>
                    <a:pt x="501" y="734"/>
                    <a:pt x="301" y="367"/>
                    <a:pt x="334" y="0"/>
                  </a:cubicBezTo>
                  <a:close/>
                </a:path>
              </a:pathLst>
            </a:custGeom>
            <a:solidFill>
              <a:srgbClr val="77C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7"/>
            <p:cNvSpPr/>
            <p:nvPr/>
          </p:nvSpPr>
          <p:spPr>
            <a:xfrm>
              <a:off x="3845425" y="3021875"/>
              <a:ext cx="26700" cy="6275"/>
            </a:xfrm>
            <a:custGeom>
              <a:avLst/>
              <a:gdLst/>
              <a:ahLst/>
              <a:cxnLst/>
              <a:rect l="l" t="t" r="r" b="b"/>
              <a:pathLst>
                <a:path w="1068" h="251" extrusionOk="0">
                  <a:moveTo>
                    <a:pt x="515" y="0"/>
                  </a:moveTo>
                  <a:cubicBezTo>
                    <a:pt x="346" y="0"/>
                    <a:pt x="173" y="30"/>
                    <a:pt x="0" y="30"/>
                  </a:cubicBezTo>
                  <a:cubicBezTo>
                    <a:pt x="144" y="205"/>
                    <a:pt x="310" y="251"/>
                    <a:pt x="485" y="251"/>
                  </a:cubicBezTo>
                  <a:cubicBezTo>
                    <a:pt x="676" y="251"/>
                    <a:pt x="876" y="197"/>
                    <a:pt x="1068" y="197"/>
                  </a:cubicBezTo>
                  <a:cubicBezTo>
                    <a:pt x="891" y="38"/>
                    <a:pt x="705" y="0"/>
                    <a:pt x="515" y="0"/>
                  </a:cubicBezTo>
                  <a:close/>
                </a:path>
              </a:pathLst>
            </a:custGeom>
            <a:solidFill>
              <a:srgbClr val="6AB5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7"/>
            <p:cNvSpPr/>
            <p:nvPr/>
          </p:nvSpPr>
          <p:spPr>
            <a:xfrm>
              <a:off x="2992300" y="2681275"/>
              <a:ext cx="153250" cy="931475"/>
            </a:xfrm>
            <a:custGeom>
              <a:avLst/>
              <a:gdLst/>
              <a:ahLst/>
              <a:cxnLst/>
              <a:rect l="l" t="t" r="r" b="b"/>
              <a:pathLst>
                <a:path w="6130" h="37259" extrusionOk="0">
                  <a:moveTo>
                    <a:pt x="2902" y="9594"/>
                  </a:moveTo>
                  <a:lnTo>
                    <a:pt x="2902" y="9594"/>
                  </a:lnTo>
                  <a:cubicBezTo>
                    <a:pt x="2913" y="9634"/>
                    <a:pt x="2924" y="9675"/>
                    <a:pt x="2936" y="9718"/>
                  </a:cubicBezTo>
                  <a:cubicBezTo>
                    <a:pt x="3003" y="10018"/>
                    <a:pt x="3203" y="10318"/>
                    <a:pt x="3170" y="10652"/>
                  </a:cubicBezTo>
                  <a:cubicBezTo>
                    <a:pt x="3136" y="10985"/>
                    <a:pt x="3103" y="11319"/>
                    <a:pt x="3503" y="11385"/>
                  </a:cubicBezTo>
                  <a:cubicBezTo>
                    <a:pt x="3525" y="11388"/>
                    <a:pt x="3546" y="11389"/>
                    <a:pt x="3567" y="11389"/>
                  </a:cubicBezTo>
                  <a:cubicBezTo>
                    <a:pt x="3863" y="11389"/>
                    <a:pt x="4057" y="11172"/>
                    <a:pt x="4337" y="10985"/>
                  </a:cubicBezTo>
                  <a:lnTo>
                    <a:pt x="4337" y="10985"/>
                  </a:lnTo>
                  <a:cubicBezTo>
                    <a:pt x="4037" y="11519"/>
                    <a:pt x="3503" y="11486"/>
                    <a:pt x="3136" y="11719"/>
                  </a:cubicBezTo>
                  <a:cubicBezTo>
                    <a:pt x="3103" y="11886"/>
                    <a:pt x="3103" y="12019"/>
                    <a:pt x="3136" y="12186"/>
                  </a:cubicBezTo>
                  <a:cubicBezTo>
                    <a:pt x="3203" y="12319"/>
                    <a:pt x="3303" y="12420"/>
                    <a:pt x="3303" y="12586"/>
                  </a:cubicBezTo>
                  <a:cubicBezTo>
                    <a:pt x="3303" y="13053"/>
                    <a:pt x="3470" y="13487"/>
                    <a:pt x="3470" y="13921"/>
                  </a:cubicBezTo>
                  <a:cubicBezTo>
                    <a:pt x="3337" y="13520"/>
                    <a:pt x="3337" y="13087"/>
                    <a:pt x="3303" y="12686"/>
                  </a:cubicBezTo>
                  <a:cubicBezTo>
                    <a:pt x="3270" y="12520"/>
                    <a:pt x="3203" y="12420"/>
                    <a:pt x="3136" y="12319"/>
                  </a:cubicBezTo>
                  <a:cubicBezTo>
                    <a:pt x="3036" y="12219"/>
                    <a:pt x="3003" y="12186"/>
                    <a:pt x="2970" y="12086"/>
                  </a:cubicBezTo>
                  <a:cubicBezTo>
                    <a:pt x="2936" y="11986"/>
                    <a:pt x="3003" y="11886"/>
                    <a:pt x="3003" y="11752"/>
                  </a:cubicBezTo>
                  <a:lnTo>
                    <a:pt x="3003" y="11519"/>
                  </a:lnTo>
                  <a:cubicBezTo>
                    <a:pt x="2883" y="10895"/>
                    <a:pt x="2953" y="10237"/>
                    <a:pt x="2902" y="9594"/>
                  </a:cubicBezTo>
                  <a:close/>
                  <a:moveTo>
                    <a:pt x="3550" y="1"/>
                  </a:moveTo>
                  <a:cubicBezTo>
                    <a:pt x="3438" y="1"/>
                    <a:pt x="3304" y="57"/>
                    <a:pt x="3170" y="177"/>
                  </a:cubicBezTo>
                  <a:cubicBezTo>
                    <a:pt x="3036" y="311"/>
                    <a:pt x="2970" y="478"/>
                    <a:pt x="2870" y="578"/>
                  </a:cubicBezTo>
                  <a:cubicBezTo>
                    <a:pt x="2336" y="978"/>
                    <a:pt x="2603" y="1245"/>
                    <a:pt x="2970" y="1578"/>
                  </a:cubicBezTo>
                  <a:cubicBezTo>
                    <a:pt x="3337" y="1912"/>
                    <a:pt x="3503" y="2379"/>
                    <a:pt x="3103" y="2679"/>
                  </a:cubicBezTo>
                  <a:cubicBezTo>
                    <a:pt x="2503" y="3079"/>
                    <a:pt x="2769" y="3480"/>
                    <a:pt x="3003" y="3880"/>
                  </a:cubicBezTo>
                  <a:cubicBezTo>
                    <a:pt x="2625" y="3431"/>
                    <a:pt x="2403" y="3214"/>
                    <a:pt x="2147" y="3214"/>
                  </a:cubicBezTo>
                  <a:cubicBezTo>
                    <a:pt x="1929" y="3214"/>
                    <a:pt x="1686" y="3372"/>
                    <a:pt x="1302" y="3680"/>
                  </a:cubicBezTo>
                  <a:cubicBezTo>
                    <a:pt x="1168" y="3713"/>
                    <a:pt x="1035" y="3713"/>
                    <a:pt x="935" y="3813"/>
                  </a:cubicBezTo>
                  <a:cubicBezTo>
                    <a:pt x="701" y="3913"/>
                    <a:pt x="601" y="4147"/>
                    <a:pt x="768" y="4347"/>
                  </a:cubicBezTo>
                  <a:cubicBezTo>
                    <a:pt x="820" y="4420"/>
                    <a:pt x="866" y="4447"/>
                    <a:pt x="908" y="4447"/>
                  </a:cubicBezTo>
                  <a:cubicBezTo>
                    <a:pt x="1001" y="4447"/>
                    <a:pt x="1077" y="4316"/>
                    <a:pt x="1168" y="4247"/>
                  </a:cubicBezTo>
                  <a:cubicBezTo>
                    <a:pt x="1258" y="4222"/>
                    <a:pt x="1340" y="4210"/>
                    <a:pt x="1415" y="4210"/>
                  </a:cubicBezTo>
                  <a:cubicBezTo>
                    <a:pt x="1646" y="4210"/>
                    <a:pt x="1810" y="4329"/>
                    <a:pt x="1936" y="4581"/>
                  </a:cubicBezTo>
                  <a:cubicBezTo>
                    <a:pt x="434" y="4914"/>
                    <a:pt x="368" y="4981"/>
                    <a:pt x="301" y="6048"/>
                  </a:cubicBezTo>
                  <a:cubicBezTo>
                    <a:pt x="368" y="6015"/>
                    <a:pt x="501" y="6015"/>
                    <a:pt x="601" y="5982"/>
                  </a:cubicBezTo>
                  <a:cubicBezTo>
                    <a:pt x="770" y="5897"/>
                    <a:pt x="701" y="5503"/>
                    <a:pt x="897" y="5503"/>
                  </a:cubicBezTo>
                  <a:cubicBezTo>
                    <a:pt x="933" y="5503"/>
                    <a:pt x="978" y="5517"/>
                    <a:pt x="1035" y="5548"/>
                  </a:cubicBezTo>
                  <a:cubicBezTo>
                    <a:pt x="1335" y="5715"/>
                    <a:pt x="1268" y="6015"/>
                    <a:pt x="1135" y="6315"/>
                  </a:cubicBezTo>
                  <a:cubicBezTo>
                    <a:pt x="1102" y="6415"/>
                    <a:pt x="1002" y="6549"/>
                    <a:pt x="968" y="6682"/>
                  </a:cubicBezTo>
                  <a:cubicBezTo>
                    <a:pt x="1002" y="6715"/>
                    <a:pt x="1002" y="6749"/>
                    <a:pt x="1035" y="6816"/>
                  </a:cubicBezTo>
                  <a:cubicBezTo>
                    <a:pt x="1135" y="6882"/>
                    <a:pt x="1302" y="6916"/>
                    <a:pt x="1435" y="6916"/>
                  </a:cubicBezTo>
                  <a:cubicBezTo>
                    <a:pt x="1589" y="6916"/>
                    <a:pt x="1658" y="6745"/>
                    <a:pt x="1799" y="6745"/>
                  </a:cubicBezTo>
                  <a:cubicBezTo>
                    <a:pt x="1810" y="6745"/>
                    <a:pt x="1823" y="6746"/>
                    <a:pt x="1835" y="6749"/>
                  </a:cubicBezTo>
                  <a:cubicBezTo>
                    <a:pt x="1769" y="6882"/>
                    <a:pt x="1635" y="6982"/>
                    <a:pt x="1602" y="7082"/>
                  </a:cubicBezTo>
                  <a:cubicBezTo>
                    <a:pt x="1535" y="7216"/>
                    <a:pt x="1602" y="7316"/>
                    <a:pt x="1669" y="7383"/>
                  </a:cubicBezTo>
                  <a:cubicBezTo>
                    <a:pt x="1791" y="7444"/>
                    <a:pt x="1902" y="7469"/>
                    <a:pt x="2005" y="7469"/>
                  </a:cubicBezTo>
                  <a:cubicBezTo>
                    <a:pt x="2467" y="7469"/>
                    <a:pt x="2779" y="6964"/>
                    <a:pt x="3270" y="6882"/>
                  </a:cubicBezTo>
                  <a:cubicBezTo>
                    <a:pt x="3370" y="6849"/>
                    <a:pt x="3203" y="6649"/>
                    <a:pt x="3370" y="6582"/>
                  </a:cubicBezTo>
                  <a:lnTo>
                    <a:pt x="3370" y="6582"/>
                  </a:lnTo>
                  <a:cubicBezTo>
                    <a:pt x="3370" y="6682"/>
                    <a:pt x="3337" y="6749"/>
                    <a:pt x="3370" y="6849"/>
                  </a:cubicBezTo>
                  <a:cubicBezTo>
                    <a:pt x="3370" y="7249"/>
                    <a:pt x="3303" y="7683"/>
                    <a:pt x="3837" y="7850"/>
                  </a:cubicBezTo>
                  <a:cubicBezTo>
                    <a:pt x="3042" y="8203"/>
                    <a:pt x="2759" y="8381"/>
                    <a:pt x="2755" y="8809"/>
                  </a:cubicBezTo>
                  <a:lnTo>
                    <a:pt x="2755" y="8809"/>
                  </a:lnTo>
                  <a:cubicBezTo>
                    <a:pt x="2590" y="8355"/>
                    <a:pt x="2374" y="8050"/>
                    <a:pt x="2007" y="8050"/>
                  </a:cubicBezTo>
                  <a:cubicBezTo>
                    <a:pt x="1855" y="8050"/>
                    <a:pt x="1678" y="8102"/>
                    <a:pt x="1469" y="8217"/>
                  </a:cubicBezTo>
                  <a:cubicBezTo>
                    <a:pt x="1302" y="8317"/>
                    <a:pt x="1268" y="8483"/>
                    <a:pt x="1268" y="8650"/>
                  </a:cubicBezTo>
                  <a:cubicBezTo>
                    <a:pt x="1302" y="9384"/>
                    <a:pt x="1302" y="10218"/>
                    <a:pt x="1168" y="10918"/>
                  </a:cubicBezTo>
                  <a:cubicBezTo>
                    <a:pt x="1102" y="11519"/>
                    <a:pt x="1769" y="11886"/>
                    <a:pt x="1335" y="12420"/>
                  </a:cubicBezTo>
                  <a:cubicBezTo>
                    <a:pt x="1035" y="12820"/>
                    <a:pt x="1268" y="13187"/>
                    <a:pt x="1502" y="13587"/>
                  </a:cubicBezTo>
                  <a:cubicBezTo>
                    <a:pt x="1802" y="14154"/>
                    <a:pt x="2369" y="14654"/>
                    <a:pt x="1936" y="15388"/>
                  </a:cubicBezTo>
                  <a:cubicBezTo>
                    <a:pt x="1869" y="15722"/>
                    <a:pt x="1502" y="15855"/>
                    <a:pt x="1368" y="16156"/>
                  </a:cubicBezTo>
                  <a:cubicBezTo>
                    <a:pt x="1268" y="16556"/>
                    <a:pt x="1035" y="17023"/>
                    <a:pt x="1702" y="17156"/>
                  </a:cubicBezTo>
                  <a:cubicBezTo>
                    <a:pt x="1744" y="17156"/>
                    <a:pt x="1785" y="17091"/>
                    <a:pt x="1803" y="17091"/>
                  </a:cubicBezTo>
                  <a:cubicBezTo>
                    <a:pt x="1813" y="17091"/>
                    <a:pt x="1815" y="17115"/>
                    <a:pt x="1802" y="17190"/>
                  </a:cubicBezTo>
                  <a:cubicBezTo>
                    <a:pt x="1769" y="17256"/>
                    <a:pt x="1802" y="17423"/>
                    <a:pt x="1702" y="17490"/>
                  </a:cubicBezTo>
                  <a:cubicBezTo>
                    <a:pt x="1673" y="17507"/>
                    <a:pt x="1649" y="17515"/>
                    <a:pt x="1629" y="17515"/>
                  </a:cubicBezTo>
                  <a:cubicBezTo>
                    <a:pt x="1532" y="17515"/>
                    <a:pt x="1518" y="17351"/>
                    <a:pt x="1435" y="17323"/>
                  </a:cubicBezTo>
                  <a:cubicBezTo>
                    <a:pt x="801" y="17190"/>
                    <a:pt x="1102" y="16189"/>
                    <a:pt x="368" y="16156"/>
                  </a:cubicBezTo>
                  <a:lnTo>
                    <a:pt x="368" y="16156"/>
                  </a:lnTo>
                  <a:cubicBezTo>
                    <a:pt x="368" y="16356"/>
                    <a:pt x="468" y="16656"/>
                    <a:pt x="368" y="16856"/>
                  </a:cubicBezTo>
                  <a:cubicBezTo>
                    <a:pt x="1" y="17690"/>
                    <a:pt x="301" y="18390"/>
                    <a:pt x="668" y="19091"/>
                  </a:cubicBezTo>
                  <a:cubicBezTo>
                    <a:pt x="829" y="19011"/>
                    <a:pt x="1020" y="18907"/>
                    <a:pt x="1146" y="18907"/>
                  </a:cubicBezTo>
                  <a:cubicBezTo>
                    <a:pt x="1281" y="18907"/>
                    <a:pt x="1340" y="19027"/>
                    <a:pt x="1202" y="19425"/>
                  </a:cubicBezTo>
                  <a:cubicBezTo>
                    <a:pt x="1135" y="19658"/>
                    <a:pt x="1168" y="19858"/>
                    <a:pt x="1368" y="19992"/>
                  </a:cubicBezTo>
                  <a:cubicBezTo>
                    <a:pt x="1502" y="20025"/>
                    <a:pt x="1702" y="20025"/>
                    <a:pt x="1802" y="20192"/>
                  </a:cubicBezTo>
                  <a:cubicBezTo>
                    <a:pt x="1835" y="20225"/>
                    <a:pt x="1869" y="20325"/>
                    <a:pt x="1936" y="20392"/>
                  </a:cubicBezTo>
                  <a:cubicBezTo>
                    <a:pt x="1969" y="20425"/>
                    <a:pt x="1969" y="20492"/>
                    <a:pt x="2002" y="20525"/>
                  </a:cubicBezTo>
                  <a:cubicBezTo>
                    <a:pt x="2269" y="20792"/>
                    <a:pt x="2169" y="21159"/>
                    <a:pt x="2436" y="21393"/>
                  </a:cubicBezTo>
                  <a:cubicBezTo>
                    <a:pt x="2870" y="21459"/>
                    <a:pt x="3003" y="21726"/>
                    <a:pt x="2970" y="22160"/>
                  </a:cubicBezTo>
                  <a:cubicBezTo>
                    <a:pt x="2936" y="22794"/>
                    <a:pt x="2936" y="23394"/>
                    <a:pt x="3603" y="23761"/>
                  </a:cubicBezTo>
                  <a:cubicBezTo>
                    <a:pt x="3770" y="23861"/>
                    <a:pt x="3804" y="24061"/>
                    <a:pt x="3770" y="24228"/>
                  </a:cubicBezTo>
                  <a:cubicBezTo>
                    <a:pt x="3637" y="24595"/>
                    <a:pt x="3770" y="24995"/>
                    <a:pt x="3804" y="25362"/>
                  </a:cubicBezTo>
                  <a:cubicBezTo>
                    <a:pt x="3837" y="25929"/>
                    <a:pt x="3603" y="26163"/>
                    <a:pt x="2936" y="26163"/>
                  </a:cubicBezTo>
                  <a:cubicBezTo>
                    <a:pt x="2897" y="26159"/>
                    <a:pt x="2860" y="26158"/>
                    <a:pt x="2824" y="26158"/>
                  </a:cubicBezTo>
                  <a:cubicBezTo>
                    <a:pt x="2500" y="26158"/>
                    <a:pt x="2346" y="26299"/>
                    <a:pt x="2436" y="26630"/>
                  </a:cubicBezTo>
                  <a:cubicBezTo>
                    <a:pt x="2503" y="26897"/>
                    <a:pt x="2169" y="27230"/>
                    <a:pt x="2603" y="27497"/>
                  </a:cubicBezTo>
                  <a:cubicBezTo>
                    <a:pt x="2803" y="27464"/>
                    <a:pt x="2769" y="27230"/>
                    <a:pt x="2836" y="27063"/>
                  </a:cubicBezTo>
                  <a:cubicBezTo>
                    <a:pt x="2926" y="26974"/>
                    <a:pt x="2988" y="26858"/>
                    <a:pt x="3120" y="26858"/>
                  </a:cubicBezTo>
                  <a:cubicBezTo>
                    <a:pt x="3135" y="26858"/>
                    <a:pt x="3152" y="26860"/>
                    <a:pt x="3170" y="26863"/>
                  </a:cubicBezTo>
                  <a:cubicBezTo>
                    <a:pt x="3270" y="26863"/>
                    <a:pt x="3337" y="26997"/>
                    <a:pt x="3370" y="27063"/>
                  </a:cubicBezTo>
                  <a:cubicBezTo>
                    <a:pt x="3637" y="27897"/>
                    <a:pt x="3270" y="28731"/>
                    <a:pt x="3370" y="29565"/>
                  </a:cubicBezTo>
                  <a:cubicBezTo>
                    <a:pt x="2503" y="29699"/>
                    <a:pt x="3170" y="30132"/>
                    <a:pt x="3270" y="30399"/>
                  </a:cubicBezTo>
                  <a:cubicBezTo>
                    <a:pt x="3303" y="30666"/>
                    <a:pt x="3437" y="30833"/>
                    <a:pt x="3370" y="31133"/>
                  </a:cubicBezTo>
                  <a:cubicBezTo>
                    <a:pt x="3136" y="32534"/>
                    <a:pt x="3270" y="34002"/>
                    <a:pt x="2936" y="35403"/>
                  </a:cubicBezTo>
                  <a:cubicBezTo>
                    <a:pt x="2903" y="35703"/>
                    <a:pt x="2936" y="35903"/>
                    <a:pt x="3136" y="36070"/>
                  </a:cubicBezTo>
                  <a:cubicBezTo>
                    <a:pt x="3503" y="36370"/>
                    <a:pt x="3637" y="36837"/>
                    <a:pt x="3937" y="37171"/>
                  </a:cubicBezTo>
                  <a:cubicBezTo>
                    <a:pt x="4137" y="36870"/>
                    <a:pt x="4070" y="36503"/>
                    <a:pt x="4304" y="36237"/>
                  </a:cubicBezTo>
                  <a:lnTo>
                    <a:pt x="4304" y="36237"/>
                  </a:lnTo>
                  <a:cubicBezTo>
                    <a:pt x="4271" y="36570"/>
                    <a:pt x="3737" y="37037"/>
                    <a:pt x="4604" y="37070"/>
                  </a:cubicBezTo>
                  <a:cubicBezTo>
                    <a:pt x="4673" y="36976"/>
                    <a:pt x="4717" y="36941"/>
                    <a:pt x="4747" y="36941"/>
                  </a:cubicBezTo>
                  <a:cubicBezTo>
                    <a:pt x="4829" y="36941"/>
                    <a:pt x="4799" y="37205"/>
                    <a:pt x="4862" y="37205"/>
                  </a:cubicBezTo>
                  <a:cubicBezTo>
                    <a:pt x="4865" y="37205"/>
                    <a:pt x="4868" y="37205"/>
                    <a:pt x="4871" y="37204"/>
                  </a:cubicBezTo>
                  <a:cubicBezTo>
                    <a:pt x="4979" y="37236"/>
                    <a:pt x="5080" y="37258"/>
                    <a:pt x="5168" y="37258"/>
                  </a:cubicBezTo>
                  <a:cubicBezTo>
                    <a:pt x="5350" y="37258"/>
                    <a:pt x="5471" y="37163"/>
                    <a:pt x="5471" y="36870"/>
                  </a:cubicBezTo>
                  <a:cubicBezTo>
                    <a:pt x="5471" y="36203"/>
                    <a:pt x="5471" y="35469"/>
                    <a:pt x="4971" y="34869"/>
                  </a:cubicBezTo>
                  <a:cubicBezTo>
                    <a:pt x="4838" y="34735"/>
                    <a:pt x="4571" y="34702"/>
                    <a:pt x="4738" y="34369"/>
                  </a:cubicBezTo>
                  <a:cubicBezTo>
                    <a:pt x="4971" y="33835"/>
                    <a:pt x="4771" y="33234"/>
                    <a:pt x="4738" y="32701"/>
                  </a:cubicBezTo>
                  <a:cubicBezTo>
                    <a:pt x="4637" y="31400"/>
                    <a:pt x="4137" y="30199"/>
                    <a:pt x="4271" y="28898"/>
                  </a:cubicBezTo>
                  <a:cubicBezTo>
                    <a:pt x="4504" y="25729"/>
                    <a:pt x="4170" y="22560"/>
                    <a:pt x="4804" y="19391"/>
                  </a:cubicBezTo>
                  <a:cubicBezTo>
                    <a:pt x="4829" y="19283"/>
                    <a:pt x="4858" y="19245"/>
                    <a:pt x="4890" y="19245"/>
                  </a:cubicBezTo>
                  <a:cubicBezTo>
                    <a:pt x="4960" y="19245"/>
                    <a:pt x="5041" y="19435"/>
                    <a:pt x="5109" y="19435"/>
                  </a:cubicBezTo>
                  <a:cubicBezTo>
                    <a:pt x="5131" y="19435"/>
                    <a:pt x="5152" y="19414"/>
                    <a:pt x="5171" y="19358"/>
                  </a:cubicBezTo>
                  <a:cubicBezTo>
                    <a:pt x="5338" y="18824"/>
                    <a:pt x="5138" y="18290"/>
                    <a:pt x="5138" y="17690"/>
                  </a:cubicBezTo>
                  <a:cubicBezTo>
                    <a:pt x="5104" y="16156"/>
                    <a:pt x="5004" y="14654"/>
                    <a:pt x="5004" y="13120"/>
                  </a:cubicBezTo>
                  <a:cubicBezTo>
                    <a:pt x="5004" y="11652"/>
                    <a:pt x="4938" y="10151"/>
                    <a:pt x="4904" y="8684"/>
                  </a:cubicBezTo>
                  <a:lnTo>
                    <a:pt x="4904" y="8350"/>
                  </a:lnTo>
                  <a:cubicBezTo>
                    <a:pt x="5104" y="6649"/>
                    <a:pt x="5205" y="4981"/>
                    <a:pt x="5138" y="3280"/>
                  </a:cubicBezTo>
                  <a:cubicBezTo>
                    <a:pt x="5104" y="2879"/>
                    <a:pt x="5138" y="2479"/>
                    <a:pt x="5104" y="2112"/>
                  </a:cubicBezTo>
                  <a:cubicBezTo>
                    <a:pt x="5071" y="1478"/>
                    <a:pt x="5271" y="1045"/>
                    <a:pt x="5938" y="945"/>
                  </a:cubicBezTo>
                  <a:cubicBezTo>
                    <a:pt x="6130" y="262"/>
                    <a:pt x="6097" y="49"/>
                    <a:pt x="5585" y="49"/>
                  </a:cubicBezTo>
                  <a:cubicBezTo>
                    <a:pt x="5472" y="49"/>
                    <a:pt x="5335" y="59"/>
                    <a:pt x="5171" y="77"/>
                  </a:cubicBezTo>
                  <a:cubicBezTo>
                    <a:pt x="4604" y="244"/>
                    <a:pt x="4704" y="811"/>
                    <a:pt x="4704" y="1345"/>
                  </a:cubicBezTo>
                  <a:cubicBezTo>
                    <a:pt x="4204" y="1078"/>
                    <a:pt x="3804" y="978"/>
                    <a:pt x="3837" y="344"/>
                  </a:cubicBezTo>
                  <a:cubicBezTo>
                    <a:pt x="3837" y="125"/>
                    <a:pt x="3718" y="1"/>
                    <a:pt x="3550" y="1"/>
                  </a:cubicBezTo>
                  <a:close/>
                </a:path>
              </a:pathLst>
            </a:custGeom>
            <a:solidFill>
              <a:srgbClr val="FFB5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7"/>
            <p:cNvSpPr/>
            <p:nvPr/>
          </p:nvSpPr>
          <p:spPr>
            <a:xfrm>
              <a:off x="2910575" y="2073600"/>
              <a:ext cx="227700" cy="459925"/>
            </a:xfrm>
            <a:custGeom>
              <a:avLst/>
              <a:gdLst/>
              <a:ahLst/>
              <a:cxnLst/>
              <a:rect l="l" t="t" r="r" b="b"/>
              <a:pathLst>
                <a:path w="9108" h="18397" extrusionOk="0">
                  <a:moveTo>
                    <a:pt x="368" y="0"/>
                  </a:moveTo>
                  <a:cubicBezTo>
                    <a:pt x="1" y="601"/>
                    <a:pt x="1" y="1168"/>
                    <a:pt x="401" y="1735"/>
                  </a:cubicBezTo>
                  <a:cubicBezTo>
                    <a:pt x="368" y="3002"/>
                    <a:pt x="535" y="4303"/>
                    <a:pt x="334" y="5638"/>
                  </a:cubicBezTo>
                  <a:cubicBezTo>
                    <a:pt x="201" y="6338"/>
                    <a:pt x="201" y="7172"/>
                    <a:pt x="1002" y="7739"/>
                  </a:cubicBezTo>
                  <a:cubicBezTo>
                    <a:pt x="1268" y="7873"/>
                    <a:pt x="1502" y="8306"/>
                    <a:pt x="1435" y="8640"/>
                  </a:cubicBezTo>
                  <a:cubicBezTo>
                    <a:pt x="1335" y="9407"/>
                    <a:pt x="1535" y="9941"/>
                    <a:pt x="2269" y="10241"/>
                  </a:cubicBezTo>
                  <a:cubicBezTo>
                    <a:pt x="2369" y="10274"/>
                    <a:pt x="2369" y="10441"/>
                    <a:pt x="2436" y="10474"/>
                  </a:cubicBezTo>
                  <a:cubicBezTo>
                    <a:pt x="3236" y="10975"/>
                    <a:pt x="3737" y="11809"/>
                    <a:pt x="4537" y="12276"/>
                  </a:cubicBezTo>
                  <a:cubicBezTo>
                    <a:pt x="4504" y="12476"/>
                    <a:pt x="4337" y="12609"/>
                    <a:pt x="4204" y="12676"/>
                  </a:cubicBezTo>
                  <a:cubicBezTo>
                    <a:pt x="3870" y="12909"/>
                    <a:pt x="3904" y="13243"/>
                    <a:pt x="4170" y="13410"/>
                  </a:cubicBezTo>
                  <a:cubicBezTo>
                    <a:pt x="4704" y="13777"/>
                    <a:pt x="4771" y="14277"/>
                    <a:pt x="4771" y="14844"/>
                  </a:cubicBezTo>
                  <a:cubicBezTo>
                    <a:pt x="4771" y="15078"/>
                    <a:pt x="4771" y="15345"/>
                    <a:pt x="4904" y="15545"/>
                  </a:cubicBezTo>
                  <a:cubicBezTo>
                    <a:pt x="5171" y="16012"/>
                    <a:pt x="5104" y="16679"/>
                    <a:pt x="5772" y="16879"/>
                  </a:cubicBezTo>
                  <a:cubicBezTo>
                    <a:pt x="6172" y="16479"/>
                    <a:pt x="5905" y="15978"/>
                    <a:pt x="6072" y="15545"/>
                  </a:cubicBezTo>
                  <a:cubicBezTo>
                    <a:pt x="6205" y="15178"/>
                    <a:pt x="5872" y="14677"/>
                    <a:pt x="6439" y="14444"/>
                  </a:cubicBezTo>
                  <a:cubicBezTo>
                    <a:pt x="6539" y="14444"/>
                    <a:pt x="6606" y="14411"/>
                    <a:pt x="6706" y="14344"/>
                  </a:cubicBezTo>
                  <a:cubicBezTo>
                    <a:pt x="6739" y="14310"/>
                    <a:pt x="6739" y="14310"/>
                    <a:pt x="6772" y="14310"/>
                  </a:cubicBezTo>
                  <a:cubicBezTo>
                    <a:pt x="6839" y="14310"/>
                    <a:pt x="6839" y="14411"/>
                    <a:pt x="6839" y="14411"/>
                  </a:cubicBezTo>
                  <a:cubicBezTo>
                    <a:pt x="6706" y="14677"/>
                    <a:pt x="6172" y="14811"/>
                    <a:pt x="6505" y="15278"/>
                  </a:cubicBezTo>
                  <a:cubicBezTo>
                    <a:pt x="6706" y="15578"/>
                    <a:pt x="7106" y="15445"/>
                    <a:pt x="7373" y="15645"/>
                  </a:cubicBezTo>
                  <a:cubicBezTo>
                    <a:pt x="6672" y="15845"/>
                    <a:pt x="6372" y="16178"/>
                    <a:pt x="7039" y="16779"/>
                  </a:cubicBezTo>
                  <a:cubicBezTo>
                    <a:pt x="7173" y="16879"/>
                    <a:pt x="7173" y="17112"/>
                    <a:pt x="7273" y="17213"/>
                  </a:cubicBezTo>
                  <a:cubicBezTo>
                    <a:pt x="7506" y="17413"/>
                    <a:pt x="7339" y="17513"/>
                    <a:pt x="7273" y="17680"/>
                  </a:cubicBezTo>
                  <a:cubicBezTo>
                    <a:pt x="7206" y="17946"/>
                    <a:pt x="6906" y="18313"/>
                    <a:pt x="7339" y="18380"/>
                  </a:cubicBezTo>
                  <a:cubicBezTo>
                    <a:pt x="7377" y="18391"/>
                    <a:pt x="7414" y="18397"/>
                    <a:pt x="7448" y="18397"/>
                  </a:cubicBezTo>
                  <a:cubicBezTo>
                    <a:pt x="7716" y="18397"/>
                    <a:pt x="7877" y="18075"/>
                    <a:pt x="7906" y="17780"/>
                  </a:cubicBezTo>
                  <a:cubicBezTo>
                    <a:pt x="7940" y="17646"/>
                    <a:pt x="7940" y="17479"/>
                    <a:pt x="7873" y="17346"/>
                  </a:cubicBezTo>
                  <a:cubicBezTo>
                    <a:pt x="7673" y="16979"/>
                    <a:pt x="7873" y="16645"/>
                    <a:pt x="7940" y="16312"/>
                  </a:cubicBezTo>
                  <a:cubicBezTo>
                    <a:pt x="8000" y="16094"/>
                    <a:pt x="8069" y="16021"/>
                    <a:pt x="8143" y="16021"/>
                  </a:cubicBezTo>
                  <a:cubicBezTo>
                    <a:pt x="8271" y="16021"/>
                    <a:pt x="8413" y="16248"/>
                    <a:pt x="8540" y="16312"/>
                  </a:cubicBezTo>
                  <a:cubicBezTo>
                    <a:pt x="9107" y="14944"/>
                    <a:pt x="9041" y="13477"/>
                    <a:pt x="8941" y="12042"/>
                  </a:cubicBezTo>
                  <a:cubicBezTo>
                    <a:pt x="8907" y="11442"/>
                    <a:pt x="8874" y="10808"/>
                    <a:pt x="8373" y="10308"/>
                  </a:cubicBezTo>
                  <a:cubicBezTo>
                    <a:pt x="8373" y="9807"/>
                    <a:pt x="8340" y="9307"/>
                    <a:pt x="8340" y="8807"/>
                  </a:cubicBezTo>
                  <a:cubicBezTo>
                    <a:pt x="8137" y="8723"/>
                    <a:pt x="7939" y="8674"/>
                    <a:pt x="7749" y="8674"/>
                  </a:cubicBezTo>
                  <a:cubicBezTo>
                    <a:pt x="7408" y="8674"/>
                    <a:pt x="7096" y="8833"/>
                    <a:pt x="6839" y="9240"/>
                  </a:cubicBezTo>
                  <a:cubicBezTo>
                    <a:pt x="6669" y="9384"/>
                    <a:pt x="6531" y="9440"/>
                    <a:pt x="6398" y="9440"/>
                  </a:cubicBezTo>
                  <a:cubicBezTo>
                    <a:pt x="6192" y="9440"/>
                    <a:pt x="6002" y="9303"/>
                    <a:pt x="5738" y="9140"/>
                  </a:cubicBezTo>
                  <a:cubicBezTo>
                    <a:pt x="4838" y="8573"/>
                    <a:pt x="4037" y="7839"/>
                    <a:pt x="3003" y="7506"/>
                  </a:cubicBezTo>
                  <a:cubicBezTo>
                    <a:pt x="1669" y="7105"/>
                    <a:pt x="1402" y="6638"/>
                    <a:pt x="1902" y="5304"/>
                  </a:cubicBezTo>
                  <a:cubicBezTo>
                    <a:pt x="2169" y="4637"/>
                    <a:pt x="2236" y="4070"/>
                    <a:pt x="1735" y="3503"/>
                  </a:cubicBezTo>
                  <a:cubicBezTo>
                    <a:pt x="1035" y="2736"/>
                    <a:pt x="868" y="1835"/>
                    <a:pt x="868" y="834"/>
                  </a:cubicBezTo>
                  <a:cubicBezTo>
                    <a:pt x="868" y="501"/>
                    <a:pt x="1002" y="0"/>
                    <a:pt x="368" y="0"/>
                  </a:cubicBezTo>
                  <a:close/>
                </a:path>
              </a:pathLst>
            </a:custGeom>
            <a:solidFill>
              <a:srgbClr val="FFBE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7"/>
            <p:cNvSpPr/>
            <p:nvPr/>
          </p:nvSpPr>
          <p:spPr>
            <a:xfrm>
              <a:off x="2694600" y="2947525"/>
              <a:ext cx="210175" cy="517175"/>
            </a:xfrm>
            <a:custGeom>
              <a:avLst/>
              <a:gdLst/>
              <a:ahLst/>
              <a:cxnLst/>
              <a:rect l="l" t="t" r="r" b="b"/>
              <a:pathLst>
                <a:path w="8407" h="20687" extrusionOk="0">
                  <a:moveTo>
                    <a:pt x="729" y="0"/>
                  </a:moveTo>
                  <a:cubicBezTo>
                    <a:pt x="698" y="0"/>
                    <a:pt x="666" y="1"/>
                    <a:pt x="634" y="2"/>
                  </a:cubicBezTo>
                  <a:cubicBezTo>
                    <a:pt x="0" y="802"/>
                    <a:pt x="367" y="1403"/>
                    <a:pt x="1034" y="1970"/>
                  </a:cubicBezTo>
                  <a:cubicBezTo>
                    <a:pt x="1902" y="2503"/>
                    <a:pt x="2669" y="3204"/>
                    <a:pt x="3636" y="3537"/>
                  </a:cubicBezTo>
                  <a:cubicBezTo>
                    <a:pt x="4370" y="3738"/>
                    <a:pt x="4904" y="4371"/>
                    <a:pt x="5671" y="4638"/>
                  </a:cubicBezTo>
                  <a:cubicBezTo>
                    <a:pt x="6305" y="4805"/>
                    <a:pt x="6472" y="5205"/>
                    <a:pt x="6472" y="5839"/>
                  </a:cubicBezTo>
                  <a:cubicBezTo>
                    <a:pt x="6472" y="7340"/>
                    <a:pt x="6572" y="8841"/>
                    <a:pt x="6405" y="10376"/>
                  </a:cubicBezTo>
                  <a:cubicBezTo>
                    <a:pt x="6305" y="11443"/>
                    <a:pt x="6572" y="12577"/>
                    <a:pt x="6638" y="13678"/>
                  </a:cubicBezTo>
                  <a:cubicBezTo>
                    <a:pt x="6738" y="15813"/>
                    <a:pt x="7172" y="17981"/>
                    <a:pt x="7072" y="20149"/>
                  </a:cubicBezTo>
                  <a:cubicBezTo>
                    <a:pt x="7326" y="20347"/>
                    <a:pt x="7556" y="20687"/>
                    <a:pt x="7842" y="20687"/>
                  </a:cubicBezTo>
                  <a:cubicBezTo>
                    <a:pt x="7895" y="20687"/>
                    <a:pt x="7949" y="20676"/>
                    <a:pt x="8006" y="20650"/>
                  </a:cubicBezTo>
                  <a:cubicBezTo>
                    <a:pt x="8406" y="20416"/>
                    <a:pt x="8106" y="20016"/>
                    <a:pt x="8106" y="19682"/>
                  </a:cubicBezTo>
                  <a:cubicBezTo>
                    <a:pt x="8106" y="18948"/>
                    <a:pt x="8006" y="18248"/>
                    <a:pt x="7939" y="17547"/>
                  </a:cubicBezTo>
                  <a:cubicBezTo>
                    <a:pt x="7939" y="17414"/>
                    <a:pt x="8006" y="17347"/>
                    <a:pt x="8006" y="17247"/>
                  </a:cubicBezTo>
                  <a:cubicBezTo>
                    <a:pt x="8173" y="16980"/>
                    <a:pt x="7939" y="16547"/>
                    <a:pt x="8173" y="16247"/>
                  </a:cubicBezTo>
                  <a:cubicBezTo>
                    <a:pt x="8206" y="13344"/>
                    <a:pt x="7672" y="10476"/>
                    <a:pt x="7906" y="7540"/>
                  </a:cubicBezTo>
                  <a:cubicBezTo>
                    <a:pt x="8039" y="6406"/>
                    <a:pt x="7873" y="5205"/>
                    <a:pt x="7839" y="4038"/>
                  </a:cubicBezTo>
                  <a:cubicBezTo>
                    <a:pt x="6238" y="3371"/>
                    <a:pt x="4904" y="2370"/>
                    <a:pt x="3636" y="1303"/>
                  </a:cubicBezTo>
                  <a:cubicBezTo>
                    <a:pt x="2824" y="588"/>
                    <a:pt x="1886" y="0"/>
                    <a:pt x="729" y="0"/>
                  </a:cubicBezTo>
                  <a:close/>
                </a:path>
              </a:pathLst>
            </a:custGeom>
            <a:solidFill>
              <a:srgbClr val="DF7C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7"/>
            <p:cNvSpPr/>
            <p:nvPr/>
          </p:nvSpPr>
          <p:spPr>
            <a:xfrm>
              <a:off x="2608700" y="2766325"/>
              <a:ext cx="295225" cy="282775"/>
            </a:xfrm>
            <a:custGeom>
              <a:avLst/>
              <a:gdLst/>
              <a:ahLst/>
              <a:cxnLst/>
              <a:rect l="l" t="t" r="r" b="b"/>
              <a:pathLst>
                <a:path w="11809" h="11311" extrusionOk="0">
                  <a:moveTo>
                    <a:pt x="9808" y="9451"/>
                  </a:moveTo>
                  <a:cubicBezTo>
                    <a:pt x="9814" y="9454"/>
                    <a:pt x="9821" y="9457"/>
                    <a:pt x="9827" y="9460"/>
                  </a:cubicBezTo>
                  <a:lnTo>
                    <a:pt x="9827" y="9460"/>
                  </a:lnTo>
                  <a:cubicBezTo>
                    <a:pt x="9814" y="9462"/>
                    <a:pt x="9808" y="9470"/>
                    <a:pt x="9808" y="9485"/>
                  </a:cubicBezTo>
                  <a:cubicBezTo>
                    <a:pt x="9808" y="9523"/>
                    <a:pt x="9797" y="9536"/>
                    <a:pt x="9784" y="9536"/>
                  </a:cubicBezTo>
                  <a:cubicBezTo>
                    <a:pt x="9753" y="9536"/>
                    <a:pt x="9712" y="9451"/>
                    <a:pt x="9808" y="9451"/>
                  </a:cubicBezTo>
                  <a:close/>
                  <a:moveTo>
                    <a:pt x="3795" y="1"/>
                  </a:moveTo>
                  <a:cubicBezTo>
                    <a:pt x="3679" y="1"/>
                    <a:pt x="3561" y="17"/>
                    <a:pt x="3436" y="44"/>
                  </a:cubicBezTo>
                  <a:cubicBezTo>
                    <a:pt x="2903" y="144"/>
                    <a:pt x="2402" y="445"/>
                    <a:pt x="1935" y="778"/>
                  </a:cubicBezTo>
                  <a:cubicBezTo>
                    <a:pt x="167" y="1979"/>
                    <a:pt x="1" y="3780"/>
                    <a:pt x="1468" y="5282"/>
                  </a:cubicBezTo>
                  <a:cubicBezTo>
                    <a:pt x="2135" y="5949"/>
                    <a:pt x="2803" y="6649"/>
                    <a:pt x="3636" y="7116"/>
                  </a:cubicBezTo>
                  <a:cubicBezTo>
                    <a:pt x="3801" y="7199"/>
                    <a:pt x="3988" y="7258"/>
                    <a:pt x="4161" y="7258"/>
                  </a:cubicBezTo>
                  <a:cubicBezTo>
                    <a:pt x="4198" y="7258"/>
                    <a:pt x="4235" y="7255"/>
                    <a:pt x="4270" y="7250"/>
                  </a:cubicBezTo>
                  <a:cubicBezTo>
                    <a:pt x="5138" y="7750"/>
                    <a:pt x="6172" y="7917"/>
                    <a:pt x="6939" y="8651"/>
                  </a:cubicBezTo>
                  <a:cubicBezTo>
                    <a:pt x="7506" y="9251"/>
                    <a:pt x="8173" y="9785"/>
                    <a:pt x="8907" y="10252"/>
                  </a:cubicBezTo>
                  <a:cubicBezTo>
                    <a:pt x="9565" y="10701"/>
                    <a:pt x="10170" y="11311"/>
                    <a:pt x="11035" y="11311"/>
                  </a:cubicBezTo>
                  <a:cubicBezTo>
                    <a:pt x="11134" y="11311"/>
                    <a:pt x="11236" y="11303"/>
                    <a:pt x="11342" y="11286"/>
                  </a:cubicBezTo>
                  <a:cubicBezTo>
                    <a:pt x="11609" y="10919"/>
                    <a:pt x="11642" y="10585"/>
                    <a:pt x="11275" y="10385"/>
                  </a:cubicBezTo>
                  <a:lnTo>
                    <a:pt x="11075" y="10152"/>
                  </a:lnTo>
                  <a:cubicBezTo>
                    <a:pt x="10787" y="9768"/>
                    <a:pt x="10316" y="9752"/>
                    <a:pt x="9954" y="9516"/>
                  </a:cubicBezTo>
                  <a:lnTo>
                    <a:pt x="9954" y="9516"/>
                  </a:lnTo>
                  <a:cubicBezTo>
                    <a:pt x="10253" y="9649"/>
                    <a:pt x="10537" y="9766"/>
                    <a:pt x="10814" y="9766"/>
                  </a:cubicBezTo>
                  <a:cubicBezTo>
                    <a:pt x="11037" y="9766"/>
                    <a:pt x="11256" y="9690"/>
                    <a:pt x="11475" y="9485"/>
                  </a:cubicBezTo>
                  <a:cubicBezTo>
                    <a:pt x="11776" y="9084"/>
                    <a:pt x="11609" y="8751"/>
                    <a:pt x="11275" y="8450"/>
                  </a:cubicBezTo>
                  <a:cubicBezTo>
                    <a:pt x="11008" y="8150"/>
                    <a:pt x="10742" y="8050"/>
                    <a:pt x="10341" y="7983"/>
                  </a:cubicBezTo>
                  <a:cubicBezTo>
                    <a:pt x="10775" y="7983"/>
                    <a:pt x="11075" y="7717"/>
                    <a:pt x="11275" y="7416"/>
                  </a:cubicBezTo>
                  <a:cubicBezTo>
                    <a:pt x="11676" y="7116"/>
                    <a:pt x="11809" y="6783"/>
                    <a:pt x="11642" y="6316"/>
                  </a:cubicBezTo>
                  <a:cubicBezTo>
                    <a:pt x="11399" y="6053"/>
                    <a:pt x="11175" y="5958"/>
                    <a:pt x="10960" y="5958"/>
                  </a:cubicBezTo>
                  <a:cubicBezTo>
                    <a:pt x="10465" y="5958"/>
                    <a:pt x="10019" y="6456"/>
                    <a:pt x="9507" y="6549"/>
                  </a:cubicBezTo>
                  <a:cubicBezTo>
                    <a:pt x="8802" y="6775"/>
                    <a:pt x="8096" y="7120"/>
                    <a:pt x="7351" y="7120"/>
                  </a:cubicBezTo>
                  <a:cubicBezTo>
                    <a:pt x="7215" y="7120"/>
                    <a:pt x="7078" y="7108"/>
                    <a:pt x="6939" y="7083"/>
                  </a:cubicBezTo>
                  <a:cubicBezTo>
                    <a:pt x="5838" y="6816"/>
                    <a:pt x="4937" y="6316"/>
                    <a:pt x="4103" y="5648"/>
                  </a:cubicBezTo>
                  <a:cubicBezTo>
                    <a:pt x="4070" y="5448"/>
                    <a:pt x="3903" y="5315"/>
                    <a:pt x="3770" y="5215"/>
                  </a:cubicBezTo>
                  <a:cubicBezTo>
                    <a:pt x="3436" y="4881"/>
                    <a:pt x="3069" y="4581"/>
                    <a:pt x="2769" y="4247"/>
                  </a:cubicBezTo>
                  <a:cubicBezTo>
                    <a:pt x="2069" y="3414"/>
                    <a:pt x="2102" y="2813"/>
                    <a:pt x="3003" y="2213"/>
                  </a:cubicBezTo>
                  <a:cubicBezTo>
                    <a:pt x="3436" y="1912"/>
                    <a:pt x="3937" y="1746"/>
                    <a:pt x="4304" y="1412"/>
                  </a:cubicBezTo>
                  <a:cubicBezTo>
                    <a:pt x="4671" y="945"/>
                    <a:pt x="4804" y="545"/>
                    <a:pt x="4270" y="111"/>
                  </a:cubicBezTo>
                  <a:cubicBezTo>
                    <a:pt x="4114" y="33"/>
                    <a:pt x="3958" y="1"/>
                    <a:pt x="3795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7"/>
            <p:cNvSpPr/>
            <p:nvPr/>
          </p:nvSpPr>
          <p:spPr>
            <a:xfrm>
              <a:off x="3083200" y="3148525"/>
              <a:ext cx="59250" cy="513225"/>
            </a:xfrm>
            <a:custGeom>
              <a:avLst/>
              <a:gdLst/>
              <a:ahLst/>
              <a:cxnLst/>
              <a:rect l="l" t="t" r="r" b="b"/>
              <a:pathLst>
                <a:path w="2370" h="20529" extrusionOk="0">
                  <a:moveTo>
                    <a:pt x="968" y="1"/>
                  </a:moveTo>
                  <a:cubicBezTo>
                    <a:pt x="868" y="634"/>
                    <a:pt x="801" y="1168"/>
                    <a:pt x="668" y="1702"/>
                  </a:cubicBezTo>
                  <a:cubicBezTo>
                    <a:pt x="334" y="3203"/>
                    <a:pt x="268" y="4771"/>
                    <a:pt x="334" y="6305"/>
                  </a:cubicBezTo>
                  <a:cubicBezTo>
                    <a:pt x="434" y="7039"/>
                    <a:pt x="368" y="7773"/>
                    <a:pt x="334" y="8507"/>
                  </a:cubicBezTo>
                  <a:cubicBezTo>
                    <a:pt x="334" y="8707"/>
                    <a:pt x="201" y="8974"/>
                    <a:pt x="201" y="9207"/>
                  </a:cubicBezTo>
                  <a:cubicBezTo>
                    <a:pt x="201" y="10108"/>
                    <a:pt x="201" y="10975"/>
                    <a:pt x="301" y="11842"/>
                  </a:cubicBezTo>
                  <a:cubicBezTo>
                    <a:pt x="434" y="12710"/>
                    <a:pt x="635" y="13544"/>
                    <a:pt x="835" y="14444"/>
                  </a:cubicBezTo>
                  <a:cubicBezTo>
                    <a:pt x="935" y="14811"/>
                    <a:pt x="601" y="15178"/>
                    <a:pt x="868" y="15545"/>
                  </a:cubicBezTo>
                  <a:cubicBezTo>
                    <a:pt x="334" y="15645"/>
                    <a:pt x="501" y="15845"/>
                    <a:pt x="801" y="16045"/>
                  </a:cubicBezTo>
                  <a:cubicBezTo>
                    <a:pt x="1502" y="16613"/>
                    <a:pt x="1535" y="17446"/>
                    <a:pt x="1602" y="18180"/>
                  </a:cubicBezTo>
                  <a:cubicBezTo>
                    <a:pt x="1618" y="18392"/>
                    <a:pt x="1555" y="18468"/>
                    <a:pt x="1463" y="18468"/>
                  </a:cubicBezTo>
                  <a:cubicBezTo>
                    <a:pt x="1367" y="18468"/>
                    <a:pt x="1238" y="18383"/>
                    <a:pt x="1135" y="18280"/>
                  </a:cubicBezTo>
                  <a:cubicBezTo>
                    <a:pt x="1091" y="18263"/>
                    <a:pt x="1048" y="18257"/>
                    <a:pt x="1002" y="18257"/>
                  </a:cubicBezTo>
                  <a:cubicBezTo>
                    <a:pt x="900" y="18257"/>
                    <a:pt x="789" y="18287"/>
                    <a:pt x="648" y="18287"/>
                  </a:cubicBezTo>
                  <a:cubicBezTo>
                    <a:pt x="613" y="18287"/>
                    <a:pt x="575" y="18285"/>
                    <a:pt x="534" y="18280"/>
                  </a:cubicBezTo>
                  <a:cubicBezTo>
                    <a:pt x="668" y="17947"/>
                    <a:pt x="835" y="17647"/>
                    <a:pt x="968" y="17313"/>
                  </a:cubicBezTo>
                  <a:cubicBezTo>
                    <a:pt x="1001" y="17146"/>
                    <a:pt x="968" y="16979"/>
                    <a:pt x="701" y="16946"/>
                  </a:cubicBezTo>
                  <a:cubicBezTo>
                    <a:pt x="666" y="16932"/>
                    <a:pt x="633" y="16925"/>
                    <a:pt x="604" y="16925"/>
                  </a:cubicBezTo>
                  <a:cubicBezTo>
                    <a:pt x="496" y="16925"/>
                    <a:pt x="434" y="17015"/>
                    <a:pt x="434" y="17146"/>
                  </a:cubicBezTo>
                  <a:cubicBezTo>
                    <a:pt x="368" y="17647"/>
                    <a:pt x="134" y="18114"/>
                    <a:pt x="201" y="18614"/>
                  </a:cubicBezTo>
                  <a:cubicBezTo>
                    <a:pt x="134" y="18814"/>
                    <a:pt x="101" y="19048"/>
                    <a:pt x="1" y="19281"/>
                  </a:cubicBezTo>
                  <a:lnTo>
                    <a:pt x="34" y="19348"/>
                  </a:lnTo>
                  <a:cubicBezTo>
                    <a:pt x="134" y="19448"/>
                    <a:pt x="201" y="19481"/>
                    <a:pt x="301" y="19515"/>
                  </a:cubicBezTo>
                  <a:lnTo>
                    <a:pt x="368" y="19548"/>
                  </a:lnTo>
                  <a:lnTo>
                    <a:pt x="501" y="19681"/>
                  </a:lnTo>
                  <a:cubicBezTo>
                    <a:pt x="534" y="19681"/>
                    <a:pt x="601" y="19782"/>
                    <a:pt x="601" y="19782"/>
                  </a:cubicBezTo>
                  <a:cubicBezTo>
                    <a:pt x="635" y="19815"/>
                    <a:pt x="668" y="19882"/>
                    <a:pt x="701" y="19948"/>
                  </a:cubicBezTo>
                  <a:cubicBezTo>
                    <a:pt x="701" y="19982"/>
                    <a:pt x="768" y="20048"/>
                    <a:pt x="801" y="20082"/>
                  </a:cubicBezTo>
                  <a:cubicBezTo>
                    <a:pt x="835" y="20148"/>
                    <a:pt x="868" y="20215"/>
                    <a:pt x="935" y="20249"/>
                  </a:cubicBezTo>
                  <a:lnTo>
                    <a:pt x="1001" y="20349"/>
                  </a:lnTo>
                  <a:cubicBezTo>
                    <a:pt x="1035" y="20382"/>
                    <a:pt x="1102" y="20415"/>
                    <a:pt x="1168" y="20482"/>
                  </a:cubicBezTo>
                  <a:lnTo>
                    <a:pt x="1302" y="20482"/>
                  </a:lnTo>
                  <a:cubicBezTo>
                    <a:pt x="1389" y="20482"/>
                    <a:pt x="1486" y="20528"/>
                    <a:pt x="1564" y="20528"/>
                  </a:cubicBezTo>
                  <a:cubicBezTo>
                    <a:pt x="1633" y="20528"/>
                    <a:pt x="1686" y="20491"/>
                    <a:pt x="1702" y="20349"/>
                  </a:cubicBezTo>
                  <a:cubicBezTo>
                    <a:pt x="1802" y="19848"/>
                    <a:pt x="1635" y="19248"/>
                    <a:pt x="2136" y="18881"/>
                  </a:cubicBezTo>
                  <a:cubicBezTo>
                    <a:pt x="2202" y="18814"/>
                    <a:pt x="2169" y="18681"/>
                    <a:pt x="2102" y="18581"/>
                  </a:cubicBezTo>
                  <a:cubicBezTo>
                    <a:pt x="1535" y="17980"/>
                    <a:pt x="2036" y="17213"/>
                    <a:pt x="1935" y="16546"/>
                  </a:cubicBezTo>
                  <a:cubicBezTo>
                    <a:pt x="1702" y="15045"/>
                    <a:pt x="2169" y="13544"/>
                    <a:pt x="1769" y="12043"/>
                  </a:cubicBezTo>
                  <a:cubicBezTo>
                    <a:pt x="1702" y="11909"/>
                    <a:pt x="1769" y="11842"/>
                    <a:pt x="1835" y="11742"/>
                  </a:cubicBezTo>
                  <a:cubicBezTo>
                    <a:pt x="2369" y="11375"/>
                    <a:pt x="1468" y="10675"/>
                    <a:pt x="2169" y="10341"/>
                  </a:cubicBezTo>
                  <a:cubicBezTo>
                    <a:pt x="2136" y="10308"/>
                    <a:pt x="2136" y="10275"/>
                    <a:pt x="2102" y="10275"/>
                  </a:cubicBezTo>
                  <a:cubicBezTo>
                    <a:pt x="1435" y="10108"/>
                    <a:pt x="1669" y="9641"/>
                    <a:pt x="1769" y="9274"/>
                  </a:cubicBezTo>
                  <a:cubicBezTo>
                    <a:pt x="1835" y="8940"/>
                    <a:pt x="1835" y="8640"/>
                    <a:pt x="1835" y="8307"/>
                  </a:cubicBezTo>
                  <a:cubicBezTo>
                    <a:pt x="1802" y="6105"/>
                    <a:pt x="1769" y="3837"/>
                    <a:pt x="1669" y="1602"/>
                  </a:cubicBezTo>
                  <a:cubicBezTo>
                    <a:pt x="1635" y="1302"/>
                    <a:pt x="1702" y="968"/>
                    <a:pt x="1435" y="701"/>
                  </a:cubicBezTo>
                  <a:cubicBezTo>
                    <a:pt x="1102" y="634"/>
                    <a:pt x="1368" y="67"/>
                    <a:pt x="968" y="1"/>
                  </a:cubicBezTo>
                  <a:close/>
                </a:path>
              </a:pathLst>
            </a:custGeom>
            <a:solidFill>
              <a:srgbClr val="FFB0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7"/>
            <p:cNvSpPr/>
            <p:nvPr/>
          </p:nvSpPr>
          <p:spPr>
            <a:xfrm>
              <a:off x="2883900" y="1803350"/>
              <a:ext cx="73400" cy="581375"/>
            </a:xfrm>
            <a:custGeom>
              <a:avLst/>
              <a:gdLst/>
              <a:ahLst/>
              <a:cxnLst/>
              <a:rect l="l" t="t" r="r" b="b"/>
              <a:pathLst>
                <a:path w="2936" h="23255" extrusionOk="0">
                  <a:moveTo>
                    <a:pt x="2189" y="1"/>
                  </a:moveTo>
                  <a:cubicBezTo>
                    <a:pt x="1830" y="1"/>
                    <a:pt x="1767" y="379"/>
                    <a:pt x="1735" y="603"/>
                  </a:cubicBezTo>
                  <a:cubicBezTo>
                    <a:pt x="1468" y="1637"/>
                    <a:pt x="1168" y="2704"/>
                    <a:pt x="1068" y="3738"/>
                  </a:cubicBezTo>
                  <a:cubicBezTo>
                    <a:pt x="834" y="5573"/>
                    <a:pt x="601" y="7374"/>
                    <a:pt x="334" y="9209"/>
                  </a:cubicBezTo>
                  <a:cubicBezTo>
                    <a:pt x="167" y="10310"/>
                    <a:pt x="0" y="11444"/>
                    <a:pt x="0" y="12578"/>
                  </a:cubicBezTo>
                  <a:cubicBezTo>
                    <a:pt x="0" y="12612"/>
                    <a:pt x="67" y="12645"/>
                    <a:pt x="100" y="12712"/>
                  </a:cubicBezTo>
                  <a:cubicBezTo>
                    <a:pt x="601" y="12912"/>
                    <a:pt x="801" y="13379"/>
                    <a:pt x="734" y="13812"/>
                  </a:cubicBezTo>
                  <a:cubicBezTo>
                    <a:pt x="601" y="14746"/>
                    <a:pt x="668" y="15647"/>
                    <a:pt x="601" y="16581"/>
                  </a:cubicBezTo>
                  <a:cubicBezTo>
                    <a:pt x="401" y="18616"/>
                    <a:pt x="100" y="20651"/>
                    <a:pt x="234" y="22685"/>
                  </a:cubicBezTo>
                  <a:cubicBezTo>
                    <a:pt x="297" y="22940"/>
                    <a:pt x="300" y="23255"/>
                    <a:pt x="676" y="23255"/>
                  </a:cubicBezTo>
                  <a:cubicBezTo>
                    <a:pt x="695" y="23255"/>
                    <a:pt x="714" y="23254"/>
                    <a:pt x="734" y="23252"/>
                  </a:cubicBezTo>
                  <a:cubicBezTo>
                    <a:pt x="734" y="22552"/>
                    <a:pt x="601" y="21818"/>
                    <a:pt x="734" y="21118"/>
                  </a:cubicBezTo>
                  <a:cubicBezTo>
                    <a:pt x="1001" y="19450"/>
                    <a:pt x="1001" y="17749"/>
                    <a:pt x="1135" y="16081"/>
                  </a:cubicBezTo>
                  <a:cubicBezTo>
                    <a:pt x="1235" y="14947"/>
                    <a:pt x="1435" y="13812"/>
                    <a:pt x="1301" y="12712"/>
                  </a:cubicBezTo>
                  <a:cubicBezTo>
                    <a:pt x="1268" y="12578"/>
                    <a:pt x="1401" y="12445"/>
                    <a:pt x="1468" y="12311"/>
                  </a:cubicBezTo>
                  <a:cubicBezTo>
                    <a:pt x="1568" y="11778"/>
                    <a:pt x="1235" y="11144"/>
                    <a:pt x="1635" y="10610"/>
                  </a:cubicBezTo>
                  <a:cubicBezTo>
                    <a:pt x="1802" y="10443"/>
                    <a:pt x="1902" y="10277"/>
                    <a:pt x="1935" y="9976"/>
                  </a:cubicBezTo>
                  <a:cubicBezTo>
                    <a:pt x="2235" y="7308"/>
                    <a:pt x="2569" y="4639"/>
                    <a:pt x="2902" y="1937"/>
                  </a:cubicBezTo>
                  <a:cubicBezTo>
                    <a:pt x="2936" y="1637"/>
                    <a:pt x="2936" y="1403"/>
                    <a:pt x="2736" y="1137"/>
                  </a:cubicBezTo>
                  <a:lnTo>
                    <a:pt x="2736" y="736"/>
                  </a:lnTo>
                  <a:cubicBezTo>
                    <a:pt x="2736" y="369"/>
                    <a:pt x="2636" y="69"/>
                    <a:pt x="2235" y="2"/>
                  </a:cubicBezTo>
                  <a:cubicBezTo>
                    <a:pt x="2219" y="1"/>
                    <a:pt x="2204" y="1"/>
                    <a:pt x="2189" y="1"/>
                  </a:cubicBezTo>
                  <a:close/>
                </a:path>
              </a:pathLst>
            </a:custGeom>
            <a:solidFill>
              <a:srgbClr val="EE9C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7"/>
            <p:cNvSpPr/>
            <p:nvPr/>
          </p:nvSpPr>
          <p:spPr>
            <a:xfrm>
              <a:off x="2844700" y="2621775"/>
              <a:ext cx="55075" cy="310800"/>
            </a:xfrm>
            <a:custGeom>
              <a:avLst/>
              <a:gdLst/>
              <a:ahLst/>
              <a:cxnLst/>
              <a:rect l="l" t="t" r="r" b="b"/>
              <a:pathLst>
                <a:path w="2203" h="12432" extrusionOk="0">
                  <a:moveTo>
                    <a:pt x="1529" y="1"/>
                  </a:moveTo>
                  <a:cubicBezTo>
                    <a:pt x="1277" y="1"/>
                    <a:pt x="1115" y="224"/>
                    <a:pt x="1001" y="423"/>
                  </a:cubicBezTo>
                  <a:cubicBezTo>
                    <a:pt x="501" y="1357"/>
                    <a:pt x="201" y="2257"/>
                    <a:pt x="301" y="3325"/>
                  </a:cubicBezTo>
                  <a:cubicBezTo>
                    <a:pt x="334" y="4058"/>
                    <a:pt x="434" y="4859"/>
                    <a:pt x="167" y="5593"/>
                  </a:cubicBezTo>
                  <a:cubicBezTo>
                    <a:pt x="1" y="7895"/>
                    <a:pt x="234" y="10163"/>
                    <a:pt x="134" y="12431"/>
                  </a:cubicBezTo>
                  <a:cubicBezTo>
                    <a:pt x="434" y="12398"/>
                    <a:pt x="734" y="12198"/>
                    <a:pt x="1035" y="12031"/>
                  </a:cubicBezTo>
                  <a:cubicBezTo>
                    <a:pt x="1249" y="11888"/>
                    <a:pt x="1464" y="11821"/>
                    <a:pt x="1673" y="11821"/>
                  </a:cubicBezTo>
                  <a:cubicBezTo>
                    <a:pt x="1854" y="11821"/>
                    <a:pt x="2032" y="11871"/>
                    <a:pt x="2202" y="11964"/>
                  </a:cubicBezTo>
                  <a:cubicBezTo>
                    <a:pt x="1869" y="11364"/>
                    <a:pt x="1869" y="10663"/>
                    <a:pt x="1969" y="10063"/>
                  </a:cubicBezTo>
                  <a:cubicBezTo>
                    <a:pt x="2002" y="7561"/>
                    <a:pt x="1835" y="5093"/>
                    <a:pt x="1835" y="2591"/>
                  </a:cubicBezTo>
                  <a:cubicBezTo>
                    <a:pt x="1902" y="1957"/>
                    <a:pt x="1869" y="1323"/>
                    <a:pt x="1869" y="689"/>
                  </a:cubicBezTo>
                  <a:cubicBezTo>
                    <a:pt x="1869" y="423"/>
                    <a:pt x="1935" y="89"/>
                    <a:pt x="1668" y="22"/>
                  </a:cubicBezTo>
                  <a:cubicBezTo>
                    <a:pt x="1619" y="7"/>
                    <a:pt x="1572" y="1"/>
                    <a:pt x="1529" y="1"/>
                  </a:cubicBezTo>
                  <a:close/>
                </a:path>
              </a:pathLst>
            </a:custGeom>
            <a:solidFill>
              <a:srgbClr val="DF7D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7"/>
            <p:cNvSpPr/>
            <p:nvPr/>
          </p:nvSpPr>
          <p:spPr>
            <a:xfrm>
              <a:off x="2788825" y="2339425"/>
              <a:ext cx="132175" cy="153925"/>
            </a:xfrm>
            <a:custGeom>
              <a:avLst/>
              <a:gdLst/>
              <a:ahLst/>
              <a:cxnLst/>
              <a:rect l="l" t="t" r="r" b="b"/>
              <a:pathLst>
                <a:path w="5287" h="6157" extrusionOk="0">
                  <a:moveTo>
                    <a:pt x="3053" y="0"/>
                  </a:moveTo>
                  <a:cubicBezTo>
                    <a:pt x="2768" y="0"/>
                    <a:pt x="2386" y="69"/>
                    <a:pt x="1835" y="175"/>
                  </a:cubicBezTo>
                  <a:cubicBezTo>
                    <a:pt x="1135" y="709"/>
                    <a:pt x="768" y="1443"/>
                    <a:pt x="501" y="2276"/>
                  </a:cubicBezTo>
                  <a:cubicBezTo>
                    <a:pt x="434" y="2610"/>
                    <a:pt x="434" y="2977"/>
                    <a:pt x="234" y="3277"/>
                  </a:cubicBezTo>
                  <a:cubicBezTo>
                    <a:pt x="268" y="3344"/>
                    <a:pt x="268" y="3377"/>
                    <a:pt x="234" y="3444"/>
                  </a:cubicBezTo>
                  <a:cubicBezTo>
                    <a:pt x="1" y="4044"/>
                    <a:pt x="234" y="4678"/>
                    <a:pt x="167" y="5312"/>
                  </a:cubicBezTo>
                  <a:cubicBezTo>
                    <a:pt x="167" y="5779"/>
                    <a:pt x="401" y="6113"/>
                    <a:pt x="835" y="6146"/>
                  </a:cubicBezTo>
                  <a:cubicBezTo>
                    <a:pt x="883" y="6153"/>
                    <a:pt x="928" y="6156"/>
                    <a:pt x="972" y="6156"/>
                  </a:cubicBezTo>
                  <a:cubicBezTo>
                    <a:pt x="1355" y="6156"/>
                    <a:pt x="1586" y="5901"/>
                    <a:pt x="1735" y="5512"/>
                  </a:cubicBezTo>
                  <a:cubicBezTo>
                    <a:pt x="1902" y="5045"/>
                    <a:pt x="1802" y="4611"/>
                    <a:pt x="1835" y="4144"/>
                  </a:cubicBezTo>
                  <a:cubicBezTo>
                    <a:pt x="1935" y="3344"/>
                    <a:pt x="1835" y="2543"/>
                    <a:pt x="2603" y="2010"/>
                  </a:cubicBezTo>
                  <a:cubicBezTo>
                    <a:pt x="3336" y="2610"/>
                    <a:pt x="3303" y="3544"/>
                    <a:pt x="3603" y="4345"/>
                  </a:cubicBezTo>
                  <a:cubicBezTo>
                    <a:pt x="3737" y="4712"/>
                    <a:pt x="3603" y="5212"/>
                    <a:pt x="4137" y="5379"/>
                  </a:cubicBezTo>
                  <a:cubicBezTo>
                    <a:pt x="4239" y="5386"/>
                    <a:pt x="4332" y="5389"/>
                    <a:pt x="4417" y="5389"/>
                  </a:cubicBezTo>
                  <a:cubicBezTo>
                    <a:pt x="5142" y="5389"/>
                    <a:pt x="5287" y="5121"/>
                    <a:pt x="5138" y="4345"/>
                  </a:cubicBezTo>
                  <a:cubicBezTo>
                    <a:pt x="4938" y="3477"/>
                    <a:pt x="4704" y="2643"/>
                    <a:pt x="4471" y="1809"/>
                  </a:cubicBezTo>
                  <a:cubicBezTo>
                    <a:pt x="4304" y="1676"/>
                    <a:pt x="4270" y="1476"/>
                    <a:pt x="4237" y="1276"/>
                  </a:cubicBezTo>
                  <a:cubicBezTo>
                    <a:pt x="3827" y="319"/>
                    <a:pt x="3666" y="0"/>
                    <a:pt x="3053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7"/>
            <p:cNvSpPr/>
            <p:nvPr/>
          </p:nvSpPr>
          <p:spPr>
            <a:xfrm>
              <a:off x="3114900" y="2277075"/>
              <a:ext cx="42550" cy="375600"/>
            </a:xfrm>
            <a:custGeom>
              <a:avLst/>
              <a:gdLst/>
              <a:ahLst/>
              <a:cxnLst/>
              <a:rect l="l" t="t" r="r" b="b"/>
              <a:pathLst>
                <a:path w="1702" h="15024" extrusionOk="0">
                  <a:moveTo>
                    <a:pt x="1435" y="0"/>
                  </a:moveTo>
                  <a:cubicBezTo>
                    <a:pt x="1168" y="201"/>
                    <a:pt x="1235" y="501"/>
                    <a:pt x="1235" y="801"/>
                  </a:cubicBezTo>
                  <a:cubicBezTo>
                    <a:pt x="1235" y="934"/>
                    <a:pt x="1235" y="1135"/>
                    <a:pt x="1101" y="1135"/>
                  </a:cubicBezTo>
                  <a:cubicBezTo>
                    <a:pt x="1042" y="1125"/>
                    <a:pt x="989" y="1121"/>
                    <a:pt x="941" y="1121"/>
                  </a:cubicBezTo>
                  <a:cubicBezTo>
                    <a:pt x="306" y="1121"/>
                    <a:pt x="544" y="1890"/>
                    <a:pt x="234" y="2169"/>
                  </a:cubicBezTo>
                  <a:cubicBezTo>
                    <a:pt x="401" y="3136"/>
                    <a:pt x="501" y="4070"/>
                    <a:pt x="534" y="5104"/>
                  </a:cubicBezTo>
                  <a:cubicBezTo>
                    <a:pt x="534" y="6105"/>
                    <a:pt x="200" y="7105"/>
                    <a:pt x="367" y="8140"/>
                  </a:cubicBezTo>
                  <a:cubicBezTo>
                    <a:pt x="367" y="8707"/>
                    <a:pt x="367" y="9307"/>
                    <a:pt x="434" y="9874"/>
                  </a:cubicBezTo>
                  <a:cubicBezTo>
                    <a:pt x="267" y="10174"/>
                    <a:pt x="167" y="10508"/>
                    <a:pt x="200" y="10875"/>
                  </a:cubicBezTo>
                  <a:cubicBezTo>
                    <a:pt x="334" y="12209"/>
                    <a:pt x="367" y="13543"/>
                    <a:pt x="0" y="14878"/>
                  </a:cubicBezTo>
                  <a:cubicBezTo>
                    <a:pt x="177" y="14974"/>
                    <a:pt x="353" y="15024"/>
                    <a:pt x="526" y="15024"/>
                  </a:cubicBezTo>
                  <a:cubicBezTo>
                    <a:pt x="712" y="15024"/>
                    <a:pt x="895" y="14966"/>
                    <a:pt x="1068" y="14844"/>
                  </a:cubicBezTo>
                  <a:cubicBezTo>
                    <a:pt x="1568" y="14244"/>
                    <a:pt x="1501" y="13510"/>
                    <a:pt x="1501" y="12810"/>
                  </a:cubicBezTo>
                  <a:cubicBezTo>
                    <a:pt x="1501" y="11976"/>
                    <a:pt x="1435" y="11142"/>
                    <a:pt x="1435" y="10308"/>
                  </a:cubicBezTo>
                  <a:cubicBezTo>
                    <a:pt x="1535" y="8006"/>
                    <a:pt x="1702" y="5671"/>
                    <a:pt x="1668" y="3369"/>
                  </a:cubicBezTo>
                  <a:cubicBezTo>
                    <a:pt x="1668" y="3136"/>
                    <a:pt x="1601" y="2902"/>
                    <a:pt x="1668" y="2702"/>
                  </a:cubicBezTo>
                  <a:lnTo>
                    <a:pt x="1668" y="2402"/>
                  </a:lnTo>
                  <a:cubicBezTo>
                    <a:pt x="1568" y="2135"/>
                    <a:pt x="1568" y="1835"/>
                    <a:pt x="1668" y="1568"/>
                  </a:cubicBezTo>
                  <a:cubicBezTo>
                    <a:pt x="1702" y="1401"/>
                    <a:pt x="1668" y="1201"/>
                    <a:pt x="1501" y="1068"/>
                  </a:cubicBezTo>
                  <a:cubicBezTo>
                    <a:pt x="1501" y="701"/>
                    <a:pt x="1435" y="367"/>
                    <a:pt x="1435" y="0"/>
                  </a:cubicBezTo>
                  <a:close/>
                </a:path>
              </a:pathLst>
            </a:custGeom>
            <a:solidFill>
              <a:srgbClr val="FFB1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7"/>
            <p:cNvSpPr/>
            <p:nvPr/>
          </p:nvSpPr>
          <p:spPr>
            <a:xfrm>
              <a:off x="3052350" y="2523075"/>
              <a:ext cx="80925" cy="134300"/>
            </a:xfrm>
            <a:custGeom>
              <a:avLst/>
              <a:gdLst/>
              <a:ahLst/>
              <a:cxnLst/>
              <a:rect l="l" t="t" r="r" b="b"/>
              <a:pathLst>
                <a:path w="3237" h="5372" extrusionOk="0">
                  <a:moveTo>
                    <a:pt x="2903" y="1"/>
                  </a:moveTo>
                  <a:cubicBezTo>
                    <a:pt x="2769" y="134"/>
                    <a:pt x="2602" y="201"/>
                    <a:pt x="2569" y="334"/>
                  </a:cubicBezTo>
                  <a:cubicBezTo>
                    <a:pt x="2298" y="702"/>
                    <a:pt x="2005" y="856"/>
                    <a:pt x="1683" y="856"/>
                  </a:cubicBezTo>
                  <a:cubicBezTo>
                    <a:pt x="1450" y="856"/>
                    <a:pt x="1201" y="775"/>
                    <a:pt x="935" y="635"/>
                  </a:cubicBezTo>
                  <a:cubicBezTo>
                    <a:pt x="764" y="537"/>
                    <a:pt x="558" y="404"/>
                    <a:pt x="317" y="404"/>
                  </a:cubicBezTo>
                  <a:cubicBezTo>
                    <a:pt x="228" y="404"/>
                    <a:pt x="133" y="423"/>
                    <a:pt x="34" y="468"/>
                  </a:cubicBezTo>
                  <a:cubicBezTo>
                    <a:pt x="67" y="768"/>
                    <a:pt x="167" y="1001"/>
                    <a:pt x="401" y="1168"/>
                  </a:cubicBezTo>
                  <a:lnTo>
                    <a:pt x="401" y="1602"/>
                  </a:lnTo>
                  <a:cubicBezTo>
                    <a:pt x="601" y="1802"/>
                    <a:pt x="1035" y="1769"/>
                    <a:pt x="1168" y="2102"/>
                  </a:cubicBezTo>
                  <a:cubicBezTo>
                    <a:pt x="1067" y="2076"/>
                    <a:pt x="979" y="2064"/>
                    <a:pt x="901" y="2064"/>
                  </a:cubicBezTo>
                  <a:cubicBezTo>
                    <a:pt x="286" y="2064"/>
                    <a:pt x="349" y="2814"/>
                    <a:pt x="201" y="3170"/>
                  </a:cubicBezTo>
                  <a:cubicBezTo>
                    <a:pt x="1" y="3637"/>
                    <a:pt x="601" y="3603"/>
                    <a:pt x="901" y="3670"/>
                  </a:cubicBezTo>
                  <a:cubicBezTo>
                    <a:pt x="1335" y="3803"/>
                    <a:pt x="1535" y="4104"/>
                    <a:pt x="1535" y="4537"/>
                  </a:cubicBezTo>
                  <a:cubicBezTo>
                    <a:pt x="1502" y="4871"/>
                    <a:pt x="1402" y="5204"/>
                    <a:pt x="1768" y="5371"/>
                  </a:cubicBezTo>
                  <a:lnTo>
                    <a:pt x="2002" y="5371"/>
                  </a:lnTo>
                  <a:cubicBezTo>
                    <a:pt x="2235" y="5305"/>
                    <a:pt x="2369" y="5171"/>
                    <a:pt x="2402" y="4938"/>
                  </a:cubicBezTo>
                  <a:cubicBezTo>
                    <a:pt x="2569" y="4671"/>
                    <a:pt x="3003" y="4704"/>
                    <a:pt x="3036" y="4371"/>
                  </a:cubicBezTo>
                  <a:cubicBezTo>
                    <a:pt x="3069" y="3770"/>
                    <a:pt x="3236" y="3103"/>
                    <a:pt x="3103" y="2503"/>
                  </a:cubicBezTo>
                  <a:cubicBezTo>
                    <a:pt x="2903" y="1669"/>
                    <a:pt x="3003" y="835"/>
                    <a:pt x="2903" y="1"/>
                  </a:cubicBezTo>
                  <a:close/>
                </a:path>
              </a:pathLst>
            </a:custGeom>
            <a:solidFill>
              <a:srgbClr val="FFBE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7"/>
            <p:cNvSpPr/>
            <p:nvPr/>
          </p:nvSpPr>
          <p:spPr>
            <a:xfrm>
              <a:off x="3102375" y="2573950"/>
              <a:ext cx="165150" cy="108700"/>
            </a:xfrm>
            <a:custGeom>
              <a:avLst/>
              <a:gdLst/>
              <a:ahLst/>
              <a:cxnLst/>
              <a:rect l="l" t="t" r="r" b="b"/>
              <a:pathLst>
                <a:path w="6606" h="4348" extrusionOk="0">
                  <a:moveTo>
                    <a:pt x="5538" y="1"/>
                  </a:moveTo>
                  <a:cubicBezTo>
                    <a:pt x="4738" y="267"/>
                    <a:pt x="4404" y="901"/>
                    <a:pt x="4071" y="1568"/>
                  </a:cubicBezTo>
                  <a:cubicBezTo>
                    <a:pt x="3837" y="1835"/>
                    <a:pt x="3570" y="2102"/>
                    <a:pt x="3203" y="2235"/>
                  </a:cubicBezTo>
                  <a:cubicBezTo>
                    <a:pt x="2569" y="2269"/>
                    <a:pt x="1936" y="2436"/>
                    <a:pt x="1435" y="2836"/>
                  </a:cubicBezTo>
                  <a:cubicBezTo>
                    <a:pt x="1102" y="2836"/>
                    <a:pt x="735" y="2903"/>
                    <a:pt x="401" y="2903"/>
                  </a:cubicBezTo>
                  <a:cubicBezTo>
                    <a:pt x="268" y="3069"/>
                    <a:pt x="101" y="3169"/>
                    <a:pt x="1" y="3336"/>
                  </a:cubicBezTo>
                  <a:cubicBezTo>
                    <a:pt x="34" y="3903"/>
                    <a:pt x="368" y="4103"/>
                    <a:pt x="802" y="4237"/>
                  </a:cubicBezTo>
                  <a:cubicBezTo>
                    <a:pt x="1051" y="4316"/>
                    <a:pt x="1300" y="4348"/>
                    <a:pt x="1550" y="4348"/>
                  </a:cubicBezTo>
                  <a:cubicBezTo>
                    <a:pt x="1934" y="4348"/>
                    <a:pt x="2319" y="4271"/>
                    <a:pt x="2703" y="4170"/>
                  </a:cubicBezTo>
                  <a:cubicBezTo>
                    <a:pt x="3103" y="4070"/>
                    <a:pt x="3503" y="3837"/>
                    <a:pt x="3870" y="3636"/>
                  </a:cubicBezTo>
                  <a:cubicBezTo>
                    <a:pt x="4804" y="3103"/>
                    <a:pt x="5705" y="2469"/>
                    <a:pt x="6205" y="1435"/>
                  </a:cubicBezTo>
                  <a:cubicBezTo>
                    <a:pt x="6606" y="601"/>
                    <a:pt x="6439" y="267"/>
                    <a:pt x="5538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7"/>
            <p:cNvSpPr/>
            <p:nvPr/>
          </p:nvSpPr>
          <p:spPr>
            <a:xfrm>
              <a:off x="2844700" y="2379650"/>
              <a:ext cx="47550" cy="226925"/>
            </a:xfrm>
            <a:custGeom>
              <a:avLst/>
              <a:gdLst/>
              <a:ahLst/>
              <a:cxnLst/>
              <a:rect l="l" t="t" r="r" b="b"/>
              <a:pathLst>
                <a:path w="1902" h="9077" extrusionOk="0">
                  <a:moveTo>
                    <a:pt x="969" y="5617"/>
                  </a:moveTo>
                  <a:lnTo>
                    <a:pt x="969" y="5617"/>
                  </a:lnTo>
                  <a:cubicBezTo>
                    <a:pt x="952" y="5623"/>
                    <a:pt x="944" y="5625"/>
                    <a:pt x="941" y="5625"/>
                  </a:cubicBezTo>
                  <a:cubicBezTo>
                    <a:pt x="937" y="5625"/>
                    <a:pt x="951" y="5619"/>
                    <a:pt x="969" y="5617"/>
                  </a:cubicBezTo>
                  <a:close/>
                  <a:moveTo>
                    <a:pt x="568" y="0"/>
                  </a:moveTo>
                  <a:cubicBezTo>
                    <a:pt x="234" y="334"/>
                    <a:pt x="234" y="768"/>
                    <a:pt x="167" y="1168"/>
                  </a:cubicBezTo>
                  <a:cubicBezTo>
                    <a:pt x="1" y="2836"/>
                    <a:pt x="67" y="4437"/>
                    <a:pt x="234" y="6105"/>
                  </a:cubicBezTo>
                  <a:cubicBezTo>
                    <a:pt x="341" y="6318"/>
                    <a:pt x="448" y="6553"/>
                    <a:pt x="640" y="6553"/>
                  </a:cubicBezTo>
                  <a:cubicBezTo>
                    <a:pt x="688" y="6553"/>
                    <a:pt x="741" y="6538"/>
                    <a:pt x="801" y="6505"/>
                  </a:cubicBezTo>
                  <a:cubicBezTo>
                    <a:pt x="1064" y="6275"/>
                    <a:pt x="1003" y="5916"/>
                    <a:pt x="1001" y="5618"/>
                  </a:cubicBezTo>
                  <a:lnTo>
                    <a:pt x="1001" y="5618"/>
                  </a:lnTo>
                  <a:cubicBezTo>
                    <a:pt x="1026" y="5625"/>
                    <a:pt x="1046" y="5647"/>
                    <a:pt x="1035" y="5704"/>
                  </a:cubicBezTo>
                  <a:cubicBezTo>
                    <a:pt x="1035" y="6205"/>
                    <a:pt x="901" y="6705"/>
                    <a:pt x="701" y="7205"/>
                  </a:cubicBezTo>
                  <a:cubicBezTo>
                    <a:pt x="501" y="7672"/>
                    <a:pt x="534" y="8106"/>
                    <a:pt x="668" y="8573"/>
                  </a:cubicBezTo>
                  <a:cubicBezTo>
                    <a:pt x="734" y="8840"/>
                    <a:pt x="868" y="9040"/>
                    <a:pt x="1168" y="9073"/>
                  </a:cubicBezTo>
                  <a:cubicBezTo>
                    <a:pt x="1185" y="9076"/>
                    <a:pt x="1202" y="9077"/>
                    <a:pt x="1218" y="9077"/>
                  </a:cubicBezTo>
                  <a:cubicBezTo>
                    <a:pt x="1452" y="9077"/>
                    <a:pt x="1573" y="8856"/>
                    <a:pt x="1635" y="8606"/>
                  </a:cubicBezTo>
                  <a:cubicBezTo>
                    <a:pt x="1668" y="8406"/>
                    <a:pt x="1702" y="8240"/>
                    <a:pt x="1835" y="8106"/>
                  </a:cubicBezTo>
                  <a:cubicBezTo>
                    <a:pt x="1769" y="6705"/>
                    <a:pt x="1702" y="5237"/>
                    <a:pt x="1902" y="3770"/>
                  </a:cubicBezTo>
                  <a:cubicBezTo>
                    <a:pt x="1802" y="3536"/>
                    <a:pt x="1735" y="3203"/>
                    <a:pt x="1668" y="2902"/>
                  </a:cubicBezTo>
                  <a:cubicBezTo>
                    <a:pt x="1402" y="1902"/>
                    <a:pt x="1268" y="834"/>
                    <a:pt x="568" y="0"/>
                  </a:cubicBezTo>
                  <a:close/>
                </a:path>
              </a:pathLst>
            </a:custGeom>
            <a:solidFill>
              <a:srgbClr val="E38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7"/>
            <p:cNvSpPr/>
            <p:nvPr/>
          </p:nvSpPr>
          <p:spPr>
            <a:xfrm>
              <a:off x="2873900" y="3353675"/>
              <a:ext cx="34200" cy="231850"/>
            </a:xfrm>
            <a:custGeom>
              <a:avLst/>
              <a:gdLst/>
              <a:ahLst/>
              <a:cxnLst/>
              <a:rect l="l" t="t" r="r" b="b"/>
              <a:pathLst>
                <a:path w="1368" h="9274" extrusionOk="0">
                  <a:moveTo>
                    <a:pt x="1134" y="1"/>
                  </a:moveTo>
                  <a:cubicBezTo>
                    <a:pt x="734" y="301"/>
                    <a:pt x="1001" y="801"/>
                    <a:pt x="701" y="1101"/>
                  </a:cubicBezTo>
                  <a:cubicBezTo>
                    <a:pt x="267" y="1402"/>
                    <a:pt x="867" y="1602"/>
                    <a:pt x="867" y="1768"/>
                  </a:cubicBezTo>
                  <a:cubicBezTo>
                    <a:pt x="701" y="2102"/>
                    <a:pt x="100" y="2336"/>
                    <a:pt x="934" y="2502"/>
                  </a:cubicBezTo>
                  <a:cubicBezTo>
                    <a:pt x="734" y="3103"/>
                    <a:pt x="1201" y="3670"/>
                    <a:pt x="934" y="4204"/>
                  </a:cubicBezTo>
                  <a:cubicBezTo>
                    <a:pt x="551" y="4204"/>
                    <a:pt x="351" y="3868"/>
                    <a:pt x="43" y="3868"/>
                  </a:cubicBezTo>
                  <a:cubicBezTo>
                    <a:pt x="29" y="3868"/>
                    <a:pt x="15" y="3869"/>
                    <a:pt x="0" y="3870"/>
                  </a:cubicBezTo>
                  <a:cubicBezTo>
                    <a:pt x="0" y="5471"/>
                    <a:pt x="267" y="7039"/>
                    <a:pt x="534" y="8607"/>
                  </a:cubicBezTo>
                  <a:cubicBezTo>
                    <a:pt x="567" y="8940"/>
                    <a:pt x="701" y="9174"/>
                    <a:pt x="1134" y="9274"/>
                  </a:cubicBezTo>
                  <a:cubicBezTo>
                    <a:pt x="1201" y="8907"/>
                    <a:pt x="1368" y="8507"/>
                    <a:pt x="1334" y="8140"/>
                  </a:cubicBezTo>
                  <a:cubicBezTo>
                    <a:pt x="1168" y="6639"/>
                    <a:pt x="1368" y="5138"/>
                    <a:pt x="1234" y="3636"/>
                  </a:cubicBezTo>
                  <a:lnTo>
                    <a:pt x="1134" y="1"/>
                  </a:lnTo>
                  <a:close/>
                </a:path>
              </a:pathLst>
            </a:custGeom>
            <a:solidFill>
              <a:srgbClr val="E98A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3021500" y="2561700"/>
              <a:ext cx="76750" cy="112350"/>
            </a:xfrm>
            <a:custGeom>
              <a:avLst/>
              <a:gdLst/>
              <a:ahLst/>
              <a:cxnLst/>
              <a:rect l="l" t="t" r="r" b="b"/>
              <a:pathLst>
                <a:path w="3070" h="4494" extrusionOk="0">
                  <a:moveTo>
                    <a:pt x="1850" y="1"/>
                  </a:moveTo>
                  <a:cubicBezTo>
                    <a:pt x="1773" y="1"/>
                    <a:pt x="1691" y="18"/>
                    <a:pt x="1601" y="57"/>
                  </a:cubicBezTo>
                  <a:cubicBezTo>
                    <a:pt x="1101" y="124"/>
                    <a:pt x="901" y="591"/>
                    <a:pt x="1068" y="924"/>
                  </a:cubicBezTo>
                  <a:cubicBezTo>
                    <a:pt x="1401" y="1658"/>
                    <a:pt x="968" y="2425"/>
                    <a:pt x="1101" y="3159"/>
                  </a:cubicBezTo>
                  <a:cubicBezTo>
                    <a:pt x="893" y="3136"/>
                    <a:pt x="734" y="2953"/>
                    <a:pt x="555" y="2953"/>
                  </a:cubicBezTo>
                  <a:cubicBezTo>
                    <a:pt x="476" y="2953"/>
                    <a:pt x="393" y="2990"/>
                    <a:pt x="301" y="3092"/>
                  </a:cubicBezTo>
                  <a:cubicBezTo>
                    <a:pt x="100" y="3293"/>
                    <a:pt x="0" y="3493"/>
                    <a:pt x="267" y="3726"/>
                  </a:cubicBezTo>
                  <a:cubicBezTo>
                    <a:pt x="567" y="3960"/>
                    <a:pt x="134" y="4293"/>
                    <a:pt x="401" y="4493"/>
                  </a:cubicBezTo>
                  <a:cubicBezTo>
                    <a:pt x="634" y="4493"/>
                    <a:pt x="601" y="4260"/>
                    <a:pt x="667" y="4126"/>
                  </a:cubicBezTo>
                  <a:cubicBezTo>
                    <a:pt x="846" y="3849"/>
                    <a:pt x="1366" y="3689"/>
                    <a:pt x="1828" y="3689"/>
                  </a:cubicBezTo>
                  <a:cubicBezTo>
                    <a:pt x="2144" y="3689"/>
                    <a:pt x="2433" y="3764"/>
                    <a:pt x="2569" y="3926"/>
                  </a:cubicBezTo>
                  <a:cubicBezTo>
                    <a:pt x="2682" y="4039"/>
                    <a:pt x="2740" y="4098"/>
                    <a:pt x="2793" y="4098"/>
                  </a:cubicBezTo>
                  <a:cubicBezTo>
                    <a:pt x="2849" y="4098"/>
                    <a:pt x="2899" y="4031"/>
                    <a:pt x="3002" y="3893"/>
                  </a:cubicBezTo>
                  <a:cubicBezTo>
                    <a:pt x="2836" y="3593"/>
                    <a:pt x="2969" y="3326"/>
                    <a:pt x="3002" y="3059"/>
                  </a:cubicBezTo>
                  <a:cubicBezTo>
                    <a:pt x="3069" y="2592"/>
                    <a:pt x="2636" y="1892"/>
                    <a:pt x="2302" y="1758"/>
                  </a:cubicBezTo>
                  <a:cubicBezTo>
                    <a:pt x="2277" y="1750"/>
                    <a:pt x="2250" y="1746"/>
                    <a:pt x="2223" y="1746"/>
                  </a:cubicBezTo>
                  <a:cubicBezTo>
                    <a:pt x="2041" y="1746"/>
                    <a:pt x="1829" y="1914"/>
                    <a:pt x="1680" y="1914"/>
                  </a:cubicBezTo>
                  <a:cubicBezTo>
                    <a:pt x="1591" y="1914"/>
                    <a:pt x="1524" y="1853"/>
                    <a:pt x="1501" y="1658"/>
                  </a:cubicBezTo>
                  <a:cubicBezTo>
                    <a:pt x="1478" y="1448"/>
                    <a:pt x="1548" y="1393"/>
                    <a:pt x="1657" y="1393"/>
                  </a:cubicBezTo>
                  <a:cubicBezTo>
                    <a:pt x="1777" y="1393"/>
                    <a:pt x="1944" y="1461"/>
                    <a:pt x="2083" y="1461"/>
                  </a:cubicBezTo>
                  <a:cubicBezTo>
                    <a:pt x="2177" y="1461"/>
                    <a:pt x="2258" y="1430"/>
                    <a:pt x="2302" y="1324"/>
                  </a:cubicBezTo>
                  <a:cubicBezTo>
                    <a:pt x="2302" y="1324"/>
                    <a:pt x="2335" y="1291"/>
                    <a:pt x="2335" y="1258"/>
                  </a:cubicBezTo>
                  <a:cubicBezTo>
                    <a:pt x="2269" y="958"/>
                    <a:pt x="1835" y="1258"/>
                    <a:pt x="1802" y="924"/>
                  </a:cubicBezTo>
                  <a:cubicBezTo>
                    <a:pt x="2002" y="491"/>
                    <a:pt x="2569" y="824"/>
                    <a:pt x="2802" y="491"/>
                  </a:cubicBezTo>
                  <a:cubicBezTo>
                    <a:pt x="2469" y="407"/>
                    <a:pt x="2229" y="1"/>
                    <a:pt x="1850" y="1"/>
                  </a:cubicBezTo>
                  <a:close/>
                </a:path>
              </a:pathLst>
            </a:custGeom>
            <a:solidFill>
              <a:srgbClr val="FFB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7"/>
            <p:cNvSpPr/>
            <p:nvPr/>
          </p:nvSpPr>
          <p:spPr>
            <a:xfrm>
              <a:off x="3007325" y="2844975"/>
              <a:ext cx="103425" cy="130950"/>
            </a:xfrm>
            <a:custGeom>
              <a:avLst/>
              <a:gdLst/>
              <a:ahLst/>
              <a:cxnLst/>
              <a:rect l="l" t="t" r="r" b="b"/>
              <a:pathLst>
                <a:path w="4137" h="5238" extrusionOk="0">
                  <a:moveTo>
                    <a:pt x="2669" y="1"/>
                  </a:moveTo>
                  <a:cubicBezTo>
                    <a:pt x="2610" y="167"/>
                    <a:pt x="2504" y="206"/>
                    <a:pt x="2386" y="206"/>
                  </a:cubicBezTo>
                  <a:cubicBezTo>
                    <a:pt x="2279" y="206"/>
                    <a:pt x="2162" y="173"/>
                    <a:pt x="2062" y="173"/>
                  </a:cubicBezTo>
                  <a:cubicBezTo>
                    <a:pt x="1962" y="173"/>
                    <a:pt x="1878" y="206"/>
                    <a:pt x="1835" y="334"/>
                  </a:cubicBezTo>
                  <a:cubicBezTo>
                    <a:pt x="1701" y="835"/>
                    <a:pt x="1268" y="668"/>
                    <a:pt x="1001" y="735"/>
                  </a:cubicBezTo>
                  <a:cubicBezTo>
                    <a:pt x="944" y="746"/>
                    <a:pt x="894" y="751"/>
                    <a:pt x="849" y="751"/>
                  </a:cubicBezTo>
                  <a:cubicBezTo>
                    <a:pt x="506" y="751"/>
                    <a:pt x="519" y="430"/>
                    <a:pt x="401" y="134"/>
                  </a:cubicBezTo>
                  <a:cubicBezTo>
                    <a:pt x="379" y="92"/>
                    <a:pt x="368" y="80"/>
                    <a:pt x="362" y="80"/>
                  </a:cubicBezTo>
                  <a:cubicBezTo>
                    <a:pt x="353" y="80"/>
                    <a:pt x="353" y="101"/>
                    <a:pt x="349" y="101"/>
                  </a:cubicBezTo>
                  <a:cubicBezTo>
                    <a:pt x="347" y="101"/>
                    <a:pt x="342" y="93"/>
                    <a:pt x="334" y="67"/>
                  </a:cubicBezTo>
                  <a:lnTo>
                    <a:pt x="334" y="67"/>
                  </a:lnTo>
                  <a:cubicBezTo>
                    <a:pt x="0" y="534"/>
                    <a:pt x="0" y="935"/>
                    <a:pt x="634" y="1168"/>
                  </a:cubicBezTo>
                  <a:cubicBezTo>
                    <a:pt x="734" y="1235"/>
                    <a:pt x="734" y="1368"/>
                    <a:pt x="801" y="1502"/>
                  </a:cubicBezTo>
                  <a:cubicBezTo>
                    <a:pt x="1201" y="1502"/>
                    <a:pt x="1701" y="1568"/>
                    <a:pt x="1802" y="1935"/>
                  </a:cubicBezTo>
                  <a:cubicBezTo>
                    <a:pt x="1902" y="2502"/>
                    <a:pt x="2235" y="3103"/>
                    <a:pt x="2035" y="3670"/>
                  </a:cubicBezTo>
                  <a:cubicBezTo>
                    <a:pt x="1868" y="4237"/>
                    <a:pt x="1968" y="4671"/>
                    <a:pt x="2202" y="5138"/>
                  </a:cubicBezTo>
                  <a:cubicBezTo>
                    <a:pt x="2269" y="5204"/>
                    <a:pt x="2344" y="5238"/>
                    <a:pt x="2419" y="5238"/>
                  </a:cubicBezTo>
                  <a:cubicBezTo>
                    <a:pt x="2494" y="5238"/>
                    <a:pt x="2569" y="5204"/>
                    <a:pt x="2635" y="5138"/>
                  </a:cubicBezTo>
                  <a:cubicBezTo>
                    <a:pt x="2669" y="5071"/>
                    <a:pt x="2702" y="5071"/>
                    <a:pt x="2802" y="5071"/>
                  </a:cubicBezTo>
                  <a:cubicBezTo>
                    <a:pt x="4003" y="5004"/>
                    <a:pt x="4137" y="4837"/>
                    <a:pt x="3670" y="3870"/>
                  </a:cubicBezTo>
                  <a:lnTo>
                    <a:pt x="3670" y="3870"/>
                  </a:lnTo>
                  <a:cubicBezTo>
                    <a:pt x="3503" y="3937"/>
                    <a:pt x="3536" y="4104"/>
                    <a:pt x="3503" y="4137"/>
                  </a:cubicBezTo>
                  <a:cubicBezTo>
                    <a:pt x="3293" y="4268"/>
                    <a:pt x="3145" y="4585"/>
                    <a:pt x="2929" y="4585"/>
                  </a:cubicBezTo>
                  <a:cubicBezTo>
                    <a:pt x="2871" y="4585"/>
                    <a:pt x="2807" y="4561"/>
                    <a:pt x="2736" y="4504"/>
                  </a:cubicBezTo>
                  <a:cubicBezTo>
                    <a:pt x="2335" y="4237"/>
                    <a:pt x="2969" y="4237"/>
                    <a:pt x="2969" y="4004"/>
                  </a:cubicBezTo>
                  <a:cubicBezTo>
                    <a:pt x="2969" y="3837"/>
                    <a:pt x="2902" y="3737"/>
                    <a:pt x="2802" y="3637"/>
                  </a:cubicBezTo>
                  <a:cubicBezTo>
                    <a:pt x="2402" y="3336"/>
                    <a:pt x="2469" y="2836"/>
                    <a:pt x="2335" y="2469"/>
                  </a:cubicBezTo>
                  <a:cubicBezTo>
                    <a:pt x="2202" y="2136"/>
                    <a:pt x="2335" y="1835"/>
                    <a:pt x="2736" y="1635"/>
                  </a:cubicBezTo>
                  <a:cubicBezTo>
                    <a:pt x="3069" y="1468"/>
                    <a:pt x="3569" y="1335"/>
                    <a:pt x="3870" y="935"/>
                  </a:cubicBezTo>
                  <a:lnTo>
                    <a:pt x="3870" y="935"/>
                  </a:lnTo>
                  <a:cubicBezTo>
                    <a:pt x="3733" y="941"/>
                    <a:pt x="3621" y="946"/>
                    <a:pt x="3529" y="946"/>
                  </a:cubicBezTo>
                  <a:cubicBezTo>
                    <a:pt x="3128" y="946"/>
                    <a:pt x="3092" y="850"/>
                    <a:pt x="2902" y="334"/>
                  </a:cubicBezTo>
                  <a:cubicBezTo>
                    <a:pt x="2869" y="234"/>
                    <a:pt x="2736" y="134"/>
                    <a:pt x="2669" y="1"/>
                  </a:cubicBez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7"/>
            <p:cNvSpPr/>
            <p:nvPr/>
          </p:nvSpPr>
          <p:spPr>
            <a:xfrm>
              <a:off x="2966725" y="2695125"/>
              <a:ext cx="119850" cy="98100"/>
            </a:xfrm>
            <a:custGeom>
              <a:avLst/>
              <a:gdLst/>
              <a:ahLst/>
              <a:cxnLst/>
              <a:rect l="l" t="t" r="r" b="b"/>
              <a:pathLst>
                <a:path w="4794" h="3924" extrusionOk="0">
                  <a:moveTo>
                    <a:pt x="2951" y="1"/>
                  </a:moveTo>
                  <a:cubicBezTo>
                    <a:pt x="2836" y="1"/>
                    <a:pt x="2717" y="15"/>
                    <a:pt x="2592" y="57"/>
                  </a:cubicBezTo>
                  <a:cubicBezTo>
                    <a:pt x="3692" y="291"/>
                    <a:pt x="3459" y="1458"/>
                    <a:pt x="4193" y="2159"/>
                  </a:cubicBezTo>
                  <a:cubicBezTo>
                    <a:pt x="3859" y="2092"/>
                    <a:pt x="3726" y="2092"/>
                    <a:pt x="3659" y="2058"/>
                  </a:cubicBezTo>
                  <a:cubicBezTo>
                    <a:pt x="3299" y="1747"/>
                    <a:pt x="2956" y="1504"/>
                    <a:pt x="2544" y="1504"/>
                  </a:cubicBezTo>
                  <a:cubicBezTo>
                    <a:pt x="2383" y="1504"/>
                    <a:pt x="2212" y="1541"/>
                    <a:pt x="2025" y="1625"/>
                  </a:cubicBezTo>
                  <a:cubicBezTo>
                    <a:pt x="2009" y="1630"/>
                    <a:pt x="1989" y="1633"/>
                    <a:pt x="1966" y="1633"/>
                  </a:cubicBezTo>
                  <a:cubicBezTo>
                    <a:pt x="1842" y="1633"/>
                    <a:pt x="1645" y="1550"/>
                    <a:pt x="1758" y="1325"/>
                  </a:cubicBezTo>
                  <a:cubicBezTo>
                    <a:pt x="2025" y="891"/>
                    <a:pt x="1791" y="824"/>
                    <a:pt x="1457" y="791"/>
                  </a:cubicBezTo>
                  <a:cubicBezTo>
                    <a:pt x="1124" y="758"/>
                    <a:pt x="757" y="824"/>
                    <a:pt x="457" y="557"/>
                  </a:cubicBezTo>
                  <a:cubicBezTo>
                    <a:pt x="414" y="523"/>
                    <a:pt x="374" y="509"/>
                    <a:pt x="336" y="509"/>
                  </a:cubicBezTo>
                  <a:cubicBezTo>
                    <a:pt x="226" y="509"/>
                    <a:pt x="140" y="633"/>
                    <a:pt x="90" y="758"/>
                  </a:cubicBezTo>
                  <a:cubicBezTo>
                    <a:pt x="0" y="936"/>
                    <a:pt x="97" y="1168"/>
                    <a:pt x="214" y="1168"/>
                  </a:cubicBezTo>
                  <a:cubicBezTo>
                    <a:pt x="228" y="1168"/>
                    <a:pt x="242" y="1165"/>
                    <a:pt x="257" y="1158"/>
                  </a:cubicBezTo>
                  <a:cubicBezTo>
                    <a:pt x="309" y="1132"/>
                    <a:pt x="358" y="1121"/>
                    <a:pt x="405" y="1121"/>
                  </a:cubicBezTo>
                  <a:cubicBezTo>
                    <a:pt x="602" y="1121"/>
                    <a:pt x="759" y="1309"/>
                    <a:pt x="953" y="1309"/>
                  </a:cubicBezTo>
                  <a:cubicBezTo>
                    <a:pt x="1007" y="1309"/>
                    <a:pt x="1063" y="1294"/>
                    <a:pt x="1124" y="1258"/>
                  </a:cubicBezTo>
                  <a:cubicBezTo>
                    <a:pt x="1215" y="1203"/>
                    <a:pt x="1274" y="1181"/>
                    <a:pt x="1310" y="1181"/>
                  </a:cubicBezTo>
                  <a:cubicBezTo>
                    <a:pt x="1405" y="1181"/>
                    <a:pt x="1339" y="1337"/>
                    <a:pt x="1291" y="1458"/>
                  </a:cubicBezTo>
                  <a:cubicBezTo>
                    <a:pt x="1091" y="1758"/>
                    <a:pt x="1157" y="1825"/>
                    <a:pt x="1524" y="1892"/>
                  </a:cubicBezTo>
                  <a:cubicBezTo>
                    <a:pt x="2492" y="2058"/>
                    <a:pt x="2658" y="2292"/>
                    <a:pt x="2325" y="3126"/>
                  </a:cubicBezTo>
                  <a:cubicBezTo>
                    <a:pt x="2682" y="2998"/>
                    <a:pt x="2903" y="2919"/>
                    <a:pt x="3062" y="2919"/>
                  </a:cubicBezTo>
                  <a:cubicBezTo>
                    <a:pt x="3317" y="2919"/>
                    <a:pt x="3412" y="3124"/>
                    <a:pt x="3659" y="3660"/>
                  </a:cubicBezTo>
                  <a:cubicBezTo>
                    <a:pt x="3750" y="3841"/>
                    <a:pt x="3870" y="3924"/>
                    <a:pt x="3988" y="3924"/>
                  </a:cubicBezTo>
                  <a:cubicBezTo>
                    <a:pt x="4087" y="3924"/>
                    <a:pt x="4183" y="3866"/>
                    <a:pt x="4259" y="3760"/>
                  </a:cubicBezTo>
                  <a:cubicBezTo>
                    <a:pt x="4426" y="3459"/>
                    <a:pt x="4693" y="3126"/>
                    <a:pt x="4159" y="2892"/>
                  </a:cubicBezTo>
                  <a:cubicBezTo>
                    <a:pt x="3959" y="2792"/>
                    <a:pt x="3792" y="2592"/>
                    <a:pt x="3993" y="2492"/>
                  </a:cubicBezTo>
                  <a:cubicBezTo>
                    <a:pt x="4693" y="2225"/>
                    <a:pt x="4493" y="1491"/>
                    <a:pt x="4793" y="1058"/>
                  </a:cubicBezTo>
                  <a:cubicBezTo>
                    <a:pt x="3826" y="758"/>
                    <a:pt x="3826" y="758"/>
                    <a:pt x="3959" y="57"/>
                  </a:cubicBezTo>
                  <a:lnTo>
                    <a:pt x="3959" y="57"/>
                  </a:lnTo>
                  <a:cubicBezTo>
                    <a:pt x="3881" y="74"/>
                    <a:pt x="3805" y="80"/>
                    <a:pt x="3731" y="80"/>
                  </a:cubicBezTo>
                  <a:cubicBezTo>
                    <a:pt x="3468" y="80"/>
                    <a:pt x="3219" y="1"/>
                    <a:pt x="2951" y="1"/>
                  </a:cubicBezTo>
                  <a:close/>
                </a:path>
              </a:pathLst>
            </a:custGeom>
            <a:solidFill>
              <a:srgbClr val="FFBB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7"/>
            <p:cNvSpPr/>
            <p:nvPr/>
          </p:nvSpPr>
          <p:spPr>
            <a:xfrm>
              <a:off x="2840525" y="2509750"/>
              <a:ext cx="55900" cy="246025"/>
            </a:xfrm>
            <a:custGeom>
              <a:avLst/>
              <a:gdLst/>
              <a:ahLst/>
              <a:cxnLst/>
              <a:rect l="l" t="t" r="r" b="b"/>
              <a:pathLst>
                <a:path w="2236" h="9841" extrusionOk="0">
                  <a:moveTo>
                    <a:pt x="1168" y="0"/>
                  </a:moveTo>
                  <a:lnTo>
                    <a:pt x="1168" y="0"/>
                  </a:lnTo>
                  <a:cubicBezTo>
                    <a:pt x="835" y="300"/>
                    <a:pt x="1168" y="667"/>
                    <a:pt x="1035" y="1001"/>
                  </a:cubicBezTo>
                  <a:cubicBezTo>
                    <a:pt x="968" y="1201"/>
                    <a:pt x="901" y="1301"/>
                    <a:pt x="701" y="1301"/>
                  </a:cubicBezTo>
                  <a:cubicBezTo>
                    <a:pt x="234" y="1801"/>
                    <a:pt x="234" y="2402"/>
                    <a:pt x="301" y="3002"/>
                  </a:cubicBezTo>
                  <a:cubicBezTo>
                    <a:pt x="234" y="4570"/>
                    <a:pt x="201" y="6204"/>
                    <a:pt x="168" y="7806"/>
                  </a:cubicBezTo>
                  <a:cubicBezTo>
                    <a:pt x="168" y="8473"/>
                    <a:pt x="1" y="9240"/>
                    <a:pt x="535" y="9840"/>
                  </a:cubicBezTo>
                  <a:cubicBezTo>
                    <a:pt x="635" y="9774"/>
                    <a:pt x="801" y="9740"/>
                    <a:pt x="801" y="9707"/>
                  </a:cubicBezTo>
                  <a:cubicBezTo>
                    <a:pt x="701" y="9173"/>
                    <a:pt x="835" y="8573"/>
                    <a:pt x="735" y="8039"/>
                  </a:cubicBezTo>
                  <a:cubicBezTo>
                    <a:pt x="535" y="6972"/>
                    <a:pt x="1002" y="6004"/>
                    <a:pt x="1335" y="5037"/>
                  </a:cubicBezTo>
                  <a:cubicBezTo>
                    <a:pt x="1368" y="4837"/>
                    <a:pt x="1502" y="4670"/>
                    <a:pt x="1835" y="4637"/>
                  </a:cubicBezTo>
                  <a:lnTo>
                    <a:pt x="1835" y="4637"/>
                  </a:lnTo>
                  <a:cubicBezTo>
                    <a:pt x="1902" y="5337"/>
                    <a:pt x="1969" y="6038"/>
                    <a:pt x="1702" y="6705"/>
                  </a:cubicBezTo>
                  <a:cubicBezTo>
                    <a:pt x="1602" y="7005"/>
                    <a:pt x="1802" y="7005"/>
                    <a:pt x="1969" y="7005"/>
                  </a:cubicBezTo>
                  <a:cubicBezTo>
                    <a:pt x="2236" y="6738"/>
                    <a:pt x="2136" y="6405"/>
                    <a:pt x="2136" y="6138"/>
                  </a:cubicBezTo>
                  <a:cubicBezTo>
                    <a:pt x="2069" y="5070"/>
                    <a:pt x="2069" y="4003"/>
                    <a:pt x="2036" y="2969"/>
                  </a:cubicBezTo>
                  <a:cubicBezTo>
                    <a:pt x="1635" y="3069"/>
                    <a:pt x="1702" y="3569"/>
                    <a:pt x="1368" y="3803"/>
                  </a:cubicBezTo>
                  <a:cubicBezTo>
                    <a:pt x="901" y="3302"/>
                    <a:pt x="901" y="2702"/>
                    <a:pt x="1135" y="2168"/>
                  </a:cubicBezTo>
                  <a:cubicBezTo>
                    <a:pt x="1469" y="1234"/>
                    <a:pt x="1502" y="667"/>
                    <a:pt x="1168" y="0"/>
                  </a:cubicBezTo>
                  <a:close/>
                </a:path>
              </a:pathLst>
            </a:custGeom>
            <a:solidFill>
              <a:srgbClr val="E98C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7"/>
            <p:cNvSpPr/>
            <p:nvPr/>
          </p:nvSpPr>
          <p:spPr>
            <a:xfrm>
              <a:off x="2917250" y="3494400"/>
              <a:ext cx="50075" cy="121500"/>
            </a:xfrm>
            <a:custGeom>
              <a:avLst/>
              <a:gdLst/>
              <a:ahLst/>
              <a:cxnLst/>
              <a:rect l="l" t="t" r="r" b="b"/>
              <a:pathLst>
                <a:path w="2003" h="4860" extrusionOk="0">
                  <a:moveTo>
                    <a:pt x="699" y="0"/>
                  </a:moveTo>
                  <a:cubicBezTo>
                    <a:pt x="680" y="0"/>
                    <a:pt x="659" y="3"/>
                    <a:pt x="634" y="9"/>
                  </a:cubicBezTo>
                  <a:cubicBezTo>
                    <a:pt x="468" y="42"/>
                    <a:pt x="501" y="209"/>
                    <a:pt x="501" y="342"/>
                  </a:cubicBezTo>
                  <a:cubicBezTo>
                    <a:pt x="401" y="1010"/>
                    <a:pt x="634" y="1677"/>
                    <a:pt x="401" y="2344"/>
                  </a:cubicBezTo>
                  <a:cubicBezTo>
                    <a:pt x="167" y="2811"/>
                    <a:pt x="1" y="3345"/>
                    <a:pt x="501" y="3745"/>
                  </a:cubicBezTo>
                  <a:cubicBezTo>
                    <a:pt x="668" y="3878"/>
                    <a:pt x="501" y="4112"/>
                    <a:pt x="501" y="4245"/>
                  </a:cubicBezTo>
                  <a:cubicBezTo>
                    <a:pt x="501" y="4445"/>
                    <a:pt x="268" y="4679"/>
                    <a:pt x="568" y="4812"/>
                  </a:cubicBezTo>
                  <a:cubicBezTo>
                    <a:pt x="632" y="4845"/>
                    <a:pt x="689" y="4859"/>
                    <a:pt x="740" y="4859"/>
                  </a:cubicBezTo>
                  <a:cubicBezTo>
                    <a:pt x="899" y="4859"/>
                    <a:pt x="1000" y="4715"/>
                    <a:pt x="1101" y="4512"/>
                  </a:cubicBezTo>
                  <a:cubicBezTo>
                    <a:pt x="1121" y="4464"/>
                    <a:pt x="1154" y="4447"/>
                    <a:pt x="1195" y="4447"/>
                  </a:cubicBezTo>
                  <a:cubicBezTo>
                    <a:pt x="1297" y="4447"/>
                    <a:pt x="1450" y="4555"/>
                    <a:pt x="1568" y="4579"/>
                  </a:cubicBezTo>
                  <a:cubicBezTo>
                    <a:pt x="1935" y="4145"/>
                    <a:pt x="1935" y="4145"/>
                    <a:pt x="1468" y="3812"/>
                  </a:cubicBezTo>
                  <a:cubicBezTo>
                    <a:pt x="1268" y="3678"/>
                    <a:pt x="1402" y="3511"/>
                    <a:pt x="1568" y="3411"/>
                  </a:cubicBezTo>
                  <a:cubicBezTo>
                    <a:pt x="1769" y="3311"/>
                    <a:pt x="2002" y="3211"/>
                    <a:pt x="1935" y="2878"/>
                  </a:cubicBezTo>
                  <a:cubicBezTo>
                    <a:pt x="1769" y="2444"/>
                    <a:pt x="1602" y="1977"/>
                    <a:pt x="1502" y="1477"/>
                  </a:cubicBezTo>
                  <a:cubicBezTo>
                    <a:pt x="1402" y="1043"/>
                    <a:pt x="1402" y="543"/>
                    <a:pt x="901" y="309"/>
                  </a:cubicBezTo>
                  <a:cubicBezTo>
                    <a:pt x="841" y="279"/>
                    <a:pt x="890" y="0"/>
                    <a:pt x="699" y="0"/>
                  </a:cubicBezTo>
                  <a:close/>
                </a:path>
              </a:pathLst>
            </a:custGeom>
            <a:solidFill>
              <a:srgbClr val="FFB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7"/>
            <p:cNvSpPr/>
            <p:nvPr/>
          </p:nvSpPr>
          <p:spPr>
            <a:xfrm>
              <a:off x="2996475" y="2895025"/>
              <a:ext cx="60900" cy="178725"/>
            </a:xfrm>
            <a:custGeom>
              <a:avLst/>
              <a:gdLst/>
              <a:ahLst/>
              <a:cxnLst/>
              <a:rect l="l" t="t" r="r" b="b"/>
              <a:pathLst>
                <a:path w="2436" h="7149" extrusionOk="0">
                  <a:moveTo>
                    <a:pt x="1068" y="0"/>
                  </a:moveTo>
                  <a:cubicBezTo>
                    <a:pt x="734" y="67"/>
                    <a:pt x="468" y="267"/>
                    <a:pt x="668" y="567"/>
                  </a:cubicBezTo>
                  <a:cubicBezTo>
                    <a:pt x="1168" y="1735"/>
                    <a:pt x="768" y="2769"/>
                    <a:pt x="1" y="3803"/>
                  </a:cubicBezTo>
                  <a:cubicBezTo>
                    <a:pt x="86" y="3803"/>
                    <a:pt x="164" y="3797"/>
                    <a:pt x="234" y="3797"/>
                  </a:cubicBezTo>
                  <a:cubicBezTo>
                    <a:pt x="410" y="3797"/>
                    <a:pt x="539" y="3831"/>
                    <a:pt x="634" y="4070"/>
                  </a:cubicBezTo>
                  <a:cubicBezTo>
                    <a:pt x="835" y="4570"/>
                    <a:pt x="601" y="5104"/>
                    <a:pt x="835" y="5571"/>
                  </a:cubicBezTo>
                  <a:cubicBezTo>
                    <a:pt x="1402" y="5771"/>
                    <a:pt x="1168" y="6271"/>
                    <a:pt x="1235" y="6638"/>
                  </a:cubicBezTo>
                  <a:cubicBezTo>
                    <a:pt x="1270" y="6991"/>
                    <a:pt x="1371" y="7148"/>
                    <a:pt x="1508" y="7148"/>
                  </a:cubicBezTo>
                  <a:cubicBezTo>
                    <a:pt x="1629" y="7148"/>
                    <a:pt x="1778" y="7025"/>
                    <a:pt x="1935" y="6805"/>
                  </a:cubicBezTo>
                  <a:cubicBezTo>
                    <a:pt x="2102" y="6571"/>
                    <a:pt x="2236" y="6271"/>
                    <a:pt x="2436" y="5938"/>
                  </a:cubicBezTo>
                  <a:cubicBezTo>
                    <a:pt x="1568" y="5804"/>
                    <a:pt x="1969" y="4670"/>
                    <a:pt x="1235" y="4403"/>
                  </a:cubicBezTo>
                  <a:cubicBezTo>
                    <a:pt x="1235" y="4403"/>
                    <a:pt x="1168" y="4236"/>
                    <a:pt x="1235" y="4170"/>
                  </a:cubicBezTo>
                  <a:cubicBezTo>
                    <a:pt x="1435" y="3636"/>
                    <a:pt x="2002" y="3102"/>
                    <a:pt x="1101" y="2635"/>
                  </a:cubicBezTo>
                  <a:cubicBezTo>
                    <a:pt x="1068" y="2635"/>
                    <a:pt x="1135" y="2469"/>
                    <a:pt x="1168" y="2402"/>
                  </a:cubicBezTo>
                  <a:cubicBezTo>
                    <a:pt x="1268" y="2235"/>
                    <a:pt x="1335" y="2068"/>
                    <a:pt x="1268" y="1901"/>
                  </a:cubicBezTo>
                  <a:cubicBezTo>
                    <a:pt x="935" y="1234"/>
                    <a:pt x="1001" y="634"/>
                    <a:pt x="1635" y="167"/>
                  </a:cubicBezTo>
                  <a:cubicBezTo>
                    <a:pt x="1402" y="100"/>
                    <a:pt x="1235" y="67"/>
                    <a:pt x="1068" y="0"/>
                  </a:cubicBezTo>
                  <a:close/>
                </a:path>
              </a:pathLst>
            </a:custGeom>
            <a:solidFill>
              <a:srgbClr val="FFBC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7"/>
            <p:cNvSpPr/>
            <p:nvPr/>
          </p:nvSpPr>
          <p:spPr>
            <a:xfrm>
              <a:off x="3050675" y="2418000"/>
              <a:ext cx="58400" cy="93725"/>
            </a:xfrm>
            <a:custGeom>
              <a:avLst/>
              <a:gdLst/>
              <a:ahLst/>
              <a:cxnLst/>
              <a:rect l="l" t="t" r="r" b="b"/>
              <a:pathLst>
                <a:path w="2336" h="3749" extrusionOk="0">
                  <a:moveTo>
                    <a:pt x="1302" y="1"/>
                  </a:moveTo>
                  <a:cubicBezTo>
                    <a:pt x="1068" y="1"/>
                    <a:pt x="968" y="168"/>
                    <a:pt x="935" y="401"/>
                  </a:cubicBezTo>
                  <a:cubicBezTo>
                    <a:pt x="809" y="356"/>
                    <a:pt x="688" y="333"/>
                    <a:pt x="580" y="333"/>
                  </a:cubicBezTo>
                  <a:cubicBezTo>
                    <a:pt x="288" y="333"/>
                    <a:pt x="95" y="503"/>
                    <a:pt x="168" y="868"/>
                  </a:cubicBezTo>
                  <a:cubicBezTo>
                    <a:pt x="268" y="1569"/>
                    <a:pt x="1" y="2302"/>
                    <a:pt x="168" y="3003"/>
                  </a:cubicBezTo>
                  <a:cubicBezTo>
                    <a:pt x="191" y="3085"/>
                    <a:pt x="272" y="3097"/>
                    <a:pt x="361" y="3097"/>
                  </a:cubicBezTo>
                  <a:cubicBezTo>
                    <a:pt x="399" y="3097"/>
                    <a:pt x="439" y="3095"/>
                    <a:pt x="476" y="3095"/>
                  </a:cubicBezTo>
                  <a:cubicBezTo>
                    <a:pt x="601" y="3095"/>
                    <a:pt x="701" y="3120"/>
                    <a:pt x="635" y="3336"/>
                  </a:cubicBezTo>
                  <a:cubicBezTo>
                    <a:pt x="601" y="3503"/>
                    <a:pt x="68" y="3470"/>
                    <a:pt x="635" y="3703"/>
                  </a:cubicBezTo>
                  <a:cubicBezTo>
                    <a:pt x="719" y="3735"/>
                    <a:pt x="794" y="3748"/>
                    <a:pt x="861" y="3748"/>
                  </a:cubicBezTo>
                  <a:cubicBezTo>
                    <a:pt x="1204" y="3748"/>
                    <a:pt x="1349" y="3402"/>
                    <a:pt x="1636" y="3402"/>
                  </a:cubicBezTo>
                  <a:cubicBezTo>
                    <a:pt x="1647" y="3402"/>
                    <a:pt x="1657" y="3402"/>
                    <a:pt x="1669" y="3403"/>
                  </a:cubicBezTo>
                  <a:cubicBezTo>
                    <a:pt x="1735" y="3170"/>
                    <a:pt x="1769" y="2903"/>
                    <a:pt x="1769" y="2669"/>
                  </a:cubicBezTo>
                  <a:cubicBezTo>
                    <a:pt x="1782" y="2480"/>
                    <a:pt x="1702" y="2444"/>
                    <a:pt x="1596" y="2444"/>
                  </a:cubicBezTo>
                  <a:cubicBezTo>
                    <a:pt x="1532" y="2444"/>
                    <a:pt x="1458" y="2457"/>
                    <a:pt x="1389" y="2457"/>
                  </a:cubicBezTo>
                  <a:cubicBezTo>
                    <a:pt x="1291" y="2457"/>
                    <a:pt x="1203" y="2431"/>
                    <a:pt x="1168" y="2302"/>
                  </a:cubicBezTo>
                  <a:cubicBezTo>
                    <a:pt x="1569" y="2136"/>
                    <a:pt x="1969" y="1969"/>
                    <a:pt x="2336" y="1802"/>
                  </a:cubicBezTo>
                  <a:cubicBezTo>
                    <a:pt x="1969" y="1368"/>
                    <a:pt x="1402" y="1402"/>
                    <a:pt x="768" y="1235"/>
                  </a:cubicBezTo>
                  <a:cubicBezTo>
                    <a:pt x="1168" y="935"/>
                    <a:pt x="1435" y="735"/>
                    <a:pt x="1635" y="468"/>
                  </a:cubicBezTo>
                  <a:cubicBezTo>
                    <a:pt x="1669" y="368"/>
                    <a:pt x="1735" y="301"/>
                    <a:pt x="1669" y="168"/>
                  </a:cubicBezTo>
                  <a:cubicBezTo>
                    <a:pt x="1602" y="1"/>
                    <a:pt x="1435" y="1"/>
                    <a:pt x="1302" y="1"/>
                  </a:cubicBezTo>
                  <a:close/>
                </a:path>
              </a:pathLst>
            </a:custGeom>
            <a:solidFill>
              <a:srgbClr val="FFBE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7"/>
            <p:cNvSpPr/>
            <p:nvPr/>
          </p:nvSpPr>
          <p:spPr>
            <a:xfrm>
              <a:off x="2998975" y="3029675"/>
              <a:ext cx="49225" cy="102200"/>
            </a:xfrm>
            <a:custGeom>
              <a:avLst/>
              <a:gdLst/>
              <a:ahLst/>
              <a:cxnLst/>
              <a:rect l="l" t="t" r="r" b="b"/>
              <a:pathLst>
                <a:path w="1969" h="4088" extrusionOk="0">
                  <a:moveTo>
                    <a:pt x="1005" y="1"/>
                  </a:moveTo>
                  <a:cubicBezTo>
                    <a:pt x="897" y="1"/>
                    <a:pt x="779" y="76"/>
                    <a:pt x="668" y="218"/>
                  </a:cubicBezTo>
                  <a:cubicBezTo>
                    <a:pt x="701" y="218"/>
                    <a:pt x="701" y="218"/>
                    <a:pt x="634" y="251"/>
                  </a:cubicBezTo>
                  <a:cubicBezTo>
                    <a:pt x="668" y="285"/>
                    <a:pt x="634" y="318"/>
                    <a:pt x="568" y="385"/>
                  </a:cubicBezTo>
                  <a:cubicBezTo>
                    <a:pt x="534" y="785"/>
                    <a:pt x="568" y="1252"/>
                    <a:pt x="401" y="1652"/>
                  </a:cubicBezTo>
                  <a:cubicBezTo>
                    <a:pt x="201" y="1786"/>
                    <a:pt x="67" y="1919"/>
                    <a:pt x="1" y="2119"/>
                  </a:cubicBezTo>
                  <a:cubicBezTo>
                    <a:pt x="468" y="2420"/>
                    <a:pt x="167" y="3254"/>
                    <a:pt x="468" y="3287"/>
                  </a:cubicBezTo>
                  <a:cubicBezTo>
                    <a:pt x="1035" y="3320"/>
                    <a:pt x="968" y="4054"/>
                    <a:pt x="1402" y="4088"/>
                  </a:cubicBezTo>
                  <a:cubicBezTo>
                    <a:pt x="1802" y="3721"/>
                    <a:pt x="1468" y="3120"/>
                    <a:pt x="1802" y="2753"/>
                  </a:cubicBezTo>
                  <a:cubicBezTo>
                    <a:pt x="1835" y="2720"/>
                    <a:pt x="1669" y="2520"/>
                    <a:pt x="1535" y="2453"/>
                  </a:cubicBezTo>
                  <a:cubicBezTo>
                    <a:pt x="1508" y="2444"/>
                    <a:pt x="1485" y="2440"/>
                    <a:pt x="1465" y="2440"/>
                  </a:cubicBezTo>
                  <a:cubicBezTo>
                    <a:pt x="1343" y="2440"/>
                    <a:pt x="1364" y="2605"/>
                    <a:pt x="1335" y="2720"/>
                  </a:cubicBezTo>
                  <a:cubicBezTo>
                    <a:pt x="1302" y="2853"/>
                    <a:pt x="1335" y="2953"/>
                    <a:pt x="1168" y="2953"/>
                  </a:cubicBezTo>
                  <a:cubicBezTo>
                    <a:pt x="1068" y="2520"/>
                    <a:pt x="1035" y="2053"/>
                    <a:pt x="1669" y="1886"/>
                  </a:cubicBezTo>
                  <a:cubicBezTo>
                    <a:pt x="1969" y="1786"/>
                    <a:pt x="1802" y="1619"/>
                    <a:pt x="1735" y="1452"/>
                  </a:cubicBezTo>
                  <a:cubicBezTo>
                    <a:pt x="1633" y="1452"/>
                    <a:pt x="1492" y="1604"/>
                    <a:pt x="1399" y="1604"/>
                  </a:cubicBezTo>
                  <a:cubicBezTo>
                    <a:pt x="1341" y="1604"/>
                    <a:pt x="1302" y="1545"/>
                    <a:pt x="1302" y="1352"/>
                  </a:cubicBezTo>
                  <a:cubicBezTo>
                    <a:pt x="1335" y="1019"/>
                    <a:pt x="1368" y="618"/>
                    <a:pt x="1302" y="285"/>
                  </a:cubicBezTo>
                  <a:cubicBezTo>
                    <a:pt x="1232" y="92"/>
                    <a:pt x="1125" y="1"/>
                    <a:pt x="1005" y="1"/>
                  </a:cubicBezTo>
                  <a:close/>
                </a:path>
              </a:pathLst>
            </a:custGeom>
            <a:solidFill>
              <a:srgbClr val="FFC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7"/>
            <p:cNvSpPr/>
            <p:nvPr/>
          </p:nvSpPr>
          <p:spPr>
            <a:xfrm>
              <a:off x="3124075" y="2673200"/>
              <a:ext cx="60050" cy="68400"/>
            </a:xfrm>
            <a:custGeom>
              <a:avLst/>
              <a:gdLst/>
              <a:ahLst/>
              <a:cxnLst/>
              <a:rect l="l" t="t" r="r" b="b"/>
              <a:pathLst>
                <a:path w="2402" h="2736" extrusionOk="0">
                  <a:moveTo>
                    <a:pt x="1902" y="0"/>
                  </a:moveTo>
                  <a:cubicBezTo>
                    <a:pt x="1301" y="100"/>
                    <a:pt x="634" y="167"/>
                    <a:pt x="0" y="267"/>
                  </a:cubicBezTo>
                  <a:lnTo>
                    <a:pt x="0" y="500"/>
                  </a:lnTo>
                  <a:cubicBezTo>
                    <a:pt x="48" y="496"/>
                    <a:pt x="93" y="494"/>
                    <a:pt x="135" y="494"/>
                  </a:cubicBezTo>
                  <a:cubicBezTo>
                    <a:pt x="696" y="494"/>
                    <a:pt x="667" y="900"/>
                    <a:pt x="667" y="1334"/>
                  </a:cubicBezTo>
                  <a:lnTo>
                    <a:pt x="667" y="1534"/>
                  </a:lnTo>
                  <a:cubicBezTo>
                    <a:pt x="692" y="1619"/>
                    <a:pt x="760" y="1634"/>
                    <a:pt x="832" y="1634"/>
                  </a:cubicBezTo>
                  <a:cubicBezTo>
                    <a:pt x="869" y="1634"/>
                    <a:pt x="908" y="1630"/>
                    <a:pt x="942" y="1630"/>
                  </a:cubicBezTo>
                  <a:cubicBezTo>
                    <a:pt x="1024" y="1630"/>
                    <a:pt x="1079" y="1652"/>
                    <a:pt x="1034" y="1801"/>
                  </a:cubicBezTo>
                  <a:cubicBezTo>
                    <a:pt x="901" y="2168"/>
                    <a:pt x="868" y="2502"/>
                    <a:pt x="1301" y="2669"/>
                  </a:cubicBezTo>
                  <a:cubicBezTo>
                    <a:pt x="1416" y="2710"/>
                    <a:pt x="1534" y="2736"/>
                    <a:pt x="1646" y="2736"/>
                  </a:cubicBezTo>
                  <a:cubicBezTo>
                    <a:pt x="1892" y="2736"/>
                    <a:pt x="2110" y="2612"/>
                    <a:pt x="2202" y="2268"/>
                  </a:cubicBezTo>
                  <a:cubicBezTo>
                    <a:pt x="2235" y="1468"/>
                    <a:pt x="2402" y="701"/>
                    <a:pt x="1902" y="0"/>
                  </a:cubicBezTo>
                  <a:close/>
                </a:path>
              </a:pathLst>
            </a:custGeom>
            <a:solidFill>
              <a:srgbClr val="EC9E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7"/>
            <p:cNvSpPr/>
            <p:nvPr/>
          </p:nvSpPr>
          <p:spPr>
            <a:xfrm>
              <a:off x="3008150" y="3144350"/>
              <a:ext cx="50075" cy="71300"/>
            </a:xfrm>
            <a:custGeom>
              <a:avLst/>
              <a:gdLst/>
              <a:ahLst/>
              <a:cxnLst/>
              <a:rect l="l" t="t" r="r" b="b"/>
              <a:pathLst>
                <a:path w="2003" h="2852" extrusionOk="0">
                  <a:moveTo>
                    <a:pt x="935" y="1"/>
                  </a:moveTo>
                  <a:lnTo>
                    <a:pt x="935" y="1"/>
                  </a:lnTo>
                  <a:cubicBezTo>
                    <a:pt x="534" y="134"/>
                    <a:pt x="201" y="268"/>
                    <a:pt x="1" y="535"/>
                  </a:cubicBezTo>
                  <a:cubicBezTo>
                    <a:pt x="301" y="535"/>
                    <a:pt x="434" y="668"/>
                    <a:pt x="468" y="935"/>
                  </a:cubicBezTo>
                  <a:cubicBezTo>
                    <a:pt x="368" y="1002"/>
                    <a:pt x="301" y="1035"/>
                    <a:pt x="234" y="1168"/>
                  </a:cubicBezTo>
                  <a:cubicBezTo>
                    <a:pt x="301" y="1702"/>
                    <a:pt x="668" y="2269"/>
                    <a:pt x="201" y="2803"/>
                  </a:cubicBezTo>
                  <a:cubicBezTo>
                    <a:pt x="336" y="2839"/>
                    <a:pt x="464" y="2851"/>
                    <a:pt x="587" y="2851"/>
                  </a:cubicBezTo>
                  <a:cubicBezTo>
                    <a:pt x="895" y="2851"/>
                    <a:pt x="1168" y="2770"/>
                    <a:pt x="1435" y="2770"/>
                  </a:cubicBezTo>
                  <a:cubicBezTo>
                    <a:pt x="1557" y="2770"/>
                    <a:pt x="1679" y="2787"/>
                    <a:pt x="1802" y="2836"/>
                  </a:cubicBezTo>
                  <a:cubicBezTo>
                    <a:pt x="1802" y="2436"/>
                    <a:pt x="2002" y="1936"/>
                    <a:pt x="1335" y="1802"/>
                  </a:cubicBezTo>
                  <a:lnTo>
                    <a:pt x="1335" y="1602"/>
                  </a:lnTo>
                  <a:cubicBezTo>
                    <a:pt x="1201" y="1435"/>
                    <a:pt x="1035" y="1369"/>
                    <a:pt x="868" y="1369"/>
                  </a:cubicBezTo>
                  <a:cubicBezTo>
                    <a:pt x="601" y="1168"/>
                    <a:pt x="634" y="968"/>
                    <a:pt x="835" y="768"/>
                  </a:cubicBezTo>
                  <a:cubicBezTo>
                    <a:pt x="1035" y="501"/>
                    <a:pt x="1101" y="301"/>
                    <a:pt x="935" y="1"/>
                  </a:cubicBezTo>
                  <a:close/>
                </a:path>
              </a:pathLst>
            </a:custGeom>
            <a:solidFill>
              <a:srgbClr val="FFC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7"/>
            <p:cNvSpPr/>
            <p:nvPr/>
          </p:nvSpPr>
          <p:spPr>
            <a:xfrm>
              <a:off x="2966775" y="3005075"/>
              <a:ext cx="35575" cy="35425"/>
            </a:xfrm>
            <a:custGeom>
              <a:avLst/>
              <a:gdLst/>
              <a:ahLst/>
              <a:cxnLst/>
              <a:rect l="l" t="t" r="r" b="b"/>
              <a:pathLst>
                <a:path w="1423" h="1417" extrusionOk="0">
                  <a:moveTo>
                    <a:pt x="373" y="1"/>
                  </a:moveTo>
                  <a:cubicBezTo>
                    <a:pt x="251" y="1"/>
                    <a:pt x="147" y="115"/>
                    <a:pt x="121" y="268"/>
                  </a:cubicBezTo>
                  <a:cubicBezTo>
                    <a:pt x="0" y="992"/>
                    <a:pt x="344" y="1416"/>
                    <a:pt x="1152" y="1416"/>
                  </a:cubicBezTo>
                  <a:cubicBezTo>
                    <a:pt x="1237" y="1416"/>
                    <a:pt x="1327" y="1412"/>
                    <a:pt x="1422" y="1402"/>
                  </a:cubicBezTo>
                  <a:cubicBezTo>
                    <a:pt x="1255" y="1235"/>
                    <a:pt x="1155" y="768"/>
                    <a:pt x="1122" y="502"/>
                  </a:cubicBezTo>
                  <a:cubicBezTo>
                    <a:pt x="1089" y="101"/>
                    <a:pt x="755" y="101"/>
                    <a:pt x="488" y="35"/>
                  </a:cubicBezTo>
                  <a:cubicBezTo>
                    <a:pt x="449" y="11"/>
                    <a:pt x="410" y="1"/>
                    <a:pt x="373" y="1"/>
                  </a:cubicBezTo>
                  <a:close/>
                </a:path>
              </a:pathLst>
            </a:custGeom>
            <a:solidFill>
              <a:srgbClr val="FFBC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7"/>
            <p:cNvSpPr/>
            <p:nvPr/>
          </p:nvSpPr>
          <p:spPr>
            <a:xfrm>
              <a:off x="2861375" y="2949225"/>
              <a:ext cx="30050" cy="25050"/>
            </a:xfrm>
            <a:custGeom>
              <a:avLst/>
              <a:gdLst/>
              <a:ahLst/>
              <a:cxnLst/>
              <a:rect l="l" t="t" r="r" b="b"/>
              <a:pathLst>
                <a:path w="1202" h="1002" extrusionOk="0">
                  <a:moveTo>
                    <a:pt x="1202" y="0"/>
                  </a:moveTo>
                  <a:lnTo>
                    <a:pt x="1202" y="0"/>
                  </a:lnTo>
                  <a:cubicBezTo>
                    <a:pt x="835" y="167"/>
                    <a:pt x="401" y="334"/>
                    <a:pt x="1" y="501"/>
                  </a:cubicBezTo>
                  <a:cubicBezTo>
                    <a:pt x="134" y="667"/>
                    <a:pt x="168" y="768"/>
                    <a:pt x="201" y="768"/>
                  </a:cubicBezTo>
                  <a:lnTo>
                    <a:pt x="1202" y="1001"/>
                  </a:lnTo>
                  <a:cubicBezTo>
                    <a:pt x="1202" y="634"/>
                    <a:pt x="1168" y="301"/>
                    <a:pt x="1202" y="0"/>
                  </a:cubicBezTo>
                  <a:close/>
                </a:path>
              </a:pathLst>
            </a:custGeom>
            <a:solidFill>
              <a:srgbClr val="CE6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7"/>
            <p:cNvSpPr/>
            <p:nvPr/>
          </p:nvSpPr>
          <p:spPr>
            <a:xfrm>
              <a:off x="2848050" y="2997600"/>
              <a:ext cx="47550" cy="20025"/>
            </a:xfrm>
            <a:custGeom>
              <a:avLst/>
              <a:gdLst/>
              <a:ahLst/>
              <a:cxnLst/>
              <a:rect l="l" t="t" r="r" b="b"/>
              <a:pathLst>
                <a:path w="1902" h="801" extrusionOk="0">
                  <a:moveTo>
                    <a:pt x="0" y="0"/>
                  </a:moveTo>
                  <a:cubicBezTo>
                    <a:pt x="600" y="400"/>
                    <a:pt x="967" y="734"/>
                    <a:pt x="1534" y="801"/>
                  </a:cubicBezTo>
                  <a:cubicBezTo>
                    <a:pt x="1668" y="534"/>
                    <a:pt x="1835" y="334"/>
                    <a:pt x="1901" y="133"/>
                  </a:cubicBezTo>
                  <a:lnTo>
                    <a:pt x="1901" y="133"/>
                  </a:lnTo>
                  <a:cubicBezTo>
                    <a:pt x="1753" y="183"/>
                    <a:pt x="1609" y="202"/>
                    <a:pt x="1465" y="202"/>
                  </a:cubicBezTo>
                  <a:cubicBezTo>
                    <a:pt x="1023" y="202"/>
                    <a:pt x="578" y="25"/>
                    <a:pt x="0" y="0"/>
                  </a:cubicBezTo>
                  <a:close/>
                </a:path>
              </a:pathLst>
            </a:custGeom>
            <a:solidFill>
              <a:srgbClr val="C169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7"/>
            <p:cNvSpPr/>
            <p:nvPr/>
          </p:nvSpPr>
          <p:spPr>
            <a:xfrm>
              <a:off x="2998975" y="3040125"/>
              <a:ext cx="24225" cy="32550"/>
            </a:xfrm>
            <a:custGeom>
              <a:avLst/>
              <a:gdLst/>
              <a:ahLst/>
              <a:cxnLst/>
              <a:rect l="l" t="t" r="r" b="b"/>
              <a:pathLst>
                <a:path w="969" h="1302" extrusionOk="0">
                  <a:moveTo>
                    <a:pt x="668" y="0"/>
                  </a:moveTo>
                  <a:lnTo>
                    <a:pt x="668" y="0"/>
                  </a:lnTo>
                  <a:cubicBezTo>
                    <a:pt x="301" y="100"/>
                    <a:pt x="134" y="367"/>
                    <a:pt x="34" y="701"/>
                  </a:cubicBezTo>
                  <a:cubicBezTo>
                    <a:pt x="1" y="1001"/>
                    <a:pt x="468" y="1001"/>
                    <a:pt x="501" y="1301"/>
                  </a:cubicBezTo>
                  <a:cubicBezTo>
                    <a:pt x="901" y="868"/>
                    <a:pt x="968" y="501"/>
                    <a:pt x="668" y="0"/>
                  </a:cubicBezTo>
                  <a:close/>
                </a:path>
              </a:pathLst>
            </a:custGeom>
            <a:solidFill>
              <a:srgbClr val="FFBC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7"/>
            <p:cNvSpPr/>
            <p:nvPr/>
          </p:nvSpPr>
          <p:spPr>
            <a:xfrm>
              <a:off x="3054025" y="3626825"/>
              <a:ext cx="37550" cy="21250"/>
            </a:xfrm>
            <a:custGeom>
              <a:avLst/>
              <a:gdLst/>
              <a:ahLst/>
              <a:cxnLst/>
              <a:rect l="l" t="t" r="r" b="b"/>
              <a:pathLst>
                <a:path w="1502" h="850" extrusionOk="0">
                  <a:moveTo>
                    <a:pt x="808" y="1"/>
                  </a:moveTo>
                  <a:cubicBezTo>
                    <a:pt x="489" y="1"/>
                    <a:pt x="200" y="60"/>
                    <a:pt x="0" y="416"/>
                  </a:cubicBezTo>
                  <a:cubicBezTo>
                    <a:pt x="150" y="360"/>
                    <a:pt x="291" y="333"/>
                    <a:pt x="425" y="333"/>
                  </a:cubicBezTo>
                  <a:cubicBezTo>
                    <a:pt x="769" y="333"/>
                    <a:pt x="1061" y="513"/>
                    <a:pt x="1301" y="850"/>
                  </a:cubicBezTo>
                  <a:cubicBezTo>
                    <a:pt x="1301" y="850"/>
                    <a:pt x="1335" y="816"/>
                    <a:pt x="1435" y="750"/>
                  </a:cubicBezTo>
                  <a:cubicBezTo>
                    <a:pt x="1501" y="650"/>
                    <a:pt x="1501" y="483"/>
                    <a:pt x="1501" y="349"/>
                  </a:cubicBezTo>
                  <a:cubicBezTo>
                    <a:pt x="1468" y="216"/>
                    <a:pt x="1435" y="82"/>
                    <a:pt x="1301" y="16"/>
                  </a:cubicBezTo>
                  <a:cubicBezTo>
                    <a:pt x="1134" y="16"/>
                    <a:pt x="968" y="1"/>
                    <a:pt x="808" y="1"/>
                  </a:cubicBezTo>
                  <a:close/>
                </a:path>
              </a:pathLst>
            </a:custGeom>
            <a:solidFill>
              <a:srgbClr val="FDB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7"/>
            <p:cNvSpPr/>
            <p:nvPr/>
          </p:nvSpPr>
          <p:spPr>
            <a:xfrm>
              <a:off x="2982300" y="2773250"/>
              <a:ext cx="15875" cy="19225"/>
            </a:xfrm>
            <a:custGeom>
              <a:avLst/>
              <a:gdLst/>
              <a:ahLst/>
              <a:cxnLst/>
              <a:rect l="l" t="t" r="r" b="b"/>
              <a:pathLst>
                <a:path w="635" h="769" extrusionOk="0">
                  <a:moveTo>
                    <a:pt x="568" y="1"/>
                  </a:moveTo>
                  <a:cubicBezTo>
                    <a:pt x="1" y="168"/>
                    <a:pt x="1" y="168"/>
                    <a:pt x="167" y="768"/>
                  </a:cubicBezTo>
                  <a:cubicBezTo>
                    <a:pt x="482" y="705"/>
                    <a:pt x="202" y="196"/>
                    <a:pt x="564" y="196"/>
                  </a:cubicBezTo>
                  <a:cubicBezTo>
                    <a:pt x="585" y="196"/>
                    <a:pt x="608" y="197"/>
                    <a:pt x="634" y="201"/>
                  </a:cubicBezTo>
                  <a:cubicBezTo>
                    <a:pt x="634" y="134"/>
                    <a:pt x="634" y="101"/>
                    <a:pt x="568" y="1"/>
                  </a:cubicBezTo>
                  <a:close/>
                </a:path>
              </a:pathLst>
            </a:custGeom>
            <a:solidFill>
              <a:srgbClr val="FFB5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7"/>
            <p:cNvSpPr/>
            <p:nvPr/>
          </p:nvSpPr>
          <p:spPr>
            <a:xfrm>
              <a:off x="2967300" y="3633875"/>
              <a:ext cx="16700" cy="16700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285" y="0"/>
                  </a:moveTo>
                  <a:cubicBezTo>
                    <a:pt x="210" y="0"/>
                    <a:pt x="117" y="21"/>
                    <a:pt x="0" y="67"/>
                  </a:cubicBezTo>
                  <a:cubicBezTo>
                    <a:pt x="167" y="334"/>
                    <a:pt x="400" y="568"/>
                    <a:pt x="667" y="668"/>
                  </a:cubicBezTo>
                  <a:cubicBezTo>
                    <a:pt x="585" y="448"/>
                    <a:pt x="638" y="0"/>
                    <a:pt x="285" y="0"/>
                  </a:cubicBezTo>
                  <a:close/>
                </a:path>
              </a:pathLst>
            </a:custGeom>
            <a:solidFill>
              <a:srgbClr val="FFB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7"/>
            <p:cNvSpPr/>
            <p:nvPr/>
          </p:nvSpPr>
          <p:spPr>
            <a:xfrm>
              <a:off x="2949775" y="3608850"/>
              <a:ext cx="16700" cy="12925"/>
            </a:xfrm>
            <a:custGeom>
              <a:avLst/>
              <a:gdLst/>
              <a:ahLst/>
              <a:cxnLst/>
              <a:rect l="l" t="t" r="r" b="b"/>
              <a:pathLst>
                <a:path w="668" h="517" extrusionOk="0">
                  <a:moveTo>
                    <a:pt x="267" y="1"/>
                  </a:moveTo>
                  <a:cubicBezTo>
                    <a:pt x="267" y="201"/>
                    <a:pt x="1" y="301"/>
                    <a:pt x="134" y="468"/>
                  </a:cubicBezTo>
                  <a:cubicBezTo>
                    <a:pt x="169" y="503"/>
                    <a:pt x="201" y="517"/>
                    <a:pt x="232" y="517"/>
                  </a:cubicBezTo>
                  <a:cubicBezTo>
                    <a:pt x="319" y="517"/>
                    <a:pt x="394" y="400"/>
                    <a:pt x="468" y="301"/>
                  </a:cubicBezTo>
                  <a:cubicBezTo>
                    <a:pt x="668" y="1"/>
                    <a:pt x="434" y="1"/>
                    <a:pt x="267" y="1"/>
                  </a:cubicBezTo>
                  <a:close/>
                </a:path>
              </a:pathLst>
            </a:custGeom>
            <a:solidFill>
              <a:srgbClr val="FFB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7"/>
            <p:cNvSpPr/>
            <p:nvPr/>
          </p:nvSpPr>
          <p:spPr>
            <a:xfrm>
              <a:off x="2998150" y="2763200"/>
              <a:ext cx="10850" cy="10075"/>
            </a:xfrm>
            <a:custGeom>
              <a:avLst/>
              <a:gdLst/>
              <a:ahLst/>
              <a:cxnLst/>
              <a:rect l="l" t="t" r="r" b="b"/>
              <a:pathLst>
                <a:path w="434" h="403" extrusionOk="0">
                  <a:moveTo>
                    <a:pt x="262" y="0"/>
                  </a:moveTo>
                  <a:cubicBezTo>
                    <a:pt x="55" y="0"/>
                    <a:pt x="27" y="213"/>
                    <a:pt x="0" y="403"/>
                  </a:cubicBezTo>
                  <a:cubicBezTo>
                    <a:pt x="167" y="269"/>
                    <a:pt x="367" y="269"/>
                    <a:pt x="434" y="36"/>
                  </a:cubicBezTo>
                  <a:cubicBezTo>
                    <a:pt x="366" y="11"/>
                    <a:pt x="309" y="0"/>
                    <a:pt x="262" y="0"/>
                  </a:cubicBezTo>
                  <a:close/>
                </a:path>
              </a:pathLst>
            </a:custGeom>
            <a:solidFill>
              <a:srgbClr val="FFB5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7"/>
            <p:cNvSpPr/>
            <p:nvPr/>
          </p:nvSpPr>
          <p:spPr>
            <a:xfrm>
              <a:off x="3011275" y="3168550"/>
              <a:ext cx="8575" cy="5850"/>
            </a:xfrm>
            <a:custGeom>
              <a:avLst/>
              <a:gdLst/>
              <a:ahLst/>
              <a:cxnLst/>
              <a:rect l="l" t="t" r="r" b="b"/>
              <a:pathLst>
                <a:path w="343" h="234" extrusionOk="0">
                  <a:moveTo>
                    <a:pt x="343" y="0"/>
                  </a:moveTo>
                  <a:lnTo>
                    <a:pt x="343" y="0"/>
                  </a:lnTo>
                  <a:cubicBezTo>
                    <a:pt x="325" y="5"/>
                    <a:pt x="304" y="6"/>
                    <a:pt x="282" y="6"/>
                  </a:cubicBezTo>
                  <a:cubicBezTo>
                    <a:pt x="239" y="6"/>
                    <a:pt x="191" y="1"/>
                    <a:pt x="151" y="1"/>
                  </a:cubicBezTo>
                  <a:cubicBezTo>
                    <a:pt x="56" y="1"/>
                    <a:pt x="1" y="31"/>
                    <a:pt x="142" y="234"/>
                  </a:cubicBezTo>
                  <a:cubicBezTo>
                    <a:pt x="209" y="167"/>
                    <a:pt x="243" y="67"/>
                    <a:pt x="343" y="0"/>
                  </a:cubicBezTo>
                  <a:close/>
                </a:path>
              </a:pathLst>
            </a:custGeom>
            <a:solidFill>
              <a:srgbClr val="FFC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7"/>
            <p:cNvSpPr/>
            <p:nvPr/>
          </p:nvSpPr>
          <p:spPr>
            <a:xfrm>
              <a:off x="3015650" y="3035125"/>
              <a:ext cx="4200" cy="5025"/>
            </a:xfrm>
            <a:custGeom>
              <a:avLst/>
              <a:gdLst/>
              <a:ahLst/>
              <a:cxnLst/>
              <a:rect l="l" t="t" r="r" b="b"/>
              <a:pathLst>
                <a:path w="168" h="201" extrusionOk="0">
                  <a:moveTo>
                    <a:pt x="1" y="0"/>
                  </a:moveTo>
                  <a:lnTo>
                    <a:pt x="1" y="200"/>
                  </a:lnTo>
                  <a:cubicBezTo>
                    <a:pt x="168" y="134"/>
                    <a:pt x="168" y="67"/>
                    <a:pt x="1" y="0"/>
                  </a:cubicBezTo>
                  <a:close/>
                </a:path>
              </a:pathLst>
            </a:custGeom>
            <a:solidFill>
              <a:srgbClr val="FFBC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7"/>
            <p:cNvSpPr/>
            <p:nvPr/>
          </p:nvSpPr>
          <p:spPr>
            <a:xfrm>
              <a:off x="2887225" y="3017600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1" y="1"/>
                  </a:moveTo>
                  <a:cubicBezTo>
                    <a:pt x="1" y="101"/>
                    <a:pt x="101" y="167"/>
                    <a:pt x="201" y="201"/>
                  </a:cubicBezTo>
                  <a:cubicBezTo>
                    <a:pt x="168" y="67"/>
                    <a:pt x="134" y="1"/>
                    <a:pt x="1" y="1"/>
                  </a:cubicBezTo>
                  <a:close/>
                </a:path>
              </a:pathLst>
            </a:custGeom>
            <a:solidFill>
              <a:srgbClr val="C169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7"/>
            <p:cNvSpPr/>
            <p:nvPr/>
          </p:nvSpPr>
          <p:spPr>
            <a:xfrm>
              <a:off x="2998150" y="2778275"/>
              <a:ext cx="1700" cy="2550"/>
            </a:xfrm>
            <a:custGeom>
              <a:avLst/>
              <a:gdLst/>
              <a:ahLst/>
              <a:cxnLst/>
              <a:rect l="l" t="t" r="r" b="b"/>
              <a:pathLst>
                <a:path w="68" h="102" extrusionOk="0">
                  <a:moveTo>
                    <a:pt x="0" y="0"/>
                  </a:moveTo>
                  <a:cubicBezTo>
                    <a:pt x="22" y="65"/>
                    <a:pt x="43" y="101"/>
                    <a:pt x="56" y="101"/>
                  </a:cubicBezTo>
                  <a:cubicBezTo>
                    <a:pt x="63" y="101"/>
                    <a:pt x="67" y="90"/>
                    <a:pt x="67" y="67"/>
                  </a:cubicBezTo>
                  <a:cubicBezTo>
                    <a:pt x="67" y="67"/>
                    <a:pt x="34" y="0"/>
                    <a:pt x="0" y="0"/>
                  </a:cubicBezTo>
                  <a:close/>
                </a:path>
              </a:pathLst>
            </a:custGeom>
            <a:solidFill>
              <a:srgbClr val="FFB5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7"/>
            <p:cNvSpPr/>
            <p:nvPr/>
          </p:nvSpPr>
          <p:spPr>
            <a:xfrm>
              <a:off x="2692100" y="2994250"/>
              <a:ext cx="131775" cy="669675"/>
            </a:xfrm>
            <a:custGeom>
              <a:avLst/>
              <a:gdLst/>
              <a:ahLst/>
              <a:cxnLst/>
              <a:rect l="l" t="t" r="r" b="b"/>
              <a:pathLst>
                <a:path w="5271" h="26787" extrusionOk="0">
                  <a:moveTo>
                    <a:pt x="1335" y="1"/>
                  </a:moveTo>
                  <a:cubicBezTo>
                    <a:pt x="934" y="201"/>
                    <a:pt x="1134" y="501"/>
                    <a:pt x="1168" y="901"/>
                  </a:cubicBezTo>
                  <a:cubicBezTo>
                    <a:pt x="1401" y="1702"/>
                    <a:pt x="1401" y="2436"/>
                    <a:pt x="634" y="3003"/>
                  </a:cubicBezTo>
                  <a:cubicBezTo>
                    <a:pt x="0" y="3503"/>
                    <a:pt x="401" y="3737"/>
                    <a:pt x="1001" y="3803"/>
                  </a:cubicBezTo>
                  <a:cubicBezTo>
                    <a:pt x="1010" y="3806"/>
                    <a:pt x="1019" y="3808"/>
                    <a:pt x="1028" y="3808"/>
                  </a:cubicBezTo>
                  <a:cubicBezTo>
                    <a:pt x="1104" y="3808"/>
                    <a:pt x="1156" y="3699"/>
                    <a:pt x="1166" y="3699"/>
                  </a:cubicBezTo>
                  <a:cubicBezTo>
                    <a:pt x="1167" y="3699"/>
                    <a:pt x="1168" y="3700"/>
                    <a:pt x="1168" y="3703"/>
                  </a:cubicBezTo>
                  <a:cubicBezTo>
                    <a:pt x="1234" y="3803"/>
                    <a:pt x="1068" y="3803"/>
                    <a:pt x="1001" y="3870"/>
                  </a:cubicBezTo>
                  <a:cubicBezTo>
                    <a:pt x="1335" y="5338"/>
                    <a:pt x="734" y="6739"/>
                    <a:pt x="1001" y="8206"/>
                  </a:cubicBezTo>
                  <a:cubicBezTo>
                    <a:pt x="1068" y="8473"/>
                    <a:pt x="834" y="8640"/>
                    <a:pt x="667" y="8840"/>
                  </a:cubicBezTo>
                  <a:cubicBezTo>
                    <a:pt x="801" y="9140"/>
                    <a:pt x="968" y="9407"/>
                    <a:pt x="1068" y="9708"/>
                  </a:cubicBezTo>
                  <a:cubicBezTo>
                    <a:pt x="1435" y="10708"/>
                    <a:pt x="1935" y="11709"/>
                    <a:pt x="1835" y="12843"/>
                  </a:cubicBezTo>
                  <a:cubicBezTo>
                    <a:pt x="2102" y="13010"/>
                    <a:pt x="2135" y="13243"/>
                    <a:pt x="2135" y="13510"/>
                  </a:cubicBezTo>
                  <a:cubicBezTo>
                    <a:pt x="2002" y="15145"/>
                    <a:pt x="2569" y="16746"/>
                    <a:pt x="2469" y="18380"/>
                  </a:cubicBezTo>
                  <a:cubicBezTo>
                    <a:pt x="2469" y="18514"/>
                    <a:pt x="2502" y="18681"/>
                    <a:pt x="2502" y="18814"/>
                  </a:cubicBezTo>
                  <a:cubicBezTo>
                    <a:pt x="2669" y="20215"/>
                    <a:pt x="2836" y="21649"/>
                    <a:pt x="3069" y="23017"/>
                  </a:cubicBezTo>
                  <a:cubicBezTo>
                    <a:pt x="3236" y="24251"/>
                    <a:pt x="3603" y="25485"/>
                    <a:pt x="3736" y="26720"/>
                  </a:cubicBezTo>
                  <a:cubicBezTo>
                    <a:pt x="3736" y="26720"/>
                    <a:pt x="3770" y="26786"/>
                    <a:pt x="3803" y="26786"/>
                  </a:cubicBezTo>
                  <a:cubicBezTo>
                    <a:pt x="4248" y="26668"/>
                    <a:pt x="4588" y="26231"/>
                    <a:pt x="5081" y="26231"/>
                  </a:cubicBezTo>
                  <a:cubicBezTo>
                    <a:pt x="5142" y="26231"/>
                    <a:pt x="5205" y="26238"/>
                    <a:pt x="5271" y="26253"/>
                  </a:cubicBezTo>
                  <a:cubicBezTo>
                    <a:pt x="4770" y="26019"/>
                    <a:pt x="4503" y="25686"/>
                    <a:pt x="4570" y="25085"/>
                  </a:cubicBezTo>
                  <a:cubicBezTo>
                    <a:pt x="4570" y="24652"/>
                    <a:pt x="4604" y="24151"/>
                    <a:pt x="4570" y="23651"/>
                  </a:cubicBezTo>
                  <a:cubicBezTo>
                    <a:pt x="4337" y="21683"/>
                    <a:pt x="4137" y="19715"/>
                    <a:pt x="4137" y="17713"/>
                  </a:cubicBezTo>
                  <a:cubicBezTo>
                    <a:pt x="4103" y="15111"/>
                    <a:pt x="4003" y="12476"/>
                    <a:pt x="3936" y="9841"/>
                  </a:cubicBezTo>
                  <a:cubicBezTo>
                    <a:pt x="4303" y="9307"/>
                    <a:pt x="4470" y="8774"/>
                    <a:pt x="4237" y="8106"/>
                  </a:cubicBezTo>
                  <a:cubicBezTo>
                    <a:pt x="3970" y="7439"/>
                    <a:pt x="4003" y="6672"/>
                    <a:pt x="4270" y="5972"/>
                  </a:cubicBezTo>
                  <a:cubicBezTo>
                    <a:pt x="4103" y="5805"/>
                    <a:pt x="3936" y="5671"/>
                    <a:pt x="3803" y="5538"/>
                  </a:cubicBezTo>
                  <a:cubicBezTo>
                    <a:pt x="3803" y="5304"/>
                    <a:pt x="3770" y="5038"/>
                    <a:pt x="4003" y="4871"/>
                  </a:cubicBezTo>
                  <a:cubicBezTo>
                    <a:pt x="4237" y="4671"/>
                    <a:pt x="4170" y="4470"/>
                    <a:pt x="4003" y="4237"/>
                  </a:cubicBezTo>
                  <a:cubicBezTo>
                    <a:pt x="4070" y="4003"/>
                    <a:pt x="4604" y="4137"/>
                    <a:pt x="4470" y="3837"/>
                  </a:cubicBezTo>
                  <a:cubicBezTo>
                    <a:pt x="4403" y="3637"/>
                    <a:pt x="4403" y="3270"/>
                    <a:pt x="4137" y="3270"/>
                  </a:cubicBezTo>
                  <a:cubicBezTo>
                    <a:pt x="3670" y="3270"/>
                    <a:pt x="3770" y="2969"/>
                    <a:pt x="3770" y="2703"/>
                  </a:cubicBezTo>
                  <a:cubicBezTo>
                    <a:pt x="3736" y="2369"/>
                    <a:pt x="3736" y="2002"/>
                    <a:pt x="3736" y="1668"/>
                  </a:cubicBezTo>
                  <a:cubicBezTo>
                    <a:pt x="3069" y="901"/>
                    <a:pt x="2235" y="468"/>
                    <a:pt x="1335" y="1"/>
                  </a:cubicBezTo>
                  <a:close/>
                </a:path>
              </a:pathLst>
            </a:custGeom>
            <a:solidFill>
              <a:srgbClr val="FFB1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7"/>
            <p:cNvSpPr/>
            <p:nvPr/>
          </p:nvSpPr>
          <p:spPr>
            <a:xfrm>
              <a:off x="2770475" y="3141850"/>
              <a:ext cx="46725" cy="97600"/>
            </a:xfrm>
            <a:custGeom>
              <a:avLst/>
              <a:gdLst/>
              <a:ahLst/>
              <a:cxnLst/>
              <a:rect l="l" t="t" r="r" b="b"/>
              <a:pathLst>
                <a:path w="1869" h="3904" extrusionOk="0">
                  <a:moveTo>
                    <a:pt x="1168" y="1"/>
                  </a:moveTo>
                  <a:cubicBezTo>
                    <a:pt x="801" y="334"/>
                    <a:pt x="635" y="768"/>
                    <a:pt x="768" y="1302"/>
                  </a:cubicBezTo>
                  <a:cubicBezTo>
                    <a:pt x="835" y="1802"/>
                    <a:pt x="768" y="2302"/>
                    <a:pt x="1002" y="2769"/>
                  </a:cubicBezTo>
                  <a:cubicBezTo>
                    <a:pt x="1168" y="3070"/>
                    <a:pt x="1068" y="3303"/>
                    <a:pt x="835" y="3337"/>
                  </a:cubicBezTo>
                  <a:cubicBezTo>
                    <a:pt x="1" y="3570"/>
                    <a:pt x="901" y="3737"/>
                    <a:pt x="835" y="3904"/>
                  </a:cubicBezTo>
                  <a:cubicBezTo>
                    <a:pt x="968" y="3870"/>
                    <a:pt x="1068" y="3804"/>
                    <a:pt x="1268" y="3770"/>
                  </a:cubicBezTo>
                  <a:cubicBezTo>
                    <a:pt x="1869" y="3670"/>
                    <a:pt x="1869" y="3203"/>
                    <a:pt x="1802" y="2769"/>
                  </a:cubicBezTo>
                  <a:cubicBezTo>
                    <a:pt x="1702" y="2236"/>
                    <a:pt x="1535" y="1669"/>
                    <a:pt x="1302" y="1168"/>
                  </a:cubicBezTo>
                  <a:cubicBezTo>
                    <a:pt x="1168" y="935"/>
                    <a:pt x="1202" y="901"/>
                    <a:pt x="1368" y="735"/>
                  </a:cubicBezTo>
                  <a:cubicBezTo>
                    <a:pt x="1702" y="434"/>
                    <a:pt x="1702" y="101"/>
                    <a:pt x="1168" y="1"/>
                  </a:cubicBezTo>
                  <a:close/>
                </a:path>
              </a:pathLst>
            </a:custGeom>
            <a:solidFill>
              <a:srgbClr val="FFAD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7"/>
            <p:cNvSpPr/>
            <p:nvPr/>
          </p:nvSpPr>
          <p:spPr>
            <a:xfrm>
              <a:off x="2793825" y="3101000"/>
              <a:ext cx="18375" cy="18875"/>
            </a:xfrm>
            <a:custGeom>
              <a:avLst/>
              <a:gdLst/>
              <a:ahLst/>
              <a:cxnLst/>
              <a:rect l="l" t="t" r="r" b="b"/>
              <a:pathLst>
                <a:path w="735" h="755" extrusionOk="0">
                  <a:moveTo>
                    <a:pt x="1" y="0"/>
                  </a:moveTo>
                  <a:lnTo>
                    <a:pt x="1" y="601"/>
                  </a:lnTo>
                  <a:cubicBezTo>
                    <a:pt x="92" y="646"/>
                    <a:pt x="230" y="754"/>
                    <a:pt x="361" y="754"/>
                  </a:cubicBezTo>
                  <a:cubicBezTo>
                    <a:pt x="422" y="754"/>
                    <a:pt x="482" y="731"/>
                    <a:pt x="535" y="667"/>
                  </a:cubicBezTo>
                  <a:cubicBezTo>
                    <a:pt x="735" y="401"/>
                    <a:pt x="568" y="200"/>
                    <a:pt x="368" y="67"/>
                  </a:cubicBezTo>
                  <a:cubicBezTo>
                    <a:pt x="268" y="34"/>
                    <a:pt x="101" y="34"/>
                    <a:pt x="1" y="0"/>
                  </a:cubicBezTo>
                  <a:close/>
                </a:path>
              </a:pathLst>
            </a:custGeom>
            <a:solidFill>
              <a:srgbClr val="FFB5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7"/>
            <p:cNvSpPr/>
            <p:nvPr/>
          </p:nvSpPr>
          <p:spPr>
            <a:xfrm>
              <a:off x="2812175" y="3164375"/>
              <a:ext cx="13375" cy="13575"/>
            </a:xfrm>
            <a:custGeom>
              <a:avLst/>
              <a:gdLst/>
              <a:ahLst/>
              <a:cxnLst/>
              <a:rect l="l" t="t" r="r" b="b"/>
              <a:pathLst>
                <a:path w="535" h="543" extrusionOk="0">
                  <a:moveTo>
                    <a:pt x="234" y="0"/>
                  </a:moveTo>
                  <a:cubicBezTo>
                    <a:pt x="67" y="34"/>
                    <a:pt x="1" y="134"/>
                    <a:pt x="1" y="267"/>
                  </a:cubicBezTo>
                  <a:cubicBezTo>
                    <a:pt x="29" y="464"/>
                    <a:pt x="128" y="542"/>
                    <a:pt x="278" y="542"/>
                  </a:cubicBezTo>
                  <a:cubicBezTo>
                    <a:pt x="306" y="542"/>
                    <a:pt x="336" y="539"/>
                    <a:pt x="368" y="534"/>
                  </a:cubicBezTo>
                  <a:cubicBezTo>
                    <a:pt x="501" y="501"/>
                    <a:pt x="534" y="367"/>
                    <a:pt x="534" y="201"/>
                  </a:cubicBezTo>
                  <a:cubicBezTo>
                    <a:pt x="501" y="34"/>
                    <a:pt x="368" y="0"/>
                    <a:pt x="234" y="0"/>
                  </a:cubicBezTo>
                  <a:close/>
                </a:path>
              </a:pathLst>
            </a:custGeom>
            <a:solidFill>
              <a:srgbClr val="FFAD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7"/>
            <p:cNvSpPr/>
            <p:nvPr/>
          </p:nvSpPr>
          <p:spPr>
            <a:xfrm>
              <a:off x="2788000" y="3131175"/>
              <a:ext cx="16700" cy="11550"/>
            </a:xfrm>
            <a:custGeom>
              <a:avLst/>
              <a:gdLst/>
              <a:ahLst/>
              <a:cxnLst/>
              <a:rect l="l" t="t" r="r" b="b"/>
              <a:pathLst>
                <a:path w="668" h="462" extrusionOk="0">
                  <a:moveTo>
                    <a:pt x="520" y="1"/>
                  </a:moveTo>
                  <a:cubicBezTo>
                    <a:pt x="449" y="1"/>
                    <a:pt x="364" y="32"/>
                    <a:pt x="283" y="32"/>
                  </a:cubicBezTo>
                  <a:cubicBezTo>
                    <a:pt x="267" y="32"/>
                    <a:pt x="250" y="31"/>
                    <a:pt x="234" y="28"/>
                  </a:cubicBezTo>
                  <a:lnTo>
                    <a:pt x="0" y="28"/>
                  </a:lnTo>
                  <a:cubicBezTo>
                    <a:pt x="67" y="328"/>
                    <a:pt x="167" y="461"/>
                    <a:pt x="467" y="461"/>
                  </a:cubicBezTo>
                  <a:cubicBezTo>
                    <a:pt x="501" y="328"/>
                    <a:pt x="667" y="194"/>
                    <a:pt x="667" y="128"/>
                  </a:cubicBezTo>
                  <a:cubicBezTo>
                    <a:pt x="639" y="27"/>
                    <a:pt x="585" y="1"/>
                    <a:pt x="520" y="1"/>
                  </a:cubicBezTo>
                  <a:close/>
                </a:path>
              </a:pathLst>
            </a:custGeom>
            <a:solidFill>
              <a:srgbClr val="FFAD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7"/>
            <p:cNvSpPr/>
            <p:nvPr/>
          </p:nvSpPr>
          <p:spPr>
            <a:xfrm>
              <a:off x="3042350" y="4189275"/>
              <a:ext cx="36700" cy="35700"/>
            </a:xfrm>
            <a:custGeom>
              <a:avLst/>
              <a:gdLst/>
              <a:ahLst/>
              <a:cxnLst/>
              <a:rect l="l" t="t" r="r" b="b"/>
              <a:pathLst>
                <a:path w="1468" h="1428" extrusionOk="0">
                  <a:moveTo>
                    <a:pt x="834" y="0"/>
                  </a:moveTo>
                  <a:cubicBezTo>
                    <a:pt x="804" y="491"/>
                    <a:pt x="632" y="672"/>
                    <a:pt x="138" y="672"/>
                  </a:cubicBezTo>
                  <a:cubicBezTo>
                    <a:pt x="94" y="672"/>
                    <a:pt x="49" y="670"/>
                    <a:pt x="0" y="668"/>
                  </a:cubicBezTo>
                  <a:lnTo>
                    <a:pt x="0" y="668"/>
                  </a:lnTo>
                  <a:cubicBezTo>
                    <a:pt x="254" y="1125"/>
                    <a:pt x="567" y="1428"/>
                    <a:pt x="834" y="1428"/>
                  </a:cubicBezTo>
                  <a:cubicBezTo>
                    <a:pt x="917" y="1428"/>
                    <a:pt x="996" y="1398"/>
                    <a:pt x="1068" y="1335"/>
                  </a:cubicBezTo>
                  <a:cubicBezTo>
                    <a:pt x="1468" y="1001"/>
                    <a:pt x="1268" y="568"/>
                    <a:pt x="1068" y="201"/>
                  </a:cubicBezTo>
                  <a:cubicBezTo>
                    <a:pt x="1001" y="101"/>
                    <a:pt x="934" y="67"/>
                    <a:pt x="834" y="0"/>
                  </a:cubicBez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7"/>
            <p:cNvSpPr/>
            <p:nvPr/>
          </p:nvSpPr>
          <p:spPr>
            <a:xfrm>
              <a:off x="3085700" y="3647950"/>
              <a:ext cx="30900" cy="37650"/>
            </a:xfrm>
            <a:custGeom>
              <a:avLst/>
              <a:gdLst/>
              <a:ahLst/>
              <a:cxnLst/>
              <a:rect l="l" t="t" r="r" b="b"/>
              <a:pathLst>
                <a:path w="1236" h="1506" extrusionOk="0">
                  <a:moveTo>
                    <a:pt x="133" y="1"/>
                  </a:moveTo>
                  <a:cubicBezTo>
                    <a:pt x="101" y="1"/>
                    <a:pt x="68" y="2"/>
                    <a:pt x="34" y="5"/>
                  </a:cubicBezTo>
                  <a:lnTo>
                    <a:pt x="1" y="38"/>
                  </a:lnTo>
                  <a:cubicBezTo>
                    <a:pt x="1" y="839"/>
                    <a:pt x="601" y="1139"/>
                    <a:pt x="1102" y="1506"/>
                  </a:cubicBezTo>
                  <a:cubicBezTo>
                    <a:pt x="1202" y="1372"/>
                    <a:pt x="1235" y="1306"/>
                    <a:pt x="1235" y="1239"/>
                  </a:cubicBezTo>
                  <a:cubicBezTo>
                    <a:pt x="915" y="758"/>
                    <a:pt x="902" y="1"/>
                    <a:pt x="133" y="1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7"/>
            <p:cNvSpPr/>
            <p:nvPr/>
          </p:nvSpPr>
          <p:spPr>
            <a:xfrm>
              <a:off x="3104050" y="4133400"/>
              <a:ext cx="28375" cy="37550"/>
            </a:xfrm>
            <a:custGeom>
              <a:avLst/>
              <a:gdLst/>
              <a:ahLst/>
              <a:cxnLst/>
              <a:rect l="l" t="t" r="r" b="b"/>
              <a:pathLst>
                <a:path w="1135" h="1502" extrusionOk="0">
                  <a:moveTo>
                    <a:pt x="668" y="1"/>
                  </a:moveTo>
                  <a:lnTo>
                    <a:pt x="668" y="1"/>
                  </a:lnTo>
                  <a:cubicBezTo>
                    <a:pt x="434" y="501"/>
                    <a:pt x="1" y="935"/>
                    <a:pt x="301" y="1502"/>
                  </a:cubicBezTo>
                  <a:cubicBezTo>
                    <a:pt x="601" y="1068"/>
                    <a:pt x="1135" y="668"/>
                    <a:pt x="668" y="1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7"/>
            <p:cNvSpPr/>
            <p:nvPr/>
          </p:nvSpPr>
          <p:spPr>
            <a:xfrm>
              <a:off x="3024000" y="4241800"/>
              <a:ext cx="11300" cy="10350"/>
            </a:xfrm>
            <a:custGeom>
              <a:avLst/>
              <a:gdLst/>
              <a:ahLst/>
              <a:cxnLst/>
              <a:rect l="l" t="t" r="r" b="b"/>
              <a:pathLst>
                <a:path w="452" h="414" extrusionOk="0">
                  <a:moveTo>
                    <a:pt x="167" y="1"/>
                  </a:moveTo>
                  <a:cubicBezTo>
                    <a:pt x="34" y="1"/>
                    <a:pt x="0" y="68"/>
                    <a:pt x="0" y="101"/>
                  </a:cubicBezTo>
                  <a:cubicBezTo>
                    <a:pt x="0" y="234"/>
                    <a:pt x="134" y="335"/>
                    <a:pt x="234" y="401"/>
                  </a:cubicBezTo>
                  <a:cubicBezTo>
                    <a:pt x="258" y="409"/>
                    <a:pt x="283" y="413"/>
                    <a:pt x="307" y="413"/>
                  </a:cubicBezTo>
                  <a:cubicBezTo>
                    <a:pt x="386" y="413"/>
                    <a:pt x="452" y="370"/>
                    <a:pt x="401" y="268"/>
                  </a:cubicBezTo>
                  <a:cubicBezTo>
                    <a:pt x="334" y="168"/>
                    <a:pt x="201" y="101"/>
                    <a:pt x="167" y="1"/>
                  </a:cubicBezTo>
                  <a:close/>
                </a:path>
              </a:pathLst>
            </a:custGeom>
            <a:solidFill>
              <a:srgbClr val="FFB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7"/>
            <p:cNvSpPr/>
            <p:nvPr/>
          </p:nvSpPr>
          <p:spPr>
            <a:xfrm>
              <a:off x="3035875" y="4266525"/>
              <a:ext cx="8150" cy="6175"/>
            </a:xfrm>
            <a:custGeom>
              <a:avLst/>
              <a:gdLst/>
              <a:ahLst/>
              <a:cxnLst/>
              <a:rect l="l" t="t" r="r" b="b"/>
              <a:pathLst>
                <a:path w="326" h="247" extrusionOk="0">
                  <a:moveTo>
                    <a:pt x="91" y="0"/>
                  </a:moveTo>
                  <a:cubicBezTo>
                    <a:pt x="32" y="0"/>
                    <a:pt x="1" y="38"/>
                    <a:pt x="26" y="113"/>
                  </a:cubicBezTo>
                  <a:cubicBezTo>
                    <a:pt x="59" y="146"/>
                    <a:pt x="159" y="179"/>
                    <a:pt x="193" y="246"/>
                  </a:cubicBezTo>
                  <a:cubicBezTo>
                    <a:pt x="259" y="179"/>
                    <a:pt x="326" y="146"/>
                    <a:pt x="226" y="79"/>
                  </a:cubicBezTo>
                  <a:cubicBezTo>
                    <a:pt x="226" y="79"/>
                    <a:pt x="193" y="13"/>
                    <a:pt x="159" y="13"/>
                  </a:cubicBezTo>
                  <a:cubicBezTo>
                    <a:pt x="134" y="4"/>
                    <a:pt x="111" y="0"/>
                    <a:pt x="91" y="0"/>
                  </a:cubicBezTo>
                  <a:close/>
                </a:path>
              </a:pathLst>
            </a:custGeom>
            <a:solidFill>
              <a:srgbClr val="FFB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7"/>
            <p:cNvSpPr/>
            <p:nvPr/>
          </p:nvSpPr>
          <p:spPr>
            <a:xfrm>
              <a:off x="3061525" y="4296025"/>
              <a:ext cx="10025" cy="5850"/>
            </a:xfrm>
            <a:custGeom>
              <a:avLst/>
              <a:gdLst/>
              <a:ahLst/>
              <a:cxnLst/>
              <a:rect l="l" t="t" r="r" b="b"/>
              <a:pathLst>
                <a:path w="401" h="234" extrusionOk="0">
                  <a:moveTo>
                    <a:pt x="401" y="0"/>
                  </a:moveTo>
                  <a:cubicBezTo>
                    <a:pt x="234" y="0"/>
                    <a:pt x="67" y="67"/>
                    <a:pt x="0" y="234"/>
                  </a:cubicBezTo>
                  <a:cubicBezTo>
                    <a:pt x="167" y="234"/>
                    <a:pt x="334" y="167"/>
                    <a:pt x="401" y="0"/>
                  </a:cubicBez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7"/>
            <p:cNvSpPr/>
            <p:nvPr/>
          </p:nvSpPr>
          <p:spPr>
            <a:xfrm>
              <a:off x="2692100" y="3356925"/>
              <a:ext cx="11700" cy="20125"/>
            </a:xfrm>
            <a:custGeom>
              <a:avLst/>
              <a:gdLst/>
              <a:ahLst/>
              <a:cxnLst/>
              <a:rect l="l" t="t" r="r" b="b"/>
              <a:pathLst>
                <a:path w="468" h="805" extrusionOk="0">
                  <a:moveTo>
                    <a:pt x="276" y="1"/>
                  </a:moveTo>
                  <a:cubicBezTo>
                    <a:pt x="263" y="1"/>
                    <a:pt x="249" y="2"/>
                    <a:pt x="234" y="4"/>
                  </a:cubicBezTo>
                  <a:cubicBezTo>
                    <a:pt x="34" y="4"/>
                    <a:pt x="34" y="204"/>
                    <a:pt x="34" y="338"/>
                  </a:cubicBezTo>
                  <a:cubicBezTo>
                    <a:pt x="34" y="504"/>
                    <a:pt x="0" y="704"/>
                    <a:pt x="234" y="805"/>
                  </a:cubicBezTo>
                  <a:cubicBezTo>
                    <a:pt x="434" y="704"/>
                    <a:pt x="467" y="538"/>
                    <a:pt x="467" y="371"/>
                  </a:cubicBezTo>
                  <a:cubicBezTo>
                    <a:pt x="467" y="215"/>
                    <a:pt x="467" y="1"/>
                    <a:pt x="276" y="1"/>
                  </a:cubicBezTo>
                  <a:close/>
                </a:path>
              </a:pathLst>
            </a:custGeom>
            <a:solidFill>
              <a:srgbClr val="FEBB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7"/>
            <p:cNvSpPr/>
            <p:nvPr/>
          </p:nvSpPr>
          <p:spPr>
            <a:xfrm>
              <a:off x="2707100" y="3347850"/>
              <a:ext cx="11700" cy="13350"/>
            </a:xfrm>
            <a:custGeom>
              <a:avLst/>
              <a:gdLst/>
              <a:ahLst/>
              <a:cxnLst/>
              <a:rect l="l" t="t" r="r" b="b"/>
              <a:pathLst>
                <a:path w="468" h="534" extrusionOk="0">
                  <a:moveTo>
                    <a:pt x="34" y="0"/>
                  </a:moveTo>
                  <a:cubicBezTo>
                    <a:pt x="134" y="200"/>
                    <a:pt x="1" y="434"/>
                    <a:pt x="201" y="534"/>
                  </a:cubicBezTo>
                  <a:cubicBezTo>
                    <a:pt x="234" y="534"/>
                    <a:pt x="368" y="500"/>
                    <a:pt x="368" y="467"/>
                  </a:cubicBezTo>
                  <a:cubicBezTo>
                    <a:pt x="468" y="167"/>
                    <a:pt x="201" y="133"/>
                    <a:pt x="34" y="0"/>
                  </a:cubicBezTo>
                  <a:close/>
                </a:path>
              </a:pathLst>
            </a:custGeom>
            <a:solidFill>
              <a:srgbClr val="FEBB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7"/>
            <p:cNvSpPr/>
            <p:nvPr/>
          </p:nvSpPr>
          <p:spPr>
            <a:xfrm>
              <a:off x="2708775" y="3328075"/>
              <a:ext cx="11700" cy="8950"/>
            </a:xfrm>
            <a:custGeom>
              <a:avLst/>
              <a:gdLst/>
              <a:ahLst/>
              <a:cxnLst/>
              <a:rect l="l" t="t" r="r" b="b"/>
              <a:pathLst>
                <a:path w="468" h="358" extrusionOk="0">
                  <a:moveTo>
                    <a:pt x="233" y="0"/>
                  </a:moveTo>
                  <a:cubicBezTo>
                    <a:pt x="177" y="0"/>
                    <a:pt x="129" y="37"/>
                    <a:pt x="100" y="124"/>
                  </a:cubicBezTo>
                  <a:cubicBezTo>
                    <a:pt x="0" y="324"/>
                    <a:pt x="267" y="357"/>
                    <a:pt x="434" y="357"/>
                  </a:cubicBezTo>
                  <a:cubicBezTo>
                    <a:pt x="434" y="291"/>
                    <a:pt x="434" y="257"/>
                    <a:pt x="467" y="157"/>
                  </a:cubicBezTo>
                  <a:cubicBezTo>
                    <a:pt x="392" y="63"/>
                    <a:pt x="306" y="0"/>
                    <a:pt x="233" y="0"/>
                  </a:cubicBezTo>
                  <a:close/>
                </a:path>
              </a:pathLst>
            </a:custGeom>
            <a:solidFill>
              <a:srgbClr val="FFC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7"/>
            <p:cNvSpPr/>
            <p:nvPr/>
          </p:nvSpPr>
          <p:spPr>
            <a:xfrm>
              <a:off x="4695200" y="3593850"/>
              <a:ext cx="1675" cy="2125"/>
            </a:xfrm>
            <a:custGeom>
              <a:avLst/>
              <a:gdLst/>
              <a:ahLst/>
              <a:cxnLst/>
              <a:rect l="l" t="t" r="r" b="b"/>
              <a:pathLst>
                <a:path w="67" h="85" extrusionOk="0">
                  <a:moveTo>
                    <a:pt x="0" y="0"/>
                  </a:moveTo>
                  <a:cubicBezTo>
                    <a:pt x="21" y="43"/>
                    <a:pt x="42" y="85"/>
                    <a:pt x="55" y="85"/>
                  </a:cubicBezTo>
                  <a:cubicBezTo>
                    <a:pt x="62" y="85"/>
                    <a:pt x="67" y="71"/>
                    <a:pt x="67" y="34"/>
                  </a:cubicBezTo>
                  <a:cubicBezTo>
                    <a:pt x="67" y="34"/>
                    <a:pt x="33" y="0"/>
                    <a:pt x="0" y="0"/>
                  </a:cubicBezTo>
                  <a:close/>
                </a:path>
              </a:pathLst>
            </a:custGeom>
            <a:solidFill>
              <a:srgbClr val="587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7"/>
            <p:cNvSpPr/>
            <p:nvPr/>
          </p:nvSpPr>
          <p:spPr>
            <a:xfrm>
              <a:off x="3808725" y="2428400"/>
              <a:ext cx="250200" cy="408600"/>
            </a:xfrm>
            <a:custGeom>
              <a:avLst/>
              <a:gdLst/>
              <a:ahLst/>
              <a:cxnLst/>
              <a:rect l="l" t="t" r="r" b="b"/>
              <a:pathLst>
                <a:path w="10008" h="16344" extrusionOk="0">
                  <a:moveTo>
                    <a:pt x="9587" y="1"/>
                  </a:moveTo>
                  <a:cubicBezTo>
                    <a:pt x="9471" y="1"/>
                    <a:pt x="9368" y="39"/>
                    <a:pt x="9307" y="85"/>
                  </a:cubicBezTo>
                  <a:cubicBezTo>
                    <a:pt x="7806" y="152"/>
                    <a:pt x="6305" y="85"/>
                    <a:pt x="4804" y="352"/>
                  </a:cubicBezTo>
                  <a:cubicBezTo>
                    <a:pt x="4220" y="469"/>
                    <a:pt x="3620" y="494"/>
                    <a:pt x="3015" y="494"/>
                  </a:cubicBezTo>
                  <a:cubicBezTo>
                    <a:pt x="2562" y="494"/>
                    <a:pt x="2106" y="480"/>
                    <a:pt x="1653" y="480"/>
                  </a:cubicBezTo>
                  <a:cubicBezTo>
                    <a:pt x="1502" y="480"/>
                    <a:pt x="1351" y="481"/>
                    <a:pt x="1201" y="485"/>
                  </a:cubicBezTo>
                  <a:cubicBezTo>
                    <a:pt x="801" y="1253"/>
                    <a:pt x="868" y="2120"/>
                    <a:pt x="367" y="2820"/>
                  </a:cubicBezTo>
                  <a:cubicBezTo>
                    <a:pt x="0" y="3354"/>
                    <a:pt x="501" y="4021"/>
                    <a:pt x="1201" y="4088"/>
                  </a:cubicBezTo>
                  <a:cubicBezTo>
                    <a:pt x="1802" y="4121"/>
                    <a:pt x="1902" y="4355"/>
                    <a:pt x="1668" y="4855"/>
                  </a:cubicBezTo>
                  <a:cubicBezTo>
                    <a:pt x="1502" y="5122"/>
                    <a:pt x="1201" y="5356"/>
                    <a:pt x="1235" y="5589"/>
                  </a:cubicBezTo>
                  <a:cubicBezTo>
                    <a:pt x="1335" y="6189"/>
                    <a:pt x="1001" y="6523"/>
                    <a:pt x="534" y="6857"/>
                  </a:cubicBezTo>
                  <a:cubicBezTo>
                    <a:pt x="367" y="6957"/>
                    <a:pt x="201" y="7123"/>
                    <a:pt x="367" y="7290"/>
                  </a:cubicBezTo>
                  <a:cubicBezTo>
                    <a:pt x="834" y="7791"/>
                    <a:pt x="201" y="7857"/>
                    <a:pt x="34" y="8158"/>
                  </a:cubicBezTo>
                  <a:cubicBezTo>
                    <a:pt x="1368" y="8191"/>
                    <a:pt x="1969" y="8691"/>
                    <a:pt x="2202" y="9992"/>
                  </a:cubicBezTo>
                  <a:cubicBezTo>
                    <a:pt x="2335" y="10793"/>
                    <a:pt x="2402" y="11627"/>
                    <a:pt x="2536" y="12427"/>
                  </a:cubicBezTo>
                  <a:cubicBezTo>
                    <a:pt x="2836" y="12694"/>
                    <a:pt x="2669" y="13128"/>
                    <a:pt x="2736" y="13461"/>
                  </a:cubicBezTo>
                  <a:cubicBezTo>
                    <a:pt x="3236" y="14095"/>
                    <a:pt x="3803" y="14696"/>
                    <a:pt x="3970" y="15530"/>
                  </a:cubicBezTo>
                  <a:cubicBezTo>
                    <a:pt x="4070" y="16197"/>
                    <a:pt x="4670" y="16263"/>
                    <a:pt x="5204" y="16330"/>
                  </a:cubicBezTo>
                  <a:cubicBezTo>
                    <a:pt x="5263" y="16339"/>
                    <a:pt x="5316" y="16344"/>
                    <a:pt x="5365" y="16344"/>
                  </a:cubicBezTo>
                  <a:cubicBezTo>
                    <a:pt x="5839" y="16344"/>
                    <a:pt x="5853" y="15923"/>
                    <a:pt x="6005" y="15530"/>
                  </a:cubicBezTo>
                  <a:cubicBezTo>
                    <a:pt x="6405" y="14529"/>
                    <a:pt x="6572" y="13428"/>
                    <a:pt x="7372" y="12594"/>
                  </a:cubicBezTo>
                  <a:cubicBezTo>
                    <a:pt x="7839" y="12094"/>
                    <a:pt x="7973" y="11460"/>
                    <a:pt x="8073" y="10826"/>
                  </a:cubicBezTo>
                  <a:cubicBezTo>
                    <a:pt x="8073" y="10759"/>
                    <a:pt x="8140" y="10626"/>
                    <a:pt x="8140" y="10526"/>
                  </a:cubicBezTo>
                  <a:lnTo>
                    <a:pt x="8140" y="10259"/>
                  </a:lnTo>
                  <a:cubicBezTo>
                    <a:pt x="8073" y="10126"/>
                    <a:pt x="8073" y="10026"/>
                    <a:pt x="8040" y="9959"/>
                  </a:cubicBezTo>
                  <a:cubicBezTo>
                    <a:pt x="8006" y="9892"/>
                    <a:pt x="8006" y="9792"/>
                    <a:pt x="7973" y="9692"/>
                  </a:cubicBezTo>
                  <a:cubicBezTo>
                    <a:pt x="7973" y="9625"/>
                    <a:pt x="7906" y="9525"/>
                    <a:pt x="7906" y="9458"/>
                  </a:cubicBezTo>
                  <a:cubicBezTo>
                    <a:pt x="7839" y="8991"/>
                    <a:pt x="7706" y="8558"/>
                    <a:pt x="7973" y="8124"/>
                  </a:cubicBezTo>
                  <a:cubicBezTo>
                    <a:pt x="8040" y="7957"/>
                    <a:pt x="8140" y="7757"/>
                    <a:pt x="8206" y="7557"/>
                  </a:cubicBezTo>
                  <a:cubicBezTo>
                    <a:pt x="8306" y="7424"/>
                    <a:pt x="8340" y="7324"/>
                    <a:pt x="8373" y="7190"/>
                  </a:cubicBezTo>
                  <a:cubicBezTo>
                    <a:pt x="8406" y="7123"/>
                    <a:pt x="8473" y="7090"/>
                    <a:pt x="8507" y="6990"/>
                  </a:cubicBezTo>
                  <a:cubicBezTo>
                    <a:pt x="8540" y="6923"/>
                    <a:pt x="8640" y="6823"/>
                    <a:pt x="8707" y="6757"/>
                  </a:cubicBezTo>
                  <a:cubicBezTo>
                    <a:pt x="8707" y="6723"/>
                    <a:pt x="8740" y="6723"/>
                    <a:pt x="8807" y="6656"/>
                  </a:cubicBezTo>
                  <a:cubicBezTo>
                    <a:pt x="8873" y="6590"/>
                    <a:pt x="8907" y="6556"/>
                    <a:pt x="9007" y="6490"/>
                  </a:cubicBezTo>
                  <a:cubicBezTo>
                    <a:pt x="9040" y="6456"/>
                    <a:pt x="9140" y="6356"/>
                    <a:pt x="9174" y="6290"/>
                  </a:cubicBezTo>
                  <a:cubicBezTo>
                    <a:pt x="9074" y="4922"/>
                    <a:pt x="9040" y="3488"/>
                    <a:pt x="8573" y="2153"/>
                  </a:cubicBezTo>
                  <a:cubicBezTo>
                    <a:pt x="8673" y="1920"/>
                    <a:pt x="8773" y="1753"/>
                    <a:pt x="8640" y="1453"/>
                  </a:cubicBezTo>
                  <a:cubicBezTo>
                    <a:pt x="8306" y="652"/>
                    <a:pt x="8607" y="285"/>
                    <a:pt x="9374" y="219"/>
                  </a:cubicBezTo>
                  <a:lnTo>
                    <a:pt x="10008" y="219"/>
                  </a:lnTo>
                  <a:cubicBezTo>
                    <a:pt x="9881" y="55"/>
                    <a:pt x="9724" y="1"/>
                    <a:pt x="9587" y="1"/>
                  </a:cubicBezTo>
                  <a:close/>
                </a:path>
              </a:pathLst>
            </a:custGeom>
            <a:solidFill>
              <a:srgbClr val="E7E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7"/>
            <p:cNvSpPr/>
            <p:nvPr/>
          </p:nvSpPr>
          <p:spPr>
            <a:xfrm>
              <a:off x="3166600" y="2820825"/>
              <a:ext cx="163200" cy="261025"/>
            </a:xfrm>
            <a:custGeom>
              <a:avLst/>
              <a:gdLst/>
              <a:ahLst/>
              <a:cxnLst/>
              <a:rect l="l" t="t" r="r" b="b"/>
              <a:pathLst>
                <a:path w="6528" h="10441" extrusionOk="0">
                  <a:moveTo>
                    <a:pt x="396" y="0"/>
                  </a:moveTo>
                  <a:cubicBezTo>
                    <a:pt x="318" y="0"/>
                    <a:pt x="219" y="57"/>
                    <a:pt x="134" y="99"/>
                  </a:cubicBezTo>
                  <a:cubicBezTo>
                    <a:pt x="0" y="366"/>
                    <a:pt x="0" y="633"/>
                    <a:pt x="0" y="933"/>
                  </a:cubicBezTo>
                  <a:cubicBezTo>
                    <a:pt x="34" y="3435"/>
                    <a:pt x="301" y="5937"/>
                    <a:pt x="301" y="8472"/>
                  </a:cubicBezTo>
                  <a:cubicBezTo>
                    <a:pt x="301" y="8706"/>
                    <a:pt x="267" y="9039"/>
                    <a:pt x="634" y="9039"/>
                  </a:cubicBezTo>
                  <a:cubicBezTo>
                    <a:pt x="728" y="9002"/>
                    <a:pt x="832" y="8932"/>
                    <a:pt x="912" y="8932"/>
                  </a:cubicBezTo>
                  <a:cubicBezTo>
                    <a:pt x="973" y="8932"/>
                    <a:pt x="1020" y="8974"/>
                    <a:pt x="1035" y="9106"/>
                  </a:cubicBezTo>
                  <a:cubicBezTo>
                    <a:pt x="1101" y="9439"/>
                    <a:pt x="1201" y="9706"/>
                    <a:pt x="1502" y="9740"/>
                  </a:cubicBezTo>
                  <a:cubicBezTo>
                    <a:pt x="1969" y="9806"/>
                    <a:pt x="2269" y="10207"/>
                    <a:pt x="2702" y="10440"/>
                  </a:cubicBezTo>
                  <a:cubicBezTo>
                    <a:pt x="2636" y="10040"/>
                    <a:pt x="2602" y="9706"/>
                    <a:pt x="2536" y="9406"/>
                  </a:cubicBezTo>
                  <a:lnTo>
                    <a:pt x="2536" y="9406"/>
                  </a:lnTo>
                  <a:cubicBezTo>
                    <a:pt x="2769" y="9573"/>
                    <a:pt x="3269" y="9539"/>
                    <a:pt x="3203" y="9706"/>
                  </a:cubicBezTo>
                  <a:cubicBezTo>
                    <a:pt x="3036" y="10273"/>
                    <a:pt x="3436" y="10207"/>
                    <a:pt x="3703" y="10307"/>
                  </a:cubicBezTo>
                  <a:cubicBezTo>
                    <a:pt x="3837" y="9139"/>
                    <a:pt x="4103" y="8939"/>
                    <a:pt x="5137" y="8806"/>
                  </a:cubicBezTo>
                  <a:cubicBezTo>
                    <a:pt x="5471" y="8605"/>
                    <a:pt x="5504" y="8272"/>
                    <a:pt x="5471" y="7905"/>
                  </a:cubicBezTo>
                  <a:cubicBezTo>
                    <a:pt x="5442" y="7467"/>
                    <a:pt x="5361" y="7080"/>
                    <a:pt x="5879" y="7080"/>
                  </a:cubicBezTo>
                  <a:cubicBezTo>
                    <a:pt x="5953" y="7080"/>
                    <a:pt x="6039" y="7088"/>
                    <a:pt x="6138" y="7104"/>
                  </a:cubicBezTo>
                  <a:cubicBezTo>
                    <a:pt x="6178" y="7115"/>
                    <a:pt x="6213" y="7120"/>
                    <a:pt x="6245" y="7120"/>
                  </a:cubicBezTo>
                  <a:cubicBezTo>
                    <a:pt x="6511" y="7120"/>
                    <a:pt x="6528" y="6776"/>
                    <a:pt x="6438" y="6537"/>
                  </a:cubicBezTo>
                  <a:cubicBezTo>
                    <a:pt x="6292" y="6156"/>
                    <a:pt x="6042" y="5852"/>
                    <a:pt x="5621" y="5852"/>
                  </a:cubicBezTo>
                  <a:cubicBezTo>
                    <a:pt x="5563" y="5852"/>
                    <a:pt x="5502" y="5858"/>
                    <a:pt x="5438" y="5870"/>
                  </a:cubicBezTo>
                  <a:cubicBezTo>
                    <a:pt x="5871" y="5036"/>
                    <a:pt x="6372" y="4202"/>
                    <a:pt x="6005" y="3202"/>
                  </a:cubicBezTo>
                  <a:cubicBezTo>
                    <a:pt x="5771" y="2901"/>
                    <a:pt x="5971" y="2434"/>
                    <a:pt x="5604" y="2201"/>
                  </a:cubicBezTo>
                  <a:cubicBezTo>
                    <a:pt x="5581" y="2194"/>
                    <a:pt x="5555" y="2192"/>
                    <a:pt x="5528" y="2192"/>
                  </a:cubicBezTo>
                  <a:cubicBezTo>
                    <a:pt x="5417" y="2192"/>
                    <a:pt x="5282" y="2234"/>
                    <a:pt x="5192" y="2234"/>
                  </a:cubicBezTo>
                  <a:cubicBezTo>
                    <a:pt x="5079" y="2234"/>
                    <a:pt x="5037" y="2168"/>
                    <a:pt x="5204" y="1867"/>
                  </a:cubicBezTo>
                  <a:cubicBezTo>
                    <a:pt x="5104" y="1734"/>
                    <a:pt x="4971" y="1701"/>
                    <a:pt x="4837" y="1701"/>
                  </a:cubicBezTo>
                  <a:cubicBezTo>
                    <a:pt x="4766" y="1708"/>
                    <a:pt x="4701" y="1713"/>
                    <a:pt x="4640" y="1713"/>
                  </a:cubicBezTo>
                  <a:cubicBezTo>
                    <a:pt x="4441" y="1713"/>
                    <a:pt x="4282" y="1669"/>
                    <a:pt x="4103" y="1567"/>
                  </a:cubicBezTo>
                  <a:cubicBezTo>
                    <a:pt x="4003" y="1534"/>
                    <a:pt x="3937" y="1534"/>
                    <a:pt x="3837" y="1534"/>
                  </a:cubicBezTo>
                  <a:cubicBezTo>
                    <a:pt x="3670" y="1567"/>
                    <a:pt x="3603" y="1634"/>
                    <a:pt x="3503" y="1767"/>
                  </a:cubicBezTo>
                  <a:cubicBezTo>
                    <a:pt x="3336" y="2434"/>
                    <a:pt x="2702" y="2601"/>
                    <a:pt x="2135" y="3202"/>
                  </a:cubicBezTo>
                  <a:cubicBezTo>
                    <a:pt x="2302" y="2701"/>
                    <a:pt x="2335" y="2434"/>
                    <a:pt x="2369" y="2134"/>
                  </a:cubicBezTo>
                  <a:cubicBezTo>
                    <a:pt x="2436" y="2034"/>
                    <a:pt x="2469" y="1867"/>
                    <a:pt x="2502" y="1734"/>
                  </a:cubicBezTo>
                  <a:cubicBezTo>
                    <a:pt x="2536" y="1534"/>
                    <a:pt x="2636" y="1367"/>
                    <a:pt x="2536" y="1133"/>
                  </a:cubicBezTo>
                  <a:cubicBezTo>
                    <a:pt x="1835" y="867"/>
                    <a:pt x="1001" y="800"/>
                    <a:pt x="501" y="66"/>
                  </a:cubicBezTo>
                  <a:cubicBezTo>
                    <a:pt x="477" y="18"/>
                    <a:pt x="440" y="0"/>
                    <a:pt x="396" y="0"/>
                  </a:cubicBezTo>
                  <a:close/>
                </a:path>
              </a:pathLst>
            </a:custGeom>
            <a:solidFill>
              <a:srgbClr val="FFA7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7"/>
            <p:cNvSpPr/>
            <p:nvPr/>
          </p:nvSpPr>
          <p:spPr>
            <a:xfrm>
              <a:off x="3139925" y="2702375"/>
              <a:ext cx="50875" cy="740425"/>
            </a:xfrm>
            <a:custGeom>
              <a:avLst/>
              <a:gdLst/>
              <a:ahLst/>
              <a:cxnLst/>
              <a:rect l="l" t="t" r="r" b="b"/>
              <a:pathLst>
                <a:path w="2035" h="29617" extrusionOk="0">
                  <a:moveTo>
                    <a:pt x="767" y="1"/>
                  </a:moveTo>
                  <a:cubicBezTo>
                    <a:pt x="500" y="101"/>
                    <a:pt x="234" y="167"/>
                    <a:pt x="0" y="267"/>
                  </a:cubicBezTo>
                  <a:cubicBezTo>
                    <a:pt x="33" y="5338"/>
                    <a:pt x="400" y="10375"/>
                    <a:pt x="234" y="15478"/>
                  </a:cubicBezTo>
                  <a:cubicBezTo>
                    <a:pt x="167" y="17880"/>
                    <a:pt x="334" y="20282"/>
                    <a:pt x="567" y="22683"/>
                  </a:cubicBezTo>
                  <a:cubicBezTo>
                    <a:pt x="834" y="24952"/>
                    <a:pt x="667" y="27287"/>
                    <a:pt x="1034" y="29555"/>
                  </a:cubicBezTo>
                  <a:cubicBezTo>
                    <a:pt x="1162" y="29598"/>
                    <a:pt x="1273" y="29617"/>
                    <a:pt x="1370" y="29617"/>
                  </a:cubicBezTo>
                  <a:cubicBezTo>
                    <a:pt x="1801" y="29617"/>
                    <a:pt x="1935" y="29230"/>
                    <a:pt x="1935" y="28821"/>
                  </a:cubicBezTo>
                  <a:cubicBezTo>
                    <a:pt x="1901" y="26987"/>
                    <a:pt x="2035" y="25152"/>
                    <a:pt x="1735" y="23351"/>
                  </a:cubicBezTo>
                  <a:lnTo>
                    <a:pt x="1735" y="23150"/>
                  </a:lnTo>
                  <a:cubicBezTo>
                    <a:pt x="1601" y="22550"/>
                    <a:pt x="2035" y="22016"/>
                    <a:pt x="1701" y="21449"/>
                  </a:cubicBezTo>
                  <a:cubicBezTo>
                    <a:pt x="1635" y="20115"/>
                    <a:pt x="1635" y="18714"/>
                    <a:pt x="1568" y="17380"/>
                  </a:cubicBezTo>
                  <a:cubicBezTo>
                    <a:pt x="1501" y="16145"/>
                    <a:pt x="1434" y="14945"/>
                    <a:pt x="1701" y="13710"/>
                  </a:cubicBezTo>
                  <a:cubicBezTo>
                    <a:pt x="1668" y="12776"/>
                    <a:pt x="1601" y="11842"/>
                    <a:pt x="1601" y="10875"/>
                  </a:cubicBezTo>
                  <a:cubicBezTo>
                    <a:pt x="1601" y="8840"/>
                    <a:pt x="1334" y="6805"/>
                    <a:pt x="1434" y="4771"/>
                  </a:cubicBezTo>
                  <a:cubicBezTo>
                    <a:pt x="1668" y="3636"/>
                    <a:pt x="1835" y="2469"/>
                    <a:pt x="1334" y="1268"/>
                  </a:cubicBezTo>
                  <a:cubicBezTo>
                    <a:pt x="267" y="1101"/>
                    <a:pt x="267" y="1101"/>
                    <a:pt x="834" y="167"/>
                  </a:cubicBezTo>
                  <a:cubicBezTo>
                    <a:pt x="834" y="134"/>
                    <a:pt x="767" y="34"/>
                    <a:pt x="767" y="1"/>
                  </a:cubicBezTo>
                  <a:close/>
                </a:path>
              </a:pathLst>
            </a:custGeom>
            <a:solidFill>
              <a:srgbClr val="E98A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7"/>
            <p:cNvSpPr/>
            <p:nvPr/>
          </p:nvSpPr>
          <p:spPr>
            <a:xfrm>
              <a:off x="3290025" y="2880850"/>
              <a:ext cx="93425" cy="165125"/>
            </a:xfrm>
            <a:custGeom>
              <a:avLst/>
              <a:gdLst/>
              <a:ahLst/>
              <a:cxnLst/>
              <a:rect l="l" t="t" r="r" b="b"/>
              <a:pathLst>
                <a:path w="3737" h="6605" extrusionOk="0">
                  <a:moveTo>
                    <a:pt x="2235" y="0"/>
                  </a:moveTo>
                  <a:cubicBezTo>
                    <a:pt x="2102" y="0"/>
                    <a:pt x="2035" y="0"/>
                    <a:pt x="1935" y="33"/>
                  </a:cubicBezTo>
                  <a:cubicBezTo>
                    <a:pt x="1568" y="267"/>
                    <a:pt x="934" y="267"/>
                    <a:pt x="868" y="934"/>
                  </a:cubicBezTo>
                  <a:cubicBezTo>
                    <a:pt x="1168" y="1534"/>
                    <a:pt x="834" y="2035"/>
                    <a:pt x="667" y="2569"/>
                  </a:cubicBezTo>
                  <a:cubicBezTo>
                    <a:pt x="501" y="3036"/>
                    <a:pt x="167" y="3436"/>
                    <a:pt x="167" y="4070"/>
                  </a:cubicBezTo>
                  <a:cubicBezTo>
                    <a:pt x="392" y="3935"/>
                    <a:pt x="556" y="3694"/>
                    <a:pt x="741" y="3694"/>
                  </a:cubicBezTo>
                  <a:cubicBezTo>
                    <a:pt x="831" y="3694"/>
                    <a:pt x="926" y="3750"/>
                    <a:pt x="1034" y="3903"/>
                  </a:cubicBezTo>
                  <a:cubicBezTo>
                    <a:pt x="1168" y="4103"/>
                    <a:pt x="1435" y="4303"/>
                    <a:pt x="1268" y="4570"/>
                  </a:cubicBezTo>
                  <a:cubicBezTo>
                    <a:pt x="1215" y="4589"/>
                    <a:pt x="1169" y="4597"/>
                    <a:pt x="1127" y="4597"/>
                  </a:cubicBezTo>
                  <a:cubicBezTo>
                    <a:pt x="874" y="4597"/>
                    <a:pt x="768" y="4303"/>
                    <a:pt x="367" y="4303"/>
                  </a:cubicBezTo>
                  <a:cubicBezTo>
                    <a:pt x="734" y="4737"/>
                    <a:pt x="0" y="4870"/>
                    <a:pt x="167" y="5204"/>
                  </a:cubicBezTo>
                  <a:cubicBezTo>
                    <a:pt x="401" y="5671"/>
                    <a:pt x="234" y="6071"/>
                    <a:pt x="167" y="6505"/>
                  </a:cubicBezTo>
                  <a:cubicBezTo>
                    <a:pt x="218" y="6500"/>
                    <a:pt x="270" y="6498"/>
                    <a:pt x="321" y="6498"/>
                  </a:cubicBezTo>
                  <a:cubicBezTo>
                    <a:pt x="637" y="6498"/>
                    <a:pt x="957" y="6576"/>
                    <a:pt x="1301" y="6605"/>
                  </a:cubicBezTo>
                  <a:cubicBezTo>
                    <a:pt x="1568" y="6571"/>
                    <a:pt x="1768" y="6538"/>
                    <a:pt x="1735" y="6338"/>
                  </a:cubicBezTo>
                  <a:cubicBezTo>
                    <a:pt x="1635" y="5704"/>
                    <a:pt x="2102" y="5337"/>
                    <a:pt x="2269" y="4837"/>
                  </a:cubicBezTo>
                  <a:cubicBezTo>
                    <a:pt x="2289" y="4169"/>
                    <a:pt x="2350" y="3879"/>
                    <a:pt x="2588" y="3879"/>
                  </a:cubicBezTo>
                  <a:cubicBezTo>
                    <a:pt x="2731" y="3879"/>
                    <a:pt x="2937" y="3983"/>
                    <a:pt x="3236" y="4170"/>
                  </a:cubicBezTo>
                  <a:cubicBezTo>
                    <a:pt x="3323" y="4222"/>
                    <a:pt x="3410" y="4274"/>
                    <a:pt x="3497" y="4274"/>
                  </a:cubicBezTo>
                  <a:cubicBezTo>
                    <a:pt x="3577" y="4274"/>
                    <a:pt x="3657" y="4230"/>
                    <a:pt x="3736" y="4103"/>
                  </a:cubicBezTo>
                  <a:cubicBezTo>
                    <a:pt x="3369" y="3736"/>
                    <a:pt x="2769" y="3503"/>
                    <a:pt x="3236" y="2769"/>
                  </a:cubicBezTo>
                  <a:cubicBezTo>
                    <a:pt x="3269" y="2735"/>
                    <a:pt x="3203" y="2569"/>
                    <a:pt x="3136" y="2502"/>
                  </a:cubicBezTo>
                  <a:cubicBezTo>
                    <a:pt x="2602" y="1835"/>
                    <a:pt x="2702" y="1034"/>
                    <a:pt x="2535" y="267"/>
                  </a:cubicBezTo>
                  <a:cubicBezTo>
                    <a:pt x="2435" y="167"/>
                    <a:pt x="2402" y="33"/>
                    <a:pt x="2235" y="0"/>
                  </a:cubicBezTo>
                  <a:close/>
                </a:path>
              </a:pathLst>
            </a:custGeom>
            <a:solidFill>
              <a:srgbClr val="FFB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7"/>
            <p:cNvSpPr/>
            <p:nvPr/>
          </p:nvSpPr>
          <p:spPr>
            <a:xfrm>
              <a:off x="3165775" y="3286950"/>
              <a:ext cx="32550" cy="240200"/>
            </a:xfrm>
            <a:custGeom>
              <a:avLst/>
              <a:gdLst/>
              <a:ahLst/>
              <a:cxnLst/>
              <a:rect l="l" t="t" r="r" b="b"/>
              <a:pathLst>
                <a:path w="1302" h="9608" extrusionOk="0">
                  <a:moveTo>
                    <a:pt x="701" y="1"/>
                  </a:moveTo>
                  <a:cubicBezTo>
                    <a:pt x="734" y="1635"/>
                    <a:pt x="801" y="3303"/>
                    <a:pt x="834" y="4971"/>
                  </a:cubicBezTo>
                  <a:cubicBezTo>
                    <a:pt x="834" y="5605"/>
                    <a:pt x="701" y="6105"/>
                    <a:pt x="0" y="6205"/>
                  </a:cubicBezTo>
                  <a:cubicBezTo>
                    <a:pt x="33" y="6906"/>
                    <a:pt x="67" y="7573"/>
                    <a:pt x="67" y="8274"/>
                  </a:cubicBezTo>
                  <a:cubicBezTo>
                    <a:pt x="67" y="8674"/>
                    <a:pt x="234" y="9107"/>
                    <a:pt x="400" y="9474"/>
                  </a:cubicBezTo>
                  <a:cubicBezTo>
                    <a:pt x="467" y="9563"/>
                    <a:pt x="563" y="9608"/>
                    <a:pt x="650" y="9608"/>
                  </a:cubicBezTo>
                  <a:cubicBezTo>
                    <a:pt x="693" y="9608"/>
                    <a:pt x="734" y="9597"/>
                    <a:pt x="767" y="9574"/>
                  </a:cubicBezTo>
                  <a:cubicBezTo>
                    <a:pt x="901" y="9508"/>
                    <a:pt x="934" y="9441"/>
                    <a:pt x="867" y="9308"/>
                  </a:cubicBezTo>
                  <a:cubicBezTo>
                    <a:pt x="767" y="9241"/>
                    <a:pt x="667" y="9107"/>
                    <a:pt x="834" y="8974"/>
                  </a:cubicBezTo>
                  <a:cubicBezTo>
                    <a:pt x="1301" y="8674"/>
                    <a:pt x="1168" y="8240"/>
                    <a:pt x="1168" y="7807"/>
                  </a:cubicBezTo>
                  <a:cubicBezTo>
                    <a:pt x="1068" y="5538"/>
                    <a:pt x="1034" y="3270"/>
                    <a:pt x="967" y="1002"/>
                  </a:cubicBezTo>
                  <a:cubicBezTo>
                    <a:pt x="901" y="668"/>
                    <a:pt x="1034" y="268"/>
                    <a:pt x="701" y="1"/>
                  </a:cubicBezTo>
                  <a:close/>
                </a:path>
              </a:pathLst>
            </a:custGeom>
            <a:solidFill>
              <a:srgbClr val="F396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7"/>
            <p:cNvSpPr/>
            <p:nvPr/>
          </p:nvSpPr>
          <p:spPr>
            <a:xfrm>
              <a:off x="3086550" y="3630175"/>
              <a:ext cx="37700" cy="51025"/>
            </a:xfrm>
            <a:custGeom>
              <a:avLst/>
              <a:gdLst/>
              <a:ahLst/>
              <a:cxnLst/>
              <a:rect l="l" t="t" r="r" b="b"/>
              <a:pathLst>
                <a:path w="1508" h="2041" extrusionOk="0">
                  <a:moveTo>
                    <a:pt x="218" y="0"/>
                  </a:moveTo>
                  <a:cubicBezTo>
                    <a:pt x="100" y="0"/>
                    <a:pt x="50" y="124"/>
                    <a:pt x="0" y="249"/>
                  </a:cubicBezTo>
                  <a:lnTo>
                    <a:pt x="0" y="682"/>
                  </a:lnTo>
                  <a:cubicBezTo>
                    <a:pt x="567" y="916"/>
                    <a:pt x="667" y="1550"/>
                    <a:pt x="1068" y="1950"/>
                  </a:cubicBezTo>
                  <a:cubicBezTo>
                    <a:pt x="1174" y="2003"/>
                    <a:pt x="1270" y="2041"/>
                    <a:pt x="1343" y="2041"/>
                  </a:cubicBezTo>
                  <a:cubicBezTo>
                    <a:pt x="1452" y="2041"/>
                    <a:pt x="1508" y="1957"/>
                    <a:pt x="1468" y="1716"/>
                  </a:cubicBezTo>
                  <a:cubicBezTo>
                    <a:pt x="1334" y="1516"/>
                    <a:pt x="1201" y="1349"/>
                    <a:pt x="1201" y="1083"/>
                  </a:cubicBezTo>
                  <a:lnTo>
                    <a:pt x="1001" y="882"/>
                  </a:lnTo>
                  <a:lnTo>
                    <a:pt x="801" y="682"/>
                  </a:lnTo>
                  <a:lnTo>
                    <a:pt x="801" y="449"/>
                  </a:lnTo>
                  <a:lnTo>
                    <a:pt x="567" y="249"/>
                  </a:lnTo>
                  <a:cubicBezTo>
                    <a:pt x="534" y="182"/>
                    <a:pt x="467" y="115"/>
                    <a:pt x="367" y="48"/>
                  </a:cubicBezTo>
                  <a:cubicBezTo>
                    <a:pt x="308" y="15"/>
                    <a:pt x="259" y="0"/>
                    <a:pt x="218" y="0"/>
                  </a:cubicBezTo>
                  <a:close/>
                </a:path>
              </a:pathLst>
            </a:custGeom>
            <a:solidFill>
              <a:srgbClr val="ED90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7"/>
            <p:cNvSpPr/>
            <p:nvPr/>
          </p:nvSpPr>
          <p:spPr>
            <a:xfrm>
              <a:off x="3177450" y="3239425"/>
              <a:ext cx="14200" cy="42550"/>
            </a:xfrm>
            <a:custGeom>
              <a:avLst/>
              <a:gdLst/>
              <a:ahLst/>
              <a:cxnLst/>
              <a:rect l="l" t="t" r="r" b="b"/>
              <a:pathLst>
                <a:path w="568" h="1702" extrusionOk="0">
                  <a:moveTo>
                    <a:pt x="200" y="1"/>
                  </a:moveTo>
                  <a:lnTo>
                    <a:pt x="200" y="1"/>
                  </a:lnTo>
                  <a:cubicBezTo>
                    <a:pt x="134" y="401"/>
                    <a:pt x="234" y="801"/>
                    <a:pt x="67" y="1168"/>
                  </a:cubicBezTo>
                  <a:cubicBezTo>
                    <a:pt x="0" y="1368"/>
                    <a:pt x="33" y="1568"/>
                    <a:pt x="234" y="1702"/>
                  </a:cubicBezTo>
                  <a:cubicBezTo>
                    <a:pt x="434" y="1135"/>
                    <a:pt x="567" y="534"/>
                    <a:pt x="200" y="1"/>
                  </a:cubicBezTo>
                  <a:close/>
                </a:path>
              </a:pathLst>
            </a:custGeom>
            <a:solidFill>
              <a:srgbClr val="F396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7"/>
            <p:cNvSpPr/>
            <p:nvPr/>
          </p:nvSpPr>
          <p:spPr>
            <a:xfrm>
              <a:off x="3113225" y="3662225"/>
              <a:ext cx="31725" cy="23375"/>
            </a:xfrm>
            <a:custGeom>
              <a:avLst/>
              <a:gdLst/>
              <a:ahLst/>
              <a:cxnLst/>
              <a:rect l="l" t="t" r="r" b="b"/>
              <a:pathLst>
                <a:path w="1269" h="935" extrusionOk="0">
                  <a:moveTo>
                    <a:pt x="1268" y="1"/>
                  </a:moveTo>
                  <a:cubicBezTo>
                    <a:pt x="901" y="1"/>
                    <a:pt x="734" y="334"/>
                    <a:pt x="434" y="468"/>
                  </a:cubicBezTo>
                  <a:cubicBezTo>
                    <a:pt x="334" y="635"/>
                    <a:pt x="167" y="668"/>
                    <a:pt x="1" y="668"/>
                  </a:cubicBezTo>
                  <a:lnTo>
                    <a:pt x="1" y="935"/>
                  </a:lnTo>
                  <a:cubicBezTo>
                    <a:pt x="668" y="935"/>
                    <a:pt x="968" y="501"/>
                    <a:pt x="1268" y="1"/>
                  </a:cubicBezTo>
                  <a:close/>
                </a:path>
              </a:pathLst>
            </a:custGeom>
            <a:solidFill>
              <a:srgbClr val="FFB0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7"/>
            <p:cNvSpPr/>
            <p:nvPr/>
          </p:nvSpPr>
          <p:spPr>
            <a:xfrm>
              <a:off x="3145750" y="3657225"/>
              <a:ext cx="10875" cy="6700"/>
            </a:xfrm>
            <a:custGeom>
              <a:avLst/>
              <a:gdLst/>
              <a:ahLst/>
              <a:cxnLst/>
              <a:rect l="l" t="t" r="r" b="b"/>
              <a:pathLst>
                <a:path w="435" h="268" extrusionOk="0">
                  <a:moveTo>
                    <a:pt x="434" y="1"/>
                  </a:moveTo>
                  <a:cubicBezTo>
                    <a:pt x="201" y="1"/>
                    <a:pt x="34" y="34"/>
                    <a:pt x="1" y="267"/>
                  </a:cubicBezTo>
                  <a:cubicBezTo>
                    <a:pt x="167" y="201"/>
                    <a:pt x="334" y="167"/>
                    <a:pt x="434" y="1"/>
                  </a:cubicBezTo>
                  <a:close/>
                </a:path>
              </a:pathLst>
            </a:custGeom>
            <a:solidFill>
              <a:srgbClr val="FFB0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7"/>
            <p:cNvSpPr/>
            <p:nvPr/>
          </p:nvSpPr>
          <p:spPr>
            <a:xfrm>
              <a:off x="3435950" y="3211500"/>
              <a:ext cx="4200" cy="2925"/>
            </a:xfrm>
            <a:custGeom>
              <a:avLst/>
              <a:gdLst/>
              <a:ahLst/>
              <a:cxnLst/>
              <a:rect l="l" t="t" r="r" b="b"/>
              <a:pathLst>
                <a:path w="168" h="117" extrusionOk="0">
                  <a:moveTo>
                    <a:pt x="84" y="0"/>
                  </a:moveTo>
                  <a:cubicBezTo>
                    <a:pt x="59" y="0"/>
                    <a:pt x="34" y="17"/>
                    <a:pt x="1" y="50"/>
                  </a:cubicBezTo>
                  <a:cubicBezTo>
                    <a:pt x="34" y="50"/>
                    <a:pt x="34" y="117"/>
                    <a:pt x="68" y="117"/>
                  </a:cubicBezTo>
                  <a:cubicBezTo>
                    <a:pt x="101" y="117"/>
                    <a:pt x="101" y="50"/>
                    <a:pt x="168" y="50"/>
                  </a:cubicBezTo>
                  <a:cubicBezTo>
                    <a:pt x="134" y="17"/>
                    <a:pt x="109" y="0"/>
                    <a:pt x="84" y="0"/>
                  </a:cubicBezTo>
                  <a:close/>
                </a:path>
              </a:pathLst>
            </a:custGeom>
            <a:solidFill>
              <a:srgbClr val="FFAC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7"/>
            <p:cNvSpPr/>
            <p:nvPr/>
          </p:nvSpPr>
          <p:spPr>
            <a:xfrm>
              <a:off x="3425950" y="3233450"/>
              <a:ext cx="7525" cy="3500"/>
            </a:xfrm>
            <a:custGeom>
              <a:avLst/>
              <a:gdLst/>
              <a:ahLst/>
              <a:cxnLst/>
              <a:rect l="l" t="t" r="r" b="b"/>
              <a:pathLst>
                <a:path w="301" h="140" extrusionOk="0">
                  <a:moveTo>
                    <a:pt x="131" y="1"/>
                  </a:moveTo>
                  <a:cubicBezTo>
                    <a:pt x="95" y="1"/>
                    <a:pt x="53" y="20"/>
                    <a:pt x="1" y="73"/>
                  </a:cubicBezTo>
                  <a:cubicBezTo>
                    <a:pt x="134" y="106"/>
                    <a:pt x="234" y="106"/>
                    <a:pt x="301" y="140"/>
                  </a:cubicBezTo>
                  <a:cubicBezTo>
                    <a:pt x="255" y="94"/>
                    <a:pt x="209" y="1"/>
                    <a:pt x="131" y="1"/>
                  </a:cubicBezTo>
                  <a:close/>
                </a:path>
              </a:pathLst>
            </a:custGeom>
            <a:solidFill>
              <a:srgbClr val="FFAC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7"/>
            <p:cNvSpPr/>
            <p:nvPr/>
          </p:nvSpPr>
          <p:spPr>
            <a:xfrm>
              <a:off x="3430125" y="3123500"/>
              <a:ext cx="3350" cy="2550"/>
            </a:xfrm>
            <a:custGeom>
              <a:avLst/>
              <a:gdLst/>
              <a:ahLst/>
              <a:cxnLst/>
              <a:rect l="l" t="t" r="r" b="b"/>
              <a:pathLst>
                <a:path w="134" h="102" extrusionOk="0">
                  <a:moveTo>
                    <a:pt x="67" y="1"/>
                  </a:moveTo>
                  <a:cubicBezTo>
                    <a:pt x="67" y="1"/>
                    <a:pt x="0" y="34"/>
                    <a:pt x="0" y="101"/>
                  </a:cubicBezTo>
                  <a:cubicBezTo>
                    <a:pt x="100" y="34"/>
                    <a:pt x="134" y="1"/>
                    <a:pt x="67" y="1"/>
                  </a:cubicBezTo>
                  <a:close/>
                </a:path>
              </a:pathLst>
            </a:custGeom>
            <a:solidFill>
              <a:srgbClr val="FFAC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7"/>
            <p:cNvSpPr/>
            <p:nvPr/>
          </p:nvSpPr>
          <p:spPr>
            <a:xfrm>
              <a:off x="3156600" y="365222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200" y="0"/>
                  </a:moveTo>
                  <a:lnTo>
                    <a:pt x="200" y="0"/>
                  </a:lnTo>
                  <a:cubicBezTo>
                    <a:pt x="100" y="34"/>
                    <a:pt x="34" y="134"/>
                    <a:pt x="0" y="201"/>
                  </a:cubicBezTo>
                  <a:lnTo>
                    <a:pt x="200" y="0"/>
                  </a:lnTo>
                  <a:close/>
                </a:path>
              </a:pathLst>
            </a:custGeom>
            <a:solidFill>
              <a:srgbClr val="FFB0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7"/>
            <p:cNvSpPr/>
            <p:nvPr/>
          </p:nvSpPr>
          <p:spPr>
            <a:xfrm>
              <a:off x="3134075" y="3872375"/>
              <a:ext cx="15875" cy="35900"/>
            </a:xfrm>
            <a:custGeom>
              <a:avLst/>
              <a:gdLst/>
              <a:ahLst/>
              <a:cxnLst/>
              <a:rect l="l" t="t" r="r" b="b"/>
              <a:pathLst>
                <a:path w="635" h="1436" extrusionOk="0">
                  <a:moveTo>
                    <a:pt x="301" y="1"/>
                  </a:moveTo>
                  <a:cubicBezTo>
                    <a:pt x="67" y="201"/>
                    <a:pt x="1" y="1102"/>
                    <a:pt x="234" y="1368"/>
                  </a:cubicBezTo>
                  <a:cubicBezTo>
                    <a:pt x="267" y="1435"/>
                    <a:pt x="334" y="1435"/>
                    <a:pt x="434" y="1435"/>
                  </a:cubicBezTo>
                  <a:cubicBezTo>
                    <a:pt x="501" y="1435"/>
                    <a:pt x="634" y="1335"/>
                    <a:pt x="568" y="1235"/>
                  </a:cubicBezTo>
                  <a:cubicBezTo>
                    <a:pt x="267" y="901"/>
                    <a:pt x="568" y="601"/>
                    <a:pt x="634" y="268"/>
                  </a:cubicBezTo>
                  <a:cubicBezTo>
                    <a:pt x="634" y="101"/>
                    <a:pt x="568" y="34"/>
                    <a:pt x="401" y="1"/>
                  </a:cubicBezTo>
                  <a:close/>
                </a:path>
              </a:pathLst>
            </a:custGeom>
            <a:solidFill>
              <a:srgbClr val="FFBC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7"/>
            <p:cNvSpPr/>
            <p:nvPr/>
          </p:nvSpPr>
          <p:spPr>
            <a:xfrm>
              <a:off x="3867100" y="2693200"/>
              <a:ext cx="230200" cy="337175"/>
            </a:xfrm>
            <a:custGeom>
              <a:avLst/>
              <a:gdLst/>
              <a:ahLst/>
              <a:cxnLst/>
              <a:rect l="l" t="t" r="r" b="b"/>
              <a:pathLst>
                <a:path w="9208" h="13487" extrusionOk="0">
                  <a:moveTo>
                    <a:pt x="5538" y="1"/>
                  </a:moveTo>
                  <a:cubicBezTo>
                    <a:pt x="5171" y="501"/>
                    <a:pt x="5304" y="1168"/>
                    <a:pt x="4937" y="1668"/>
                  </a:cubicBezTo>
                  <a:cubicBezTo>
                    <a:pt x="4337" y="2402"/>
                    <a:pt x="3603" y="3069"/>
                    <a:pt x="3670" y="4170"/>
                  </a:cubicBezTo>
                  <a:cubicBezTo>
                    <a:pt x="3670" y="4204"/>
                    <a:pt x="3636" y="4304"/>
                    <a:pt x="3603" y="4337"/>
                  </a:cubicBezTo>
                  <a:cubicBezTo>
                    <a:pt x="3169" y="4637"/>
                    <a:pt x="3169" y="5071"/>
                    <a:pt x="3269" y="5538"/>
                  </a:cubicBezTo>
                  <a:cubicBezTo>
                    <a:pt x="2335" y="5505"/>
                    <a:pt x="1768" y="5338"/>
                    <a:pt x="1602" y="4304"/>
                  </a:cubicBezTo>
                  <a:cubicBezTo>
                    <a:pt x="1502" y="3703"/>
                    <a:pt x="1135" y="3003"/>
                    <a:pt x="334" y="2869"/>
                  </a:cubicBezTo>
                  <a:cubicBezTo>
                    <a:pt x="334" y="3003"/>
                    <a:pt x="334" y="3069"/>
                    <a:pt x="201" y="3370"/>
                  </a:cubicBezTo>
                  <a:cubicBezTo>
                    <a:pt x="201" y="3970"/>
                    <a:pt x="0" y="4571"/>
                    <a:pt x="701" y="4904"/>
                  </a:cubicBezTo>
                  <a:cubicBezTo>
                    <a:pt x="868" y="5004"/>
                    <a:pt x="834" y="5204"/>
                    <a:pt x="701" y="5371"/>
                  </a:cubicBezTo>
                  <a:cubicBezTo>
                    <a:pt x="201" y="6038"/>
                    <a:pt x="201" y="6138"/>
                    <a:pt x="868" y="6505"/>
                  </a:cubicBezTo>
                  <a:cubicBezTo>
                    <a:pt x="1135" y="6572"/>
                    <a:pt x="1335" y="6672"/>
                    <a:pt x="1602" y="6739"/>
                  </a:cubicBezTo>
                  <a:cubicBezTo>
                    <a:pt x="1969" y="6872"/>
                    <a:pt x="2335" y="6972"/>
                    <a:pt x="2302" y="7506"/>
                  </a:cubicBezTo>
                  <a:cubicBezTo>
                    <a:pt x="2277" y="7632"/>
                    <a:pt x="2328" y="7797"/>
                    <a:pt x="2456" y="7797"/>
                  </a:cubicBezTo>
                  <a:cubicBezTo>
                    <a:pt x="2497" y="7797"/>
                    <a:pt x="2546" y="7780"/>
                    <a:pt x="2602" y="7740"/>
                  </a:cubicBezTo>
                  <a:cubicBezTo>
                    <a:pt x="2737" y="7623"/>
                    <a:pt x="2842" y="7579"/>
                    <a:pt x="2930" y="7579"/>
                  </a:cubicBezTo>
                  <a:cubicBezTo>
                    <a:pt x="3171" y="7579"/>
                    <a:pt x="3283" y="7909"/>
                    <a:pt x="3503" y="8006"/>
                  </a:cubicBezTo>
                  <a:cubicBezTo>
                    <a:pt x="4137" y="8240"/>
                    <a:pt x="3970" y="8540"/>
                    <a:pt x="3636" y="8840"/>
                  </a:cubicBezTo>
                  <a:cubicBezTo>
                    <a:pt x="3436" y="9007"/>
                    <a:pt x="3236" y="9107"/>
                    <a:pt x="3169" y="9474"/>
                  </a:cubicBezTo>
                  <a:cubicBezTo>
                    <a:pt x="2969" y="10341"/>
                    <a:pt x="2969" y="11142"/>
                    <a:pt x="3803" y="11709"/>
                  </a:cubicBezTo>
                  <a:cubicBezTo>
                    <a:pt x="4003" y="11842"/>
                    <a:pt x="4003" y="12043"/>
                    <a:pt x="4037" y="12243"/>
                  </a:cubicBezTo>
                  <a:cubicBezTo>
                    <a:pt x="4037" y="12315"/>
                    <a:pt x="4123" y="12370"/>
                    <a:pt x="4197" y="12370"/>
                  </a:cubicBezTo>
                  <a:cubicBezTo>
                    <a:pt x="4225" y="12370"/>
                    <a:pt x="4252" y="12361"/>
                    <a:pt x="4270" y="12343"/>
                  </a:cubicBezTo>
                  <a:cubicBezTo>
                    <a:pt x="4379" y="12052"/>
                    <a:pt x="4484" y="11950"/>
                    <a:pt x="4573" y="11950"/>
                  </a:cubicBezTo>
                  <a:cubicBezTo>
                    <a:pt x="4729" y="11950"/>
                    <a:pt x="4837" y="12261"/>
                    <a:pt x="4837" y="12410"/>
                  </a:cubicBezTo>
                  <a:cubicBezTo>
                    <a:pt x="4837" y="12763"/>
                    <a:pt x="4918" y="12885"/>
                    <a:pt x="5053" y="12885"/>
                  </a:cubicBezTo>
                  <a:cubicBezTo>
                    <a:pt x="5147" y="12885"/>
                    <a:pt x="5267" y="12825"/>
                    <a:pt x="5404" y="12743"/>
                  </a:cubicBezTo>
                  <a:cubicBezTo>
                    <a:pt x="5606" y="12626"/>
                    <a:pt x="5791" y="12577"/>
                    <a:pt x="5962" y="12577"/>
                  </a:cubicBezTo>
                  <a:cubicBezTo>
                    <a:pt x="6328" y="12577"/>
                    <a:pt x="6632" y="12804"/>
                    <a:pt x="6905" y="13077"/>
                  </a:cubicBezTo>
                  <a:cubicBezTo>
                    <a:pt x="7174" y="13345"/>
                    <a:pt x="7398" y="13487"/>
                    <a:pt x="7598" y="13487"/>
                  </a:cubicBezTo>
                  <a:cubicBezTo>
                    <a:pt x="7820" y="13487"/>
                    <a:pt x="8013" y="13312"/>
                    <a:pt x="8206" y="12943"/>
                  </a:cubicBezTo>
                  <a:cubicBezTo>
                    <a:pt x="8340" y="12743"/>
                    <a:pt x="8440" y="12643"/>
                    <a:pt x="8673" y="12576"/>
                  </a:cubicBezTo>
                  <a:cubicBezTo>
                    <a:pt x="8940" y="12309"/>
                    <a:pt x="8840" y="12009"/>
                    <a:pt x="8807" y="11676"/>
                  </a:cubicBezTo>
                  <a:cubicBezTo>
                    <a:pt x="8607" y="10542"/>
                    <a:pt x="8607" y="9474"/>
                    <a:pt x="8773" y="8373"/>
                  </a:cubicBezTo>
                  <a:cubicBezTo>
                    <a:pt x="8974" y="6972"/>
                    <a:pt x="9207" y="5538"/>
                    <a:pt x="9040" y="4070"/>
                  </a:cubicBezTo>
                  <a:cubicBezTo>
                    <a:pt x="9207" y="3737"/>
                    <a:pt x="9007" y="3503"/>
                    <a:pt x="8773" y="3370"/>
                  </a:cubicBezTo>
                  <a:cubicBezTo>
                    <a:pt x="7873" y="2969"/>
                    <a:pt x="7639" y="2236"/>
                    <a:pt x="7773" y="1368"/>
                  </a:cubicBezTo>
                  <a:cubicBezTo>
                    <a:pt x="7839" y="968"/>
                    <a:pt x="7606" y="701"/>
                    <a:pt x="7272" y="534"/>
                  </a:cubicBezTo>
                  <a:cubicBezTo>
                    <a:pt x="6705" y="301"/>
                    <a:pt x="6172" y="1"/>
                    <a:pt x="5538" y="1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7"/>
            <p:cNvSpPr/>
            <p:nvPr/>
          </p:nvSpPr>
          <p:spPr>
            <a:xfrm>
              <a:off x="4075575" y="2790775"/>
              <a:ext cx="160975" cy="281100"/>
            </a:xfrm>
            <a:custGeom>
              <a:avLst/>
              <a:gdLst/>
              <a:ahLst/>
              <a:cxnLst/>
              <a:rect l="l" t="t" r="r" b="b"/>
              <a:pathLst>
                <a:path w="6439" h="11244" extrusionOk="0">
                  <a:moveTo>
                    <a:pt x="801" y="0"/>
                  </a:moveTo>
                  <a:cubicBezTo>
                    <a:pt x="134" y="234"/>
                    <a:pt x="134" y="234"/>
                    <a:pt x="501" y="734"/>
                  </a:cubicBezTo>
                  <a:cubicBezTo>
                    <a:pt x="534" y="801"/>
                    <a:pt x="668" y="934"/>
                    <a:pt x="668" y="968"/>
                  </a:cubicBezTo>
                  <a:cubicBezTo>
                    <a:pt x="434" y="1568"/>
                    <a:pt x="701" y="2169"/>
                    <a:pt x="534" y="2669"/>
                  </a:cubicBezTo>
                  <a:cubicBezTo>
                    <a:pt x="168" y="3903"/>
                    <a:pt x="134" y="5137"/>
                    <a:pt x="101" y="6405"/>
                  </a:cubicBezTo>
                  <a:cubicBezTo>
                    <a:pt x="101" y="7172"/>
                    <a:pt x="368" y="7839"/>
                    <a:pt x="368" y="8607"/>
                  </a:cubicBezTo>
                  <a:cubicBezTo>
                    <a:pt x="601" y="8907"/>
                    <a:pt x="1" y="9507"/>
                    <a:pt x="635" y="9507"/>
                  </a:cubicBezTo>
                  <a:cubicBezTo>
                    <a:pt x="656" y="9506"/>
                    <a:pt x="677" y="9506"/>
                    <a:pt x="697" y="9506"/>
                  </a:cubicBezTo>
                  <a:cubicBezTo>
                    <a:pt x="1317" y="9506"/>
                    <a:pt x="1549" y="9984"/>
                    <a:pt x="1969" y="10274"/>
                  </a:cubicBezTo>
                  <a:cubicBezTo>
                    <a:pt x="2369" y="10441"/>
                    <a:pt x="2869" y="10408"/>
                    <a:pt x="3270" y="10675"/>
                  </a:cubicBezTo>
                  <a:cubicBezTo>
                    <a:pt x="3635" y="11104"/>
                    <a:pt x="4083" y="11244"/>
                    <a:pt x="4552" y="11244"/>
                  </a:cubicBezTo>
                  <a:cubicBezTo>
                    <a:pt x="4811" y="11244"/>
                    <a:pt x="5077" y="11201"/>
                    <a:pt x="5338" y="11142"/>
                  </a:cubicBezTo>
                  <a:cubicBezTo>
                    <a:pt x="5538" y="10608"/>
                    <a:pt x="5038" y="10208"/>
                    <a:pt x="5171" y="9641"/>
                  </a:cubicBezTo>
                  <a:cubicBezTo>
                    <a:pt x="5638" y="7739"/>
                    <a:pt x="5938" y="5771"/>
                    <a:pt x="6172" y="3803"/>
                  </a:cubicBezTo>
                  <a:cubicBezTo>
                    <a:pt x="6305" y="2936"/>
                    <a:pt x="6439" y="1969"/>
                    <a:pt x="5872" y="1135"/>
                  </a:cubicBezTo>
                  <a:cubicBezTo>
                    <a:pt x="5409" y="832"/>
                    <a:pt x="4908" y="767"/>
                    <a:pt x="4394" y="767"/>
                  </a:cubicBezTo>
                  <a:cubicBezTo>
                    <a:pt x="4006" y="767"/>
                    <a:pt x="3611" y="804"/>
                    <a:pt x="3220" y="804"/>
                  </a:cubicBezTo>
                  <a:cubicBezTo>
                    <a:pt x="3158" y="804"/>
                    <a:pt x="3097" y="803"/>
                    <a:pt x="3036" y="801"/>
                  </a:cubicBezTo>
                  <a:cubicBezTo>
                    <a:pt x="2928" y="818"/>
                    <a:pt x="2823" y="825"/>
                    <a:pt x="2720" y="825"/>
                  </a:cubicBezTo>
                  <a:cubicBezTo>
                    <a:pt x="1995" y="825"/>
                    <a:pt x="1385" y="438"/>
                    <a:pt x="801" y="0"/>
                  </a:cubicBezTo>
                  <a:close/>
                </a:path>
              </a:pathLst>
            </a:custGeom>
            <a:solidFill>
              <a:srgbClr val="E6ED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7"/>
            <p:cNvSpPr/>
            <p:nvPr/>
          </p:nvSpPr>
          <p:spPr>
            <a:xfrm>
              <a:off x="3958000" y="3032625"/>
              <a:ext cx="216850" cy="289375"/>
            </a:xfrm>
            <a:custGeom>
              <a:avLst/>
              <a:gdLst/>
              <a:ahLst/>
              <a:cxnLst/>
              <a:rect l="l" t="t" r="r" b="b"/>
              <a:pathLst>
                <a:path w="8674" h="11575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167"/>
                    <a:pt x="301" y="167"/>
                    <a:pt x="434" y="267"/>
                  </a:cubicBezTo>
                  <a:cubicBezTo>
                    <a:pt x="122" y="682"/>
                    <a:pt x="377" y="835"/>
                    <a:pt x="599" y="835"/>
                  </a:cubicBezTo>
                  <a:cubicBezTo>
                    <a:pt x="663" y="835"/>
                    <a:pt x="723" y="823"/>
                    <a:pt x="768" y="801"/>
                  </a:cubicBezTo>
                  <a:cubicBezTo>
                    <a:pt x="900" y="738"/>
                    <a:pt x="1021" y="714"/>
                    <a:pt x="1136" y="714"/>
                  </a:cubicBezTo>
                  <a:cubicBezTo>
                    <a:pt x="1511" y="714"/>
                    <a:pt x="1811" y="975"/>
                    <a:pt x="2169" y="1001"/>
                  </a:cubicBezTo>
                  <a:cubicBezTo>
                    <a:pt x="2936" y="1101"/>
                    <a:pt x="3203" y="1735"/>
                    <a:pt x="3169" y="2268"/>
                  </a:cubicBezTo>
                  <a:cubicBezTo>
                    <a:pt x="3069" y="3102"/>
                    <a:pt x="3636" y="3469"/>
                    <a:pt x="4037" y="3936"/>
                  </a:cubicBezTo>
                  <a:cubicBezTo>
                    <a:pt x="4303" y="4236"/>
                    <a:pt x="4370" y="4303"/>
                    <a:pt x="4170" y="4603"/>
                  </a:cubicBezTo>
                  <a:cubicBezTo>
                    <a:pt x="3870" y="5004"/>
                    <a:pt x="3503" y="5337"/>
                    <a:pt x="3236" y="5804"/>
                  </a:cubicBezTo>
                  <a:cubicBezTo>
                    <a:pt x="3079" y="6150"/>
                    <a:pt x="3425" y="7117"/>
                    <a:pt x="3633" y="7117"/>
                  </a:cubicBezTo>
                  <a:cubicBezTo>
                    <a:pt x="3646" y="7117"/>
                    <a:pt x="3658" y="7113"/>
                    <a:pt x="3670" y="7105"/>
                  </a:cubicBezTo>
                  <a:cubicBezTo>
                    <a:pt x="3771" y="7054"/>
                    <a:pt x="3851" y="7034"/>
                    <a:pt x="3917" y="7034"/>
                  </a:cubicBezTo>
                  <a:cubicBezTo>
                    <a:pt x="4110" y="7034"/>
                    <a:pt x="4179" y="7214"/>
                    <a:pt x="4303" y="7339"/>
                  </a:cubicBezTo>
                  <a:cubicBezTo>
                    <a:pt x="4537" y="7672"/>
                    <a:pt x="5204" y="7806"/>
                    <a:pt x="5004" y="8473"/>
                  </a:cubicBezTo>
                  <a:cubicBezTo>
                    <a:pt x="4937" y="8606"/>
                    <a:pt x="5171" y="8673"/>
                    <a:pt x="5304" y="8740"/>
                  </a:cubicBezTo>
                  <a:cubicBezTo>
                    <a:pt x="5504" y="8806"/>
                    <a:pt x="5638" y="8973"/>
                    <a:pt x="5538" y="9140"/>
                  </a:cubicBezTo>
                  <a:cubicBezTo>
                    <a:pt x="5237" y="9940"/>
                    <a:pt x="5871" y="9974"/>
                    <a:pt x="6305" y="10274"/>
                  </a:cubicBezTo>
                  <a:cubicBezTo>
                    <a:pt x="6538" y="10474"/>
                    <a:pt x="6905" y="10307"/>
                    <a:pt x="7139" y="10641"/>
                  </a:cubicBezTo>
                  <a:lnTo>
                    <a:pt x="7172" y="10641"/>
                  </a:lnTo>
                  <a:lnTo>
                    <a:pt x="7206" y="10674"/>
                  </a:lnTo>
                  <a:cubicBezTo>
                    <a:pt x="7172" y="10674"/>
                    <a:pt x="7139" y="10674"/>
                    <a:pt x="7139" y="10641"/>
                  </a:cubicBezTo>
                  <a:cubicBezTo>
                    <a:pt x="6839" y="10841"/>
                    <a:pt x="6872" y="11108"/>
                    <a:pt x="7105" y="11141"/>
                  </a:cubicBezTo>
                  <a:cubicBezTo>
                    <a:pt x="7406" y="11308"/>
                    <a:pt x="7673" y="11442"/>
                    <a:pt x="7939" y="11575"/>
                  </a:cubicBezTo>
                  <a:cubicBezTo>
                    <a:pt x="8640" y="11108"/>
                    <a:pt x="8373" y="10307"/>
                    <a:pt x="8573" y="9674"/>
                  </a:cubicBezTo>
                  <a:cubicBezTo>
                    <a:pt x="8640" y="9407"/>
                    <a:pt x="8640" y="9140"/>
                    <a:pt x="8640" y="8840"/>
                  </a:cubicBezTo>
                  <a:cubicBezTo>
                    <a:pt x="8440" y="8173"/>
                    <a:pt x="8673" y="7305"/>
                    <a:pt x="7739" y="6972"/>
                  </a:cubicBezTo>
                  <a:cubicBezTo>
                    <a:pt x="7206" y="6772"/>
                    <a:pt x="6372" y="7005"/>
                    <a:pt x="6372" y="6004"/>
                  </a:cubicBezTo>
                  <a:cubicBezTo>
                    <a:pt x="5237" y="5604"/>
                    <a:pt x="5504" y="4637"/>
                    <a:pt x="5538" y="3803"/>
                  </a:cubicBezTo>
                  <a:cubicBezTo>
                    <a:pt x="5571" y="2602"/>
                    <a:pt x="5171" y="1534"/>
                    <a:pt x="4504" y="534"/>
                  </a:cubicBezTo>
                  <a:cubicBezTo>
                    <a:pt x="3036" y="167"/>
                    <a:pt x="1501" y="100"/>
                    <a:pt x="0" y="0"/>
                  </a:cubicBezTo>
                  <a:close/>
                </a:path>
              </a:pathLst>
            </a:custGeom>
            <a:solidFill>
              <a:srgbClr val="84C6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7"/>
            <p:cNvSpPr/>
            <p:nvPr/>
          </p:nvSpPr>
          <p:spPr>
            <a:xfrm>
              <a:off x="4068075" y="3049675"/>
              <a:ext cx="120100" cy="204800"/>
            </a:xfrm>
            <a:custGeom>
              <a:avLst/>
              <a:gdLst/>
              <a:ahLst/>
              <a:cxnLst/>
              <a:rect l="l" t="t" r="r" b="b"/>
              <a:pathLst>
                <a:path w="4804" h="8192" extrusionOk="0">
                  <a:moveTo>
                    <a:pt x="748" y="0"/>
                  </a:moveTo>
                  <a:cubicBezTo>
                    <a:pt x="563" y="0"/>
                    <a:pt x="370" y="31"/>
                    <a:pt x="185" y="31"/>
                  </a:cubicBezTo>
                  <a:cubicBezTo>
                    <a:pt x="122" y="31"/>
                    <a:pt x="61" y="28"/>
                    <a:pt x="1" y="19"/>
                  </a:cubicBezTo>
                  <a:lnTo>
                    <a:pt x="1" y="19"/>
                  </a:lnTo>
                  <a:cubicBezTo>
                    <a:pt x="1" y="319"/>
                    <a:pt x="134" y="586"/>
                    <a:pt x="234" y="819"/>
                  </a:cubicBezTo>
                  <a:cubicBezTo>
                    <a:pt x="601" y="1820"/>
                    <a:pt x="1135" y="2787"/>
                    <a:pt x="634" y="3921"/>
                  </a:cubicBezTo>
                  <a:cubicBezTo>
                    <a:pt x="568" y="4088"/>
                    <a:pt x="668" y="4255"/>
                    <a:pt x="801" y="4355"/>
                  </a:cubicBezTo>
                  <a:cubicBezTo>
                    <a:pt x="935" y="4488"/>
                    <a:pt x="1101" y="4689"/>
                    <a:pt x="968" y="4822"/>
                  </a:cubicBezTo>
                  <a:cubicBezTo>
                    <a:pt x="601" y="5322"/>
                    <a:pt x="1001" y="5422"/>
                    <a:pt x="1335" y="5456"/>
                  </a:cubicBezTo>
                  <a:cubicBezTo>
                    <a:pt x="1969" y="5589"/>
                    <a:pt x="2069" y="5823"/>
                    <a:pt x="1735" y="6323"/>
                  </a:cubicBezTo>
                  <a:cubicBezTo>
                    <a:pt x="1635" y="6456"/>
                    <a:pt x="1535" y="6657"/>
                    <a:pt x="1802" y="6690"/>
                  </a:cubicBezTo>
                  <a:cubicBezTo>
                    <a:pt x="1900" y="6729"/>
                    <a:pt x="2056" y="6861"/>
                    <a:pt x="2167" y="6861"/>
                  </a:cubicBezTo>
                  <a:cubicBezTo>
                    <a:pt x="2246" y="6861"/>
                    <a:pt x="2302" y="6796"/>
                    <a:pt x="2302" y="6590"/>
                  </a:cubicBezTo>
                  <a:cubicBezTo>
                    <a:pt x="2302" y="6471"/>
                    <a:pt x="2329" y="6351"/>
                    <a:pt x="2430" y="6351"/>
                  </a:cubicBezTo>
                  <a:cubicBezTo>
                    <a:pt x="2442" y="6351"/>
                    <a:pt x="2455" y="6353"/>
                    <a:pt x="2469" y="6356"/>
                  </a:cubicBezTo>
                  <a:cubicBezTo>
                    <a:pt x="2836" y="6456"/>
                    <a:pt x="3203" y="6590"/>
                    <a:pt x="3536" y="6690"/>
                  </a:cubicBezTo>
                  <a:cubicBezTo>
                    <a:pt x="3970" y="6890"/>
                    <a:pt x="3670" y="7290"/>
                    <a:pt x="3803" y="7591"/>
                  </a:cubicBezTo>
                  <a:cubicBezTo>
                    <a:pt x="3870" y="7791"/>
                    <a:pt x="3870" y="7991"/>
                    <a:pt x="3937" y="8191"/>
                  </a:cubicBezTo>
                  <a:cubicBezTo>
                    <a:pt x="4304" y="8191"/>
                    <a:pt x="4337" y="7958"/>
                    <a:pt x="4270" y="7791"/>
                  </a:cubicBezTo>
                  <a:cubicBezTo>
                    <a:pt x="4470" y="6456"/>
                    <a:pt x="4804" y="5156"/>
                    <a:pt x="4804" y="3788"/>
                  </a:cubicBezTo>
                  <a:cubicBezTo>
                    <a:pt x="4637" y="3087"/>
                    <a:pt x="4170" y="2520"/>
                    <a:pt x="3803" y="1953"/>
                  </a:cubicBezTo>
                  <a:cubicBezTo>
                    <a:pt x="3279" y="1101"/>
                    <a:pt x="2593" y="184"/>
                    <a:pt x="1367" y="184"/>
                  </a:cubicBezTo>
                  <a:cubicBezTo>
                    <a:pt x="1345" y="184"/>
                    <a:pt x="1324" y="185"/>
                    <a:pt x="1301" y="185"/>
                  </a:cubicBezTo>
                  <a:cubicBezTo>
                    <a:pt x="1138" y="36"/>
                    <a:pt x="947" y="0"/>
                    <a:pt x="748" y="0"/>
                  </a:cubicBezTo>
                  <a:close/>
                </a:path>
              </a:pathLst>
            </a:custGeom>
            <a:solidFill>
              <a:srgbClr val="8ACB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7"/>
            <p:cNvSpPr/>
            <p:nvPr/>
          </p:nvSpPr>
          <p:spPr>
            <a:xfrm>
              <a:off x="4102275" y="3051975"/>
              <a:ext cx="282725" cy="104125"/>
            </a:xfrm>
            <a:custGeom>
              <a:avLst/>
              <a:gdLst/>
              <a:ahLst/>
              <a:cxnLst/>
              <a:rect l="l" t="t" r="r" b="b"/>
              <a:pathLst>
                <a:path w="11309" h="4165" extrusionOk="0">
                  <a:moveTo>
                    <a:pt x="298" y="1"/>
                  </a:moveTo>
                  <a:cubicBezTo>
                    <a:pt x="199" y="1"/>
                    <a:pt x="100" y="8"/>
                    <a:pt x="0" y="27"/>
                  </a:cubicBezTo>
                  <a:cubicBezTo>
                    <a:pt x="1234" y="160"/>
                    <a:pt x="1735" y="1161"/>
                    <a:pt x="2369" y="1961"/>
                  </a:cubicBezTo>
                  <a:cubicBezTo>
                    <a:pt x="2702" y="2395"/>
                    <a:pt x="2802" y="3029"/>
                    <a:pt x="3303" y="3396"/>
                  </a:cubicBezTo>
                  <a:cubicBezTo>
                    <a:pt x="3338" y="3403"/>
                    <a:pt x="3369" y="3406"/>
                    <a:pt x="3397" y="3406"/>
                  </a:cubicBezTo>
                  <a:cubicBezTo>
                    <a:pt x="3637" y="3406"/>
                    <a:pt x="3643" y="3164"/>
                    <a:pt x="3703" y="2895"/>
                  </a:cubicBezTo>
                  <a:cubicBezTo>
                    <a:pt x="3703" y="2829"/>
                    <a:pt x="3536" y="2762"/>
                    <a:pt x="3569" y="2695"/>
                  </a:cubicBezTo>
                  <a:cubicBezTo>
                    <a:pt x="3576" y="2682"/>
                    <a:pt x="3583" y="2676"/>
                    <a:pt x="3590" y="2676"/>
                  </a:cubicBezTo>
                  <a:cubicBezTo>
                    <a:pt x="3619" y="2676"/>
                    <a:pt x="3656" y="2762"/>
                    <a:pt x="3736" y="2762"/>
                  </a:cubicBezTo>
                  <a:cubicBezTo>
                    <a:pt x="3768" y="2760"/>
                    <a:pt x="3799" y="2759"/>
                    <a:pt x="3829" y="2759"/>
                  </a:cubicBezTo>
                  <a:cubicBezTo>
                    <a:pt x="4748" y="2759"/>
                    <a:pt x="4415" y="3743"/>
                    <a:pt x="4770" y="4163"/>
                  </a:cubicBezTo>
                  <a:cubicBezTo>
                    <a:pt x="4787" y="4164"/>
                    <a:pt x="4804" y="4164"/>
                    <a:pt x="4819" y="4164"/>
                  </a:cubicBezTo>
                  <a:cubicBezTo>
                    <a:pt x="5356" y="4164"/>
                    <a:pt x="5110" y="3622"/>
                    <a:pt x="5304" y="3362"/>
                  </a:cubicBezTo>
                  <a:cubicBezTo>
                    <a:pt x="5332" y="3349"/>
                    <a:pt x="5359" y="3335"/>
                    <a:pt x="5384" y="3319"/>
                  </a:cubicBezTo>
                  <a:lnTo>
                    <a:pt x="5384" y="3319"/>
                  </a:lnTo>
                  <a:cubicBezTo>
                    <a:pt x="5331" y="3379"/>
                    <a:pt x="5293" y="3439"/>
                    <a:pt x="5271" y="3529"/>
                  </a:cubicBezTo>
                  <a:cubicBezTo>
                    <a:pt x="5334" y="3845"/>
                    <a:pt x="5450" y="4028"/>
                    <a:pt x="5619" y="4028"/>
                  </a:cubicBezTo>
                  <a:cubicBezTo>
                    <a:pt x="5718" y="4028"/>
                    <a:pt x="5836" y="3965"/>
                    <a:pt x="5971" y="3829"/>
                  </a:cubicBezTo>
                  <a:cubicBezTo>
                    <a:pt x="6256" y="3544"/>
                    <a:pt x="6553" y="3421"/>
                    <a:pt x="6871" y="3421"/>
                  </a:cubicBezTo>
                  <a:cubicBezTo>
                    <a:pt x="7073" y="3421"/>
                    <a:pt x="7284" y="3471"/>
                    <a:pt x="7506" y="3562"/>
                  </a:cubicBezTo>
                  <a:cubicBezTo>
                    <a:pt x="7716" y="3638"/>
                    <a:pt x="7920" y="3669"/>
                    <a:pt x="8118" y="3669"/>
                  </a:cubicBezTo>
                  <a:cubicBezTo>
                    <a:pt x="8707" y="3669"/>
                    <a:pt x="9250" y="3395"/>
                    <a:pt x="9774" y="3196"/>
                  </a:cubicBezTo>
                  <a:cubicBezTo>
                    <a:pt x="10274" y="2995"/>
                    <a:pt x="10274" y="2662"/>
                    <a:pt x="9774" y="2362"/>
                  </a:cubicBezTo>
                  <a:cubicBezTo>
                    <a:pt x="9607" y="2262"/>
                    <a:pt x="9307" y="2362"/>
                    <a:pt x="9240" y="2061"/>
                  </a:cubicBezTo>
                  <a:cubicBezTo>
                    <a:pt x="9674" y="1995"/>
                    <a:pt x="10174" y="2061"/>
                    <a:pt x="10608" y="1895"/>
                  </a:cubicBezTo>
                  <a:cubicBezTo>
                    <a:pt x="10841" y="1828"/>
                    <a:pt x="11308" y="1895"/>
                    <a:pt x="11141" y="1361"/>
                  </a:cubicBezTo>
                  <a:cubicBezTo>
                    <a:pt x="9273" y="827"/>
                    <a:pt x="7372" y="794"/>
                    <a:pt x="5437" y="460"/>
                  </a:cubicBezTo>
                  <a:cubicBezTo>
                    <a:pt x="5254" y="427"/>
                    <a:pt x="5062" y="394"/>
                    <a:pt x="4870" y="394"/>
                  </a:cubicBezTo>
                  <a:cubicBezTo>
                    <a:pt x="4679" y="394"/>
                    <a:pt x="4487" y="427"/>
                    <a:pt x="4303" y="527"/>
                  </a:cubicBezTo>
                  <a:cubicBezTo>
                    <a:pt x="4240" y="530"/>
                    <a:pt x="4177" y="531"/>
                    <a:pt x="4114" y="531"/>
                  </a:cubicBezTo>
                  <a:cubicBezTo>
                    <a:pt x="3448" y="531"/>
                    <a:pt x="2805" y="376"/>
                    <a:pt x="2135" y="193"/>
                  </a:cubicBezTo>
                  <a:cubicBezTo>
                    <a:pt x="2040" y="212"/>
                    <a:pt x="1944" y="219"/>
                    <a:pt x="1849" y="219"/>
                  </a:cubicBezTo>
                  <a:cubicBezTo>
                    <a:pt x="1339" y="219"/>
                    <a:pt x="826" y="1"/>
                    <a:pt x="298" y="1"/>
                  </a:cubicBezTo>
                  <a:close/>
                </a:path>
              </a:pathLst>
            </a:custGeom>
            <a:solidFill>
              <a:srgbClr val="8FD1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7"/>
            <p:cNvSpPr/>
            <p:nvPr/>
          </p:nvSpPr>
          <p:spPr>
            <a:xfrm>
              <a:off x="4078925" y="3005925"/>
              <a:ext cx="44225" cy="42550"/>
            </a:xfrm>
            <a:custGeom>
              <a:avLst/>
              <a:gdLst/>
              <a:ahLst/>
              <a:cxnLst/>
              <a:rect l="l" t="t" r="r" b="b"/>
              <a:pathLst>
                <a:path w="1769" h="1702" extrusionOk="0">
                  <a:moveTo>
                    <a:pt x="234" y="1"/>
                  </a:moveTo>
                  <a:cubicBezTo>
                    <a:pt x="34" y="368"/>
                    <a:pt x="0" y="734"/>
                    <a:pt x="234" y="1201"/>
                  </a:cubicBezTo>
                  <a:cubicBezTo>
                    <a:pt x="334" y="1357"/>
                    <a:pt x="423" y="1409"/>
                    <a:pt x="504" y="1409"/>
                  </a:cubicBezTo>
                  <a:cubicBezTo>
                    <a:pt x="667" y="1409"/>
                    <a:pt x="801" y="1201"/>
                    <a:pt x="934" y="1201"/>
                  </a:cubicBezTo>
                  <a:cubicBezTo>
                    <a:pt x="1101" y="1201"/>
                    <a:pt x="1168" y="1368"/>
                    <a:pt x="1234" y="1468"/>
                  </a:cubicBezTo>
                  <a:cubicBezTo>
                    <a:pt x="1368" y="1635"/>
                    <a:pt x="1568" y="1702"/>
                    <a:pt x="1768" y="1702"/>
                  </a:cubicBezTo>
                  <a:cubicBezTo>
                    <a:pt x="1535" y="1265"/>
                    <a:pt x="1379" y="803"/>
                    <a:pt x="833" y="803"/>
                  </a:cubicBezTo>
                  <a:cubicBezTo>
                    <a:pt x="753" y="803"/>
                    <a:pt x="665" y="813"/>
                    <a:pt x="567" y="835"/>
                  </a:cubicBezTo>
                  <a:cubicBezTo>
                    <a:pt x="552" y="837"/>
                    <a:pt x="538" y="838"/>
                    <a:pt x="525" y="838"/>
                  </a:cubicBezTo>
                  <a:cubicBezTo>
                    <a:pt x="358" y="838"/>
                    <a:pt x="305" y="653"/>
                    <a:pt x="367" y="468"/>
                  </a:cubicBezTo>
                  <a:cubicBezTo>
                    <a:pt x="400" y="234"/>
                    <a:pt x="467" y="134"/>
                    <a:pt x="234" y="1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7"/>
            <p:cNvSpPr/>
            <p:nvPr/>
          </p:nvSpPr>
          <p:spPr>
            <a:xfrm>
              <a:off x="3849575" y="2851650"/>
              <a:ext cx="17550" cy="18375"/>
            </a:xfrm>
            <a:custGeom>
              <a:avLst/>
              <a:gdLst/>
              <a:ahLst/>
              <a:cxnLst/>
              <a:rect l="l" t="t" r="r" b="b"/>
              <a:pathLst>
                <a:path w="702" h="735" extrusionOk="0">
                  <a:moveTo>
                    <a:pt x="301" y="1"/>
                  </a:moveTo>
                  <a:cubicBezTo>
                    <a:pt x="168" y="1"/>
                    <a:pt x="1" y="34"/>
                    <a:pt x="1" y="201"/>
                  </a:cubicBezTo>
                  <a:cubicBezTo>
                    <a:pt x="1" y="534"/>
                    <a:pt x="201" y="701"/>
                    <a:pt x="501" y="734"/>
                  </a:cubicBezTo>
                  <a:cubicBezTo>
                    <a:pt x="635" y="734"/>
                    <a:pt x="701" y="568"/>
                    <a:pt x="701" y="468"/>
                  </a:cubicBezTo>
                  <a:cubicBezTo>
                    <a:pt x="701" y="167"/>
                    <a:pt x="568" y="1"/>
                    <a:pt x="301" y="1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7"/>
            <p:cNvSpPr/>
            <p:nvPr/>
          </p:nvSpPr>
          <p:spPr>
            <a:xfrm>
              <a:off x="3937975" y="2978225"/>
              <a:ext cx="6700" cy="6550"/>
            </a:xfrm>
            <a:custGeom>
              <a:avLst/>
              <a:gdLst/>
              <a:ahLst/>
              <a:cxnLst/>
              <a:rect l="l" t="t" r="r" b="b"/>
              <a:pathLst>
                <a:path w="268" h="262" extrusionOk="0">
                  <a:moveTo>
                    <a:pt x="150" y="1"/>
                  </a:moveTo>
                  <a:cubicBezTo>
                    <a:pt x="107" y="1"/>
                    <a:pt x="29" y="75"/>
                    <a:pt x="1" y="75"/>
                  </a:cubicBezTo>
                  <a:cubicBezTo>
                    <a:pt x="1" y="141"/>
                    <a:pt x="34" y="175"/>
                    <a:pt x="101" y="241"/>
                  </a:cubicBezTo>
                  <a:cubicBezTo>
                    <a:pt x="125" y="254"/>
                    <a:pt x="145" y="261"/>
                    <a:pt x="164" y="261"/>
                  </a:cubicBezTo>
                  <a:cubicBezTo>
                    <a:pt x="197" y="261"/>
                    <a:pt x="225" y="238"/>
                    <a:pt x="268" y="175"/>
                  </a:cubicBezTo>
                  <a:cubicBezTo>
                    <a:pt x="201" y="141"/>
                    <a:pt x="201" y="75"/>
                    <a:pt x="168" y="8"/>
                  </a:cubicBezTo>
                  <a:cubicBezTo>
                    <a:pt x="163" y="3"/>
                    <a:pt x="157" y="1"/>
                    <a:pt x="150" y="1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7"/>
            <p:cNvSpPr/>
            <p:nvPr/>
          </p:nvSpPr>
          <p:spPr>
            <a:xfrm>
              <a:off x="4088825" y="3370900"/>
              <a:ext cx="103525" cy="548850"/>
            </a:xfrm>
            <a:custGeom>
              <a:avLst/>
              <a:gdLst/>
              <a:ahLst/>
              <a:cxnLst/>
              <a:rect l="l" t="t" r="r" b="b"/>
              <a:pathLst>
                <a:path w="4141" h="21954" extrusionOk="0">
                  <a:moveTo>
                    <a:pt x="2992" y="0"/>
                  </a:moveTo>
                  <a:cubicBezTo>
                    <a:pt x="2879" y="0"/>
                    <a:pt x="2749" y="36"/>
                    <a:pt x="2606" y="112"/>
                  </a:cubicBezTo>
                  <a:lnTo>
                    <a:pt x="2373" y="112"/>
                  </a:lnTo>
                  <a:cubicBezTo>
                    <a:pt x="2473" y="646"/>
                    <a:pt x="2273" y="1146"/>
                    <a:pt x="2206" y="1680"/>
                  </a:cubicBezTo>
                  <a:cubicBezTo>
                    <a:pt x="2073" y="3881"/>
                    <a:pt x="1539" y="6050"/>
                    <a:pt x="1372" y="8218"/>
                  </a:cubicBezTo>
                  <a:cubicBezTo>
                    <a:pt x="1305" y="9252"/>
                    <a:pt x="1005" y="10286"/>
                    <a:pt x="972" y="11320"/>
                  </a:cubicBezTo>
                  <a:cubicBezTo>
                    <a:pt x="938" y="12654"/>
                    <a:pt x="672" y="13989"/>
                    <a:pt x="538" y="15323"/>
                  </a:cubicBezTo>
                  <a:cubicBezTo>
                    <a:pt x="471" y="16757"/>
                    <a:pt x="4" y="18158"/>
                    <a:pt x="138" y="19626"/>
                  </a:cubicBezTo>
                  <a:cubicBezTo>
                    <a:pt x="138" y="20093"/>
                    <a:pt x="238" y="20593"/>
                    <a:pt x="171" y="21094"/>
                  </a:cubicBezTo>
                  <a:cubicBezTo>
                    <a:pt x="14" y="21802"/>
                    <a:pt x="1" y="21953"/>
                    <a:pt x="424" y="21953"/>
                  </a:cubicBezTo>
                  <a:cubicBezTo>
                    <a:pt x="539" y="21953"/>
                    <a:pt x="686" y="21942"/>
                    <a:pt x="872" y="21928"/>
                  </a:cubicBezTo>
                  <a:cubicBezTo>
                    <a:pt x="1272" y="21928"/>
                    <a:pt x="1305" y="21794"/>
                    <a:pt x="1339" y="21261"/>
                  </a:cubicBezTo>
                  <a:cubicBezTo>
                    <a:pt x="1339" y="20794"/>
                    <a:pt x="1172" y="20327"/>
                    <a:pt x="1706" y="20060"/>
                  </a:cubicBezTo>
                  <a:cubicBezTo>
                    <a:pt x="1872" y="18892"/>
                    <a:pt x="2006" y="17758"/>
                    <a:pt x="2173" y="16591"/>
                  </a:cubicBezTo>
                  <a:cubicBezTo>
                    <a:pt x="2339" y="15223"/>
                    <a:pt x="2640" y="13889"/>
                    <a:pt x="2773" y="12488"/>
                  </a:cubicBezTo>
                  <a:cubicBezTo>
                    <a:pt x="2873" y="10720"/>
                    <a:pt x="3173" y="8985"/>
                    <a:pt x="3440" y="7251"/>
                  </a:cubicBezTo>
                  <a:cubicBezTo>
                    <a:pt x="3640" y="5683"/>
                    <a:pt x="3807" y="4148"/>
                    <a:pt x="4007" y="2614"/>
                  </a:cubicBezTo>
                  <a:cubicBezTo>
                    <a:pt x="4141" y="2447"/>
                    <a:pt x="4041" y="2247"/>
                    <a:pt x="4041" y="2013"/>
                  </a:cubicBezTo>
                  <a:cubicBezTo>
                    <a:pt x="3807" y="1580"/>
                    <a:pt x="3607" y="1113"/>
                    <a:pt x="3507" y="579"/>
                  </a:cubicBezTo>
                  <a:cubicBezTo>
                    <a:pt x="3459" y="222"/>
                    <a:pt x="3276" y="0"/>
                    <a:pt x="2992" y="0"/>
                  </a:cubicBezTo>
                  <a:close/>
                </a:path>
              </a:pathLst>
            </a:custGeom>
            <a:solidFill>
              <a:srgbClr val="7CDF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7"/>
            <p:cNvSpPr/>
            <p:nvPr/>
          </p:nvSpPr>
          <p:spPr>
            <a:xfrm>
              <a:off x="4150625" y="3241050"/>
              <a:ext cx="70075" cy="181150"/>
            </a:xfrm>
            <a:custGeom>
              <a:avLst/>
              <a:gdLst/>
              <a:ahLst/>
              <a:cxnLst/>
              <a:rect l="l" t="t" r="r" b="b"/>
              <a:pathLst>
                <a:path w="2803" h="7246" extrusionOk="0">
                  <a:moveTo>
                    <a:pt x="2211" y="1"/>
                  </a:moveTo>
                  <a:cubicBezTo>
                    <a:pt x="2058" y="1"/>
                    <a:pt x="1956" y="261"/>
                    <a:pt x="1869" y="436"/>
                  </a:cubicBezTo>
                  <a:cubicBezTo>
                    <a:pt x="1635" y="936"/>
                    <a:pt x="1302" y="1337"/>
                    <a:pt x="668" y="1370"/>
                  </a:cubicBezTo>
                  <a:cubicBezTo>
                    <a:pt x="368" y="2004"/>
                    <a:pt x="535" y="2704"/>
                    <a:pt x="301" y="3338"/>
                  </a:cubicBezTo>
                  <a:cubicBezTo>
                    <a:pt x="368" y="4005"/>
                    <a:pt x="1" y="4606"/>
                    <a:pt x="134" y="5273"/>
                  </a:cubicBezTo>
                  <a:cubicBezTo>
                    <a:pt x="468" y="5406"/>
                    <a:pt x="835" y="5339"/>
                    <a:pt x="835" y="5940"/>
                  </a:cubicBezTo>
                  <a:cubicBezTo>
                    <a:pt x="835" y="6407"/>
                    <a:pt x="868" y="6974"/>
                    <a:pt x="1469" y="7174"/>
                  </a:cubicBezTo>
                  <a:cubicBezTo>
                    <a:pt x="1500" y="7221"/>
                    <a:pt x="1538" y="7245"/>
                    <a:pt x="1573" y="7245"/>
                  </a:cubicBezTo>
                  <a:cubicBezTo>
                    <a:pt x="1614" y="7245"/>
                    <a:pt x="1651" y="7212"/>
                    <a:pt x="1669" y="7141"/>
                  </a:cubicBezTo>
                  <a:lnTo>
                    <a:pt x="1669" y="6941"/>
                  </a:lnTo>
                  <a:cubicBezTo>
                    <a:pt x="1869" y="6674"/>
                    <a:pt x="1635" y="6307"/>
                    <a:pt x="1836" y="6073"/>
                  </a:cubicBezTo>
                  <a:cubicBezTo>
                    <a:pt x="2202" y="5406"/>
                    <a:pt x="2136" y="4639"/>
                    <a:pt x="2303" y="3938"/>
                  </a:cubicBezTo>
                  <a:cubicBezTo>
                    <a:pt x="2303" y="2704"/>
                    <a:pt x="2803" y="1503"/>
                    <a:pt x="2503" y="269"/>
                  </a:cubicBezTo>
                  <a:cubicBezTo>
                    <a:pt x="2387" y="73"/>
                    <a:pt x="2292" y="1"/>
                    <a:pt x="2211" y="1"/>
                  </a:cubicBezTo>
                  <a:close/>
                </a:path>
              </a:pathLst>
            </a:custGeom>
            <a:solidFill>
              <a:srgbClr val="95E4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7"/>
            <p:cNvSpPr/>
            <p:nvPr/>
          </p:nvSpPr>
          <p:spPr>
            <a:xfrm>
              <a:off x="4747725" y="2533100"/>
              <a:ext cx="141800" cy="95075"/>
            </a:xfrm>
            <a:custGeom>
              <a:avLst/>
              <a:gdLst/>
              <a:ahLst/>
              <a:cxnLst/>
              <a:rect l="l" t="t" r="r" b="b"/>
              <a:pathLst>
                <a:path w="5672" h="3803" extrusionOk="0">
                  <a:moveTo>
                    <a:pt x="5671" y="0"/>
                  </a:moveTo>
                  <a:cubicBezTo>
                    <a:pt x="5204" y="100"/>
                    <a:pt x="4771" y="167"/>
                    <a:pt x="4337" y="300"/>
                  </a:cubicBezTo>
                  <a:cubicBezTo>
                    <a:pt x="3536" y="567"/>
                    <a:pt x="2803" y="967"/>
                    <a:pt x="2102" y="1434"/>
                  </a:cubicBezTo>
                  <a:cubicBezTo>
                    <a:pt x="1468" y="1835"/>
                    <a:pt x="1368" y="1968"/>
                    <a:pt x="601" y="2168"/>
                  </a:cubicBezTo>
                  <a:cubicBezTo>
                    <a:pt x="167" y="2268"/>
                    <a:pt x="67" y="2569"/>
                    <a:pt x="1" y="2935"/>
                  </a:cubicBezTo>
                  <a:cubicBezTo>
                    <a:pt x="1" y="2969"/>
                    <a:pt x="67" y="3002"/>
                    <a:pt x="67" y="3069"/>
                  </a:cubicBezTo>
                  <a:cubicBezTo>
                    <a:pt x="134" y="3202"/>
                    <a:pt x="134" y="3302"/>
                    <a:pt x="201" y="3402"/>
                  </a:cubicBezTo>
                  <a:cubicBezTo>
                    <a:pt x="267" y="3569"/>
                    <a:pt x="301" y="3736"/>
                    <a:pt x="468" y="3803"/>
                  </a:cubicBezTo>
                  <a:cubicBezTo>
                    <a:pt x="434" y="3202"/>
                    <a:pt x="768" y="2902"/>
                    <a:pt x="1335" y="2702"/>
                  </a:cubicBezTo>
                  <a:cubicBezTo>
                    <a:pt x="1439" y="2664"/>
                    <a:pt x="1526" y="2647"/>
                    <a:pt x="1600" y="2647"/>
                  </a:cubicBezTo>
                  <a:cubicBezTo>
                    <a:pt x="1974" y="2647"/>
                    <a:pt x="2002" y="3079"/>
                    <a:pt x="2169" y="3302"/>
                  </a:cubicBezTo>
                  <a:cubicBezTo>
                    <a:pt x="2236" y="3369"/>
                    <a:pt x="2302" y="3369"/>
                    <a:pt x="2402" y="3369"/>
                  </a:cubicBezTo>
                  <a:cubicBezTo>
                    <a:pt x="2602" y="2602"/>
                    <a:pt x="3336" y="2702"/>
                    <a:pt x="3803" y="2402"/>
                  </a:cubicBezTo>
                  <a:lnTo>
                    <a:pt x="4003" y="2168"/>
                  </a:lnTo>
                  <a:cubicBezTo>
                    <a:pt x="4504" y="1401"/>
                    <a:pt x="5138" y="734"/>
                    <a:pt x="5671" y="0"/>
                  </a:cubicBezTo>
                  <a:close/>
                </a:path>
              </a:pathLst>
            </a:custGeom>
            <a:solidFill>
              <a:srgbClr val="CDBE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7"/>
            <p:cNvSpPr/>
            <p:nvPr/>
          </p:nvSpPr>
          <p:spPr>
            <a:xfrm>
              <a:off x="4759475" y="2436125"/>
              <a:ext cx="27475" cy="21675"/>
            </a:xfrm>
            <a:custGeom>
              <a:avLst/>
              <a:gdLst/>
              <a:ahLst/>
              <a:cxnLst/>
              <a:rect l="l" t="t" r="r" b="b"/>
              <a:pathLst>
                <a:path w="1099" h="867" extrusionOk="0">
                  <a:moveTo>
                    <a:pt x="500" y="0"/>
                  </a:moveTo>
                  <a:cubicBezTo>
                    <a:pt x="107" y="0"/>
                    <a:pt x="1" y="281"/>
                    <a:pt x="31" y="643"/>
                  </a:cubicBezTo>
                  <a:cubicBezTo>
                    <a:pt x="198" y="677"/>
                    <a:pt x="331" y="777"/>
                    <a:pt x="531" y="844"/>
                  </a:cubicBezTo>
                  <a:cubicBezTo>
                    <a:pt x="591" y="859"/>
                    <a:pt x="653" y="867"/>
                    <a:pt x="713" y="867"/>
                  </a:cubicBezTo>
                  <a:cubicBezTo>
                    <a:pt x="918" y="867"/>
                    <a:pt x="1098" y="769"/>
                    <a:pt x="1098" y="510"/>
                  </a:cubicBezTo>
                  <a:cubicBezTo>
                    <a:pt x="1098" y="243"/>
                    <a:pt x="932" y="76"/>
                    <a:pt x="631" y="10"/>
                  </a:cubicBezTo>
                  <a:cubicBezTo>
                    <a:pt x="584" y="3"/>
                    <a:pt x="540" y="0"/>
                    <a:pt x="500" y="0"/>
                  </a:cubicBezTo>
                  <a:close/>
                </a:path>
              </a:pathLst>
            </a:custGeom>
            <a:solidFill>
              <a:srgbClr val="D1C4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7"/>
            <p:cNvSpPr/>
            <p:nvPr/>
          </p:nvSpPr>
          <p:spPr>
            <a:xfrm>
              <a:off x="4920350" y="2504300"/>
              <a:ext cx="1700" cy="2125"/>
            </a:xfrm>
            <a:custGeom>
              <a:avLst/>
              <a:gdLst/>
              <a:ahLst/>
              <a:cxnLst/>
              <a:rect l="l" t="t" r="r" b="b"/>
              <a:pathLst>
                <a:path w="68" h="85" extrusionOk="0">
                  <a:moveTo>
                    <a:pt x="12" y="0"/>
                  </a:moveTo>
                  <a:cubicBezTo>
                    <a:pt x="5" y="0"/>
                    <a:pt x="1" y="14"/>
                    <a:pt x="1" y="51"/>
                  </a:cubicBezTo>
                  <a:cubicBezTo>
                    <a:pt x="1" y="51"/>
                    <a:pt x="34" y="85"/>
                    <a:pt x="67" y="85"/>
                  </a:cubicBezTo>
                  <a:cubicBezTo>
                    <a:pt x="46" y="42"/>
                    <a:pt x="25" y="0"/>
                    <a:pt x="12" y="0"/>
                  </a:cubicBezTo>
                  <a:close/>
                </a:path>
              </a:pathLst>
            </a:custGeom>
            <a:solidFill>
              <a:srgbClr val="E7D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7"/>
            <p:cNvSpPr/>
            <p:nvPr/>
          </p:nvSpPr>
          <p:spPr>
            <a:xfrm>
              <a:off x="4738550" y="2597300"/>
              <a:ext cx="4200" cy="5025"/>
            </a:xfrm>
            <a:custGeom>
              <a:avLst/>
              <a:gdLst/>
              <a:ahLst/>
              <a:cxnLst/>
              <a:rect l="l" t="t" r="r" b="b"/>
              <a:pathLst>
                <a:path w="168" h="201" extrusionOk="0">
                  <a:moveTo>
                    <a:pt x="167" y="1"/>
                  </a:moveTo>
                  <a:cubicBezTo>
                    <a:pt x="1" y="67"/>
                    <a:pt x="1" y="134"/>
                    <a:pt x="167" y="201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7"/>
            <p:cNvSpPr/>
            <p:nvPr/>
          </p:nvSpPr>
          <p:spPr>
            <a:xfrm>
              <a:off x="4742725" y="2607300"/>
              <a:ext cx="7525" cy="5875"/>
            </a:xfrm>
            <a:custGeom>
              <a:avLst/>
              <a:gdLst/>
              <a:ahLst/>
              <a:cxnLst/>
              <a:rect l="l" t="t" r="r" b="b"/>
              <a:pathLst>
                <a:path w="301" h="235" extrusionOk="0">
                  <a:moveTo>
                    <a:pt x="0" y="1"/>
                  </a:moveTo>
                  <a:lnTo>
                    <a:pt x="201" y="234"/>
                  </a:lnTo>
                  <a:cubicBezTo>
                    <a:pt x="267" y="234"/>
                    <a:pt x="267" y="234"/>
                    <a:pt x="267" y="134"/>
                  </a:cubicBezTo>
                  <a:cubicBezTo>
                    <a:pt x="301" y="101"/>
                    <a:pt x="267" y="68"/>
                    <a:pt x="201" y="1"/>
                  </a:cubicBez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7"/>
            <p:cNvSpPr/>
            <p:nvPr/>
          </p:nvSpPr>
          <p:spPr>
            <a:xfrm>
              <a:off x="4791100" y="2652350"/>
              <a:ext cx="21700" cy="17525"/>
            </a:xfrm>
            <a:custGeom>
              <a:avLst/>
              <a:gdLst/>
              <a:ahLst/>
              <a:cxnLst/>
              <a:rect l="l" t="t" r="r" b="b"/>
              <a:pathLst>
                <a:path w="868" h="701" extrusionOk="0">
                  <a:moveTo>
                    <a:pt x="867" y="33"/>
                  </a:moveTo>
                  <a:cubicBezTo>
                    <a:pt x="567" y="134"/>
                    <a:pt x="267" y="0"/>
                    <a:pt x="0" y="200"/>
                  </a:cubicBezTo>
                  <a:cubicBezTo>
                    <a:pt x="100" y="534"/>
                    <a:pt x="434" y="534"/>
                    <a:pt x="701" y="701"/>
                  </a:cubicBezTo>
                  <a:cubicBezTo>
                    <a:pt x="767" y="500"/>
                    <a:pt x="834" y="267"/>
                    <a:pt x="867" y="33"/>
                  </a:cubicBezTo>
                  <a:close/>
                </a:path>
              </a:pathLst>
            </a:custGeom>
            <a:solidFill>
              <a:srgbClr val="DBC4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7"/>
            <p:cNvSpPr/>
            <p:nvPr/>
          </p:nvSpPr>
          <p:spPr>
            <a:xfrm>
              <a:off x="4824450" y="263817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201" y="0"/>
                  </a:moveTo>
                  <a:cubicBezTo>
                    <a:pt x="101" y="33"/>
                    <a:pt x="67" y="100"/>
                    <a:pt x="0" y="2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E7D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7"/>
            <p:cNvSpPr/>
            <p:nvPr/>
          </p:nvSpPr>
          <p:spPr>
            <a:xfrm>
              <a:off x="4192325" y="2543475"/>
              <a:ext cx="512900" cy="585175"/>
            </a:xfrm>
            <a:custGeom>
              <a:avLst/>
              <a:gdLst/>
              <a:ahLst/>
              <a:cxnLst/>
              <a:rect l="l" t="t" r="r" b="b"/>
              <a:pathLst>
                <a:path w="20516" h="23407" extrusionOk="0">
                  <a:moveTo>
                    <a:pt x="17380" y="3888"/>
                  </a:moveTo>
                  <a:cubicBezTo>
                    <a:pt x="17438" y="3953"/>
                    <a:pt x="17488" y="4021"/>
                    <a:pt x="17532" y="4091"/>
                  </a:cubicBezTo>
                  <a:lnTo>
                    <a:pt x="17532" y="4091"/>
                  </a:lnTo>
                  <a:cubicBezTo>
                    <a:pt x="17487" y="4024"/>
                    <a:pt x="17437" y="3957"/>
                    <a:pt x="17380" y="3888"/>
                  </a:cubicBezTo>
                  <a:close/>
                  <a:moveTo>
                    <a:pt x="12860" y="0"/>
                  </a:moveTo>
                  <a:cubicBezTo>
                    <a:pt x="12785" y="0"/>
                    <a:pt x="12712" y="25"/>
                    <a:pt x="12643" y="85"/>
                  </a:cubicBezTo>
                  <a:cubicBezTo>
                    <a:pt x="12343" y="352"/>
                    <a:pt x="12510" y="719"/>
                    <a:pt x="12576" y="1019"/>
                  </a:cubicBezTo>
                  <a:cubicBezTo>
                    <a:pt x="12576" y="1053"/>
                    <a:pt x="12576" y="1119"/>
                    <a:pt x="12643" y="1153"/>
                  </a:cubicBezTo>
                  <a:lnTo>
                    <a:pt x="12743" y="1386"/>
                  </a:lnTo>
                  <a:cubicBezTo>
                    <a:pt x="12810" y="1486"/>
                    <a:pt x="12810" y="1586"/>
                    <a:pt x="12810" y="1720"/>
                  </a:cubicBezTo>
                  <a:cubicBezTo>
                    <a:pt x="12743" y="1753"/>
                    <a:pt x="12710" y="1853"/>
                    <a:pt x="12676" y="1887"/>
                  </a:cubicBezTo>
                  <a:cubicBezTo>
                    <a:pt x="12543" y="1987"/>
                    <a:pt x="12476" y="1987"/>
                    <a:pt x="12343" y="1987"/>
                  </a:cubicBezTo>
                  <a:cubicBezTo>
                    <a:pt x="12209" y="1987"/>
                    <a:pt x="12143" y="1987"/>
                    <a:pt x="12009" y="1953"/>
                  </a:cubicBezTo>
                  <a:lnTo>
                    <a:pt x="11909" y="1887"/>
                  </a:lnTo>
                  <a:cubicBezTo>
                    <a:pt x="11876" y="1853"/>
                    <a:pt x="11809" y="1820"/>
                    <a:pt x="11742" y="1753"/>
                  </a:cubicBezTo>
                  <a:cubicBezTo>
                    <a:pt x="11709" y="1720"/>
                    <a:pt x="11676" y="1687"/>
                    <a:pt x="11676" y="1586"/>
                  </a:cubicBezTo>
                  <a:cubicBezTo>
                    <a:pt x="11676" y="1486"/>
                    <a:pt x="11709" y="1386"/>
                    <a:pt x="11742" y="1320"/>
                  </a:cubicBezTo>
                  <a:cubicBezTo>
                    <a:pt x="11809" y="1220"/>
                    <a:pt x="11843" y="1186"/>
                    <a:pt x="11876" y="1119"/>
                  </a:cubicBezTo>
                  <a:cubicBezTo>
                    <a:pt x="12043" y="753"/>
                    <a:pt x="12043" y="452"/>
                    <a:pt x="11676" y="319"/>
                  </a:cubicBezTo>
                  <a:cubicBezTo>
                    <a:pt x="11619" y="298"/>
                    <a:pt x="11563" y="289"/>
                    <a:pt x="11510" y="289"/>
                  </a:cubicBezTo>
                  <a:cubicBezTo>
                    <a:pt x="11222" y="289"/>
                    <a:pt x="11003" y="566"/>
                    <a:pt x="10975" y="819"/>
                  </a:cubicBezTo>
                  <a:cubicBezTo>
                    <a:pt x="10642" y="2554"/>
                    <a:pt x="9508" y="3755"/>
                    <a:pt x="8307" y="4922"/>
                  </a:cubicBezTo>
                  <a:cubicBezTo>
                    <a:pt x="8006" y="5222"/>
                    <a:pt x="7973" y="5656"/>
                    <a:pt x="8140" y="6023"/>
                  </a:cubicBezTo>
                  <a:cubicBezTo>
                    <a:pt x="8460" y="6662"/>
                    <a:pt x="8197" y="7026"/>
                    <a:pt x="7529" y="7026"/>
                  </a:cubicBezTo>
                  <a:cubicBezTo>
                    <a:pt x="7500" y="7026"/>
                    <a:pt x="7470" y="7025"/>
                    <a:pt x="7439" y="7024"/>
                  </a:cubicBezTo>
                  <a:cubicBezTo>
                    <a:pt x="7388" y="7022"/>
                    <a:pt x="7338" y="7021"/>
                    <a:pt x="7290" y="7021"/>
                  </a:cubicBezTo>
                  <a:cubicBezTo>
                    <a:pt x="6243" y="7021"/>
                    <a:pt x="5940" y="7377"/>
                    <a:pt x="5972" y="8525"/>
                  </a:cubicBezTo>
                  <a:cubicBezTo>
                    <a:pt x="5371" y="7924"/>
                    <a:pt x="4270" y="8191"/>
                    <a:pt x="4104" y="7057"/>
                  </a:cubicBezTo>
                  <a:cubicBezTo>
                    <a:pt x="4069" y="6935"/>
                    <a:pt x="3952" y="6886"/>
                    <a:pt x="3815" y="6886"/>
                  </a:cubicBezTo>
                  <a:cubicBezTo>
                    <a:pt x="3690" y="6886"/>
                    <a:pt x="3548" y="6927"/>
                    <a:pt x="3437" y="6990"/>
                  </a:cubicBezTo>
                  <a:cubicBezTo>
                    <a:pt x="2836" y="7257"/>
                    <a:pt x="2369" y="7691"/>
                    <a:pt x="2603" y="8491"/>
                  </a:cubicBezTo>
                  <a:cubicBezTo>
                    <a:pt x="2703" y="8925"/>
                    <a:pt x="2736" y="9459"/>
                    <a:pt x="2736" y="9926"/>
                  </a:cubicBezTo>
                  <a:cubicBezTo>
                    <a:pt x="2413" y="9845"/>
                    <a:pt x="2155" y="9656"/>
                    <a:pt x="1875" y="9656"/>
                  </a:cubicBezTo>
                  <a:cubicBezTo>
                    <a:pt x="1808" y="9656"/>
                    <a:pt x="1739" y="9667"/>
                    <a:pt x="1669" y="9692"/>
                  </a:cubicBezTo>
                  <a:cubicBezTo>
                    <a:pt x="1135" y="10026"/>
                    <a:pt x="968" y="10493"/>
                    <a:pt x="1068" y="11060"/>
                  </a:cubicBezTo>
                  <a:cubicBezTo>
                    <a:pt x="1502" y="11827"/>
                    <a:pt x="1402" y="12694"/>
                    <a:pt x="1302" y="13395"/>
                  </a:cubicBezTo>
                  <a:cubicBezTo>
                    <a:pt x="935" y="15496"/>
                    <a:pt x="701" y="17665"/>
                    <a:pt x="168" y="19699"/>
                  </a:cubicBezTo>
                  <a:cubicBezTo>
                    <a:pt x="1" y="20200"/>
                    <a:pt x="1" y="20734"/>
                    <a:pt x="701" y="20900"/>
                  </a:cubicBezTo>
                  <a:cubicBezTo>
                    <a:pt x="2236" y="21301"/>
                    <a:pt x="3837" y="21367"/>
                    <a:pt x="5438" y="21668"/>
                  </a:cubicBezTo>
                  <a:cubicBezTo>
                    <a:pt x="6138" y="21768"/>
                    <a:pt x="6872" y="21701"/>
                    <a:pt x="7606" y="22001"/>
                  </a:cubicBezTo>
                  <a:cubicBezTo>
                    <a:pt x="7921" y="22344"/>
                    <a:pt x="8333" y="22369"/>
                    <a:pt x="8760" y="22369"/>
                  </a:cubicBezTo>
                  <a:cubicBezTo>
                    <a:pt x="8831" y="22369"/>
                    <a:pt x="8902" y="22368"/>
                    <a:pt x="8974" y="22368"/>
                  </a:cubicBezTo>
                  <a:cubicBezTo>
                    <a:pt x="10241" y="22568"/>
                    <a:pt x="11576" y="22602"/>
                    <a:pt x="12877" y="23002"/>
                  </a:cubicBezTo>
                  <a:cubicBezTo>
                    <a:pt x="13811" y="23169"/>
                    <a:pt x="14678" y="23269"/>
                    <a:pt x="15545" y="23269"/>
                  </a:cubicBezTo>
                  <a:cubicBezTo>
                    <a:pt x="15679" y="23335"/>
                    <a:pt x="15745" y="23335"/>
                    <a:pt x="15879" y="23335"/>
                  </a:cubicBezTo>
                  <a:cubicBezTo>
                    <a:pt x="16037" y="23324"/>
                    <a:pt x="16195" y="23319"/>
                    <a:pt x="16351" y="23319"/>
                  </a:cubicBezTo>
                  <a:cubicBezTo>
                    <a:pt x="17033" y="23319"/>
                    <a:pt x="17704" y="23407"/>
                    <a:pt x="18389" y="23407"/>
                  </a:cubicBezTo>
                  <a:cubicBezTo>
                    <a:pt x="18475" y="23407"/>
                    <a:pt x="18561" y="23405"/>
                    <a:pt x="18647" y="23402"/>
                  </a:cubicBezTo>
                  <a:cubicBezTo>
                    <a:pt x="19214" y="23369"/>
                    <a:pt x="19882" y="23269"/>
                    <a:pt x="19848" y="22535"/>
                  </a:cubicBezTo>
                  <a:cubicBezTo>
                    <a:pt x="19815" y="20867"/>
                    <a:pt x="20215" y="19199"/>
                    <a:pt x="19982" y="17531"/>
                  </a:cubicBezTo>
                  <a:cubicBezTo>
                    <a:pt x="19681" y="16831"/>
                    <a:pt x="19815" y="15997"/>
                    <a:pt x="19548" y="15363"/>
                  </a:cubicBezTo>
                  <a:cubicBezTo>
                    <a:pt x="19081" y="14229"/>
                    <a:pt x="19148" y="13362"/>
                    <a:pt x="20082" y="12528"/>
                  </a:cubicBezTo>
                  <a:cubicBezTo>
                    <a:pt x="20515" y="12194"/>
                    <a:pt x="20349" y="11861"/>
                    <a:pt x="19848" y="11694"/>
                  </a:cubicBezTo>
                  <a:cubicBezTo>
                    <a:pt x="18681" y="11327"/>
                    <a:pt x="18514" y="11160"/>
                    <a:pt x="18714" y="9992"/>
                  </a:cubicBezTo>
                  <a:cubicBezTo>
                    <a:pt x="18881" y="9159"/>
                    <a:pt x="18381" y="8491"/>
                    <a:pt x="18247" y="7724"/>
                  </a:cubicBezTo>
                  <a:cubicBezTo>
                    <a:pt x="18180" y="7257"/>
                    <a:pt x="17680" y="7324"/>
                    <a:pt x="17346" y="7157"/>
                  </a:cubicBezTo>
                  <a:cubicBezTo>
                    <a:pt x="16746" y="6857"/>
                    <a:pt x="16879" y="6423"/>
                    <a:pt x="17246" y="6023"/>
                  </a:cubicBezTo>
                  <a:cubicBezTo>
                    <a:pt x="17706" y="5510"/>
                    <a:pt x="17946" y="4953"/>
                    <a:pt x="17667" y="4334"/>
                  </a:cubicBezTo>
                  <a:lnTo>
                    <a:pt x="17667" y="4334"/>
                  </a:lnTo>
                  <a:cubicBezTo>
                    <a:pt x="17776" y="4548"/>
                    <a:pt x="17872" y="4752"/>
                    <a:pt x="18047" y="4889"/>
                  </a:cubicBezTo>
                  <a:cubicBezTo>
                    <a:pt x="18163" y="4985"/>
                    <a:pt x="18367" y="5081"/>
                    <a:pt x="18519" y="5081"/>
                  </a:cubicBezTo>
                  <a:cubicBezTo>
                    <a:pt x="18631" y="5081"/>
                    <a:pt x="18714" y="5030"/>
                    <a:pt x="18714" y="4889"/>
                  </a:cubicBezTo>
                  <a:cubicBezTo>
                    <a:pt x="18747" y="3888"/>
                    <a:pt x="19848" y="3088"/>
                    <a:pt x="19315" y="1987"/>
                  </a:cubicBezTo>
                  <a:cubicBezTo>
                    <a:pt x="17980" y="1153"/>
                    <a:pt x="16479" y="586"/>
                    <a:pt x="14978" y="185"/>
                  </a:cubicBezTo>
                  <a:lnTo>
                    <a:pt x="14745" y="185"/>
                  </a:lnTo>
                  <a:cubicBezTo>
                    <a:pt x="14551" y="495"/>
                    <a:pt x="14335" y="693"/>
                    <a:pt x="14083" y="693"/>
                  </a:cubicBezTo>
                  <a:cubicBezTo>
                    <a:pt x="13901" y="693"/>
                    <a:pt x="13701" y="590"/>
                    <a:pt x="13477" y="352"/>
                  </a:cubicBezTo>
                  <a:cubicBezTo>
                    <a:pt x="13304" y="204"/>
                    <a:pt x="13076" y="0"/>
                    <a:pt x="12860" y="0"/>
                  </a:cubicBezTo>
                  <a:close/>
                </a:path>
              </a:pathLst>
            </a:custGeom>
            <a:solidFill>
              <a:srgbClr val="E2E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7"/>
            <p:cNvSpPr/>
            <p:nvPr/>
          </p:nvSpPr>
          <p:spPr>
            <a:xfrm>
              <a:off x="4071400" y="2459700"/>
              <a:ext cx="215200" cy="360750"/>
            </a:xfrm>
            <a:custGeom>
              <a:avLst/>
              <a:gdLst/>
              <a:ahLst/>
              <a:cxnLst/>
              <a:rect l="l" t="t" r="r" b="b"/>
              <a:pathLst>
                <a:path w="8608" h="14430" extrusionOk="0">
                  <a:moveTo>
                    <a:pt x="5538" y="1"/>
                  </a:moveTo>
                  <a:cubicBezTo>
                    <a:pt x="5338" y="67"/>
                    <a:pt x="5338" y="234"/>
                    <a:pt x="5305" y="368"/>
                  </a:cubicBezTo>
                  <a:cubicBezTo>
                    <a:pt x="5205" y="534"/>
                    <a:pt x="4504" y="1235"/>
                    <a:pt x="4437" y="1235"/>
                  </a:cubicBezTo>
                  <a:cubicBezTo>
                    <a:pt x="4101" y="1210"/>
                    <a:pt x="3769" y="1176"/>
                    <a:pt x="3446" y="1176"/>
                  </a:cubicBezTo>
                  <a:cubicBezTo>
                    <a:pt x="2907" y="1176"/>
                    <a:pt x="2395" y="1272"/>
                    <a:pt x="1936" y="1668"/>
                  </a:cubicBezTo>
                  <a:cubicBezTo>
                    <a:pt x="1886" y="1685"/>
                    <a:pt x="1811" y="1693"/>
                    <a:pt x="1731" y="1693"/>
                  </a:cubicBezTo>
                  <a:cubicBezTo>
                    <a:pt x="1652" y="1693"/>
                    <a:pt x="1569" y="1685"/>
                    <a:pt x="1502" y="1668"/>
                  </a:cubicBezTo>
                  <a:cubicBezTo>
                    <a:pt x="1375" y="1605"/>
                    <a:pt x="1271" y="1578"/>
                    <a:pt x="1184" y="1578"/>
                  </a:cubicBezTo>
                  <a:cubicBezTo>
                    <a:pt x="903" y="1578"/>
                    <a:pt x="795" y="1863"/>
                    <a:pt x="668" y="2169"/>
                  </a:cubicBezTo>
                  <a:cubicBezTo>
                    <a:pt x="668" y="2202"/>
                    <a:pt x="701" y="2236"/>
                    <a:pt x="701" y="2302"/>
                  </a:cubicBezTo>
                  <a:cubicBezTo>
                    <a:pt x="1302" y="2703"/>
                    <a:pt x="1469" y="3903"/>
                    <a:pt x="935" y="4304"/>
                  </a:cubicBezTo>
                  <a:cubicBezTo>
                    <a:pt x="301" y="4737"/>
                    <a:pt x="134" y="5371"/>
                    <a:pt x="101" y="6038"/>
                  </a:cubicBezTo>
                  <a:cubicBezTo>
                    <a:pt x="1" y="7139"/>
                    <a:pt x="335" y="8840"/>
                    <a:pt x="835" y="10074"/>
                  </a:cubicBezTo>
                  <a:cubicBezTo>
                    <a:pt x="935" y="10308"/>
                    <a:pt x="935" y="10508"/>
                    <a:pt x="968" y="10708"/>
                  </a:cubicBezTo>
                  <a:cubicBezTo>
                    <a:pt x="1369" y="12176"/>
                    <a:pt x="1269" y="13944"/>
                    <a:pt x="3337" y="14278"/>
                  </a:cubicBezTo>
                  <a:cubicBezTo>
                    <a:pt x="3445" y="14331"/>
                    <a:pt x="3574" y="14429"/>
                    <a:pt x="3655" y="14429"/>
                  </a:cubicBezTo>
                  <a:cubicBezTo>
                    <a:pt x="3674" y="14429"/>
                    <a:pt x="3691" y="14424"/>
                    <a:pt x="3704" y="14411"/>
                  </a:cubicBezTo>
                  <a:cubicBezTo>
                    <a:pt x="3959" y="14272"/>
                    <a:pt x="4214" y="14225"/>
                    <a:pt x="4467" y="14225"/>
                  </a:cubicBezTo>
                  <a:cubicBezTo>
                    <a:pt x="4943" y="14225"/>
                    <a:pt x="5415" y="14389"/>
                    <a:pt x="5872" y="14411"/>
                  </a:cubicBezTo>
                  <a:cubicBezTo>
                    <a:pt x="6172" y="14044"/>
                    <a:pt x="6139" y="13510"/>
                    <a:pt x="6506" y="13143"/>
                  </a:cubicBezTo>
                  <a:cubicBezTo>
                    <a:pt x="6806" y="13010"/>
                    <a:pt x="6939" y="12743"/>
                    <a:pt x="6939" y="12510"/>
                  </a:cubicBezTo>
                  <a:lnTo>
                    <a:pt x="6939" y="12009"/>
                  </a:lnTo>
                  <a:cubicBezTo>
                    <a:pt x="6939" y="11576"/>
                    <a:pt x="6973" y="11175"/>
                    <a:pt x="7039" y="10742"/>
                  </a:cubicBezTo>
                  <a:cubicBezTo>
                    <a:pt x="7606" y="7906"/>
                    <a:pt x="7940" y="5071"/>
                    <a:pt x="8340" y="2236"/>
                  </a:cubicBezTo>
                  <a:cubicBezTo>
                    <a:pt x="8440" y="1869"/>
                    <a:pt x="8607" y="1402"/>
                    <a:pt x="8107" y="1135"/>
                  </a:cubicBezTo>
                  <a:cubicBezTo>
                    <a:pt x="7139" y="1035"/>
                    <a:pt x="6139" y="901"/>
                    <a:pt x="5538" y="1"/>
                  </a:cubicBezTo>
                  <a:close/>
                </a:path>
              </a:pathLst>
            </a:custGeom>
            <a:solidFill>
              <a:srgbClr val="DCE8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7"/>
            <p:cNvSpPr/>
            <p:nvPr/>
          </p:nvSpPr>
          <p:spPr>
            <a:xfrm>
              <a:off x="4234025" y="2466725"/>
              <a:ext cx="327750" cy="339300"/>
            </a:xfrm>
            <a:custGeom>
              <a:avLst/>
              <a:gdLst/>
              <a:ahLst/>
              <a:cxnLst/>
              <a:rect l="l" t="t" r="r" b="b"/>
              <a:pathLst>
                <a:path w="13110" h="13572" extrusionOk="0">
                  <a:moveTo>
                    <a:pt x="2328" y="0"/>
                  </a:moveTo>
                  <a:cubicBezTo>
                    <a:pt x="2001" y="0"/>
                    <a:pt x="1924" y="184"/>
                    <a:pt x="1668" y="787"/>
                  </a:cubicBezTo>
                  <a:cubicBezTo>
                    <a:pt x="1668" y="887"/>
                    <a:pt x="1769" y="1021"/>
                    <a:pt x="1769" y="1087"/>
                  </a:cubicBezTo>
                  <a:cubicBezTo>
                    <a:pt x="1668" y="2622"/>
                    <a:pt x="1302" y="4089"/>
                    <a:pt x="1135" y="5624"/>
                  </a:cubicBezTo>
                  <a:cubicBezTo>
                    <a:pt x="1001" y="6891"/>
                    <a:pt x="701" y="8126"/>
                    <a:pt x="501" y="9393"/>
                  </a:cubicBezTo>
                  <a:cubicBezTo>
                    <a:pt x="368" y="10194"/>
                    <a:pt x="1" y="10928"/>
                    <a:pt x="201" y="11762"/>
                  </a:cubicBezTo>
                  <a:cubicBezTo>
                    <a:pt x="801" y="11895"/>
                    <a:pt x="301" y="12062"/>
                    <a:pt x="201" y="12195"/>
                  </a:cubicBezTo>
                  <a:cubicBezTo>
                    <a:pt x="201" y="12429"/>
                    <a:pt x="101" y="12629"/>
                    <a:pt x="1" y="12862"/>
                  </a:cubicBezTo>
                  <a:cubicBezTo>
                    <a:pt x="267" y="13062"/>
                    <a:pt x="768" y="12929"/>
                    <a:pt x="935" y="13363"/>
                  </a:cubicBezTo>
                  <a:cubicBezTo>
                    <a:pt x="962" y="13502"/>
                    <a:pt x="1013" y="13571"/>
                    <a:pt x="1126" y="13571"/>
                  </a:cubicBezTo>
                  <a:cubicBezTo>
                    <a:pt x="1149" y="13571"/>
                    <a:pt x="1174" y="13568"/>
                    <a:pt x="1201" y="13563"/>
                  </a:cubicBezTo>
                  <a:cubicBezTo>
                    <a:pt x="1435" y="13529"/>
                    <a:pt x="1435" y="13363"/>
                    <a:pt x="1368" y="13129"/>
                  </a:cubicBezTo>
                  <a:cubicBezTo>
                    <a:pt x="1201" y="12562"/>
                    <a:pt x="1335" y="11895"/>
                    <a:pt x="1101" y="11261"/>
                  </a:cubicBezTo>
                  <a:cubicBezTo>
                    <a:pt x="968" y="10861"/>
                    <a:pt x="1468" y="10227"/>
                    <a:pt x="2002" y="10194"/>
                  </a:cubicBezTo>
                  <a:cubicBezTo>
                    <a:pt x="2037" y="10189"/>
                    <a:pt x="2069" y="10187"/>
                    <a:pt x="2099" y="10187"/>
                  </a:cubicBezTo>
                  <a:cubicBezTo>
                    <a:pt x="2502" y="10187"/>
                    <a:pt x="2498" y="10586"/>
                    <a:pt x="2436" y="10928"/>
                  </a:cubicBezTo>
                  <a:cubicBezTo>
                    <a:pt x="2347" y="11311"/>
                    <a:pt x="2624" y="11434"/>
                    <a:pt x="2851" y="11434"/>
                  </a:cubicBezTo>
                  <a:cubicBezTo>
                    <a:pt x="2881" y="11434"/>
                    <a:pt x="2909" y="11432"/>
                    <a:pt x="2936" y="11428"/>
                  </a:cubicBezTo>
                  <a:cubicBezTo>
                    <a:pt x="3097" y="11374"/>
                    <a:pt x="3241" y="11341"/>
                    <a:pt x="3368" y="11341"/>
                  </a:cubicBezTo>
                  <a:cubicBezTo>
                    <a:pt x="3637" y="11341"/>
                    <a:pt x="3834" y="11488"/>
                    <a:pt x="3970" y="11895"/>
                  </a:cubicBezTo>
                  <a:cubicBezTo>
                    <a:pt x="4026" y="12021"/>
                    <a:pt x="4106" y="12071"/>
                    <a:pt x="4197" y="12071"/>
                  </a:cubicBezTo>
                  <a:cubicBezTo>
                    <a:pt x="4322" y="12071"/>
                    <a:pt x="4469" y="11977"/>
                    <a:pt x="4604" y="11862"/>
                  </a:cubicBezTo>
                  <a:cubicBezTo>
                    <a:pt x="4771" y="11695"/>
                    <a:pt x="5004" y="11461"/>
                    <a:pt x="4637" y="11261"/>
                  </a:cubicBezTo>
                  <a:cubicBezTo>
                    <a:pt x="4537" y="11228"/>
                    <a:pt x="4370" y="11194"/>
                    <a:pt x="4370" y="11094"/>
                  </a:cubicBezTo>
                  <a:cubicBezTo>
                    <a:pt x="4343" y="10690"/>
                    <a:pt x="4839" y="10286"/>
                    <a:pt x="5259" y="10286"/>
                  </a:cubicBezTo>
                  <a:cubicBezTo>
                    <a:pt x="5359" y="10286"/>
                    <a:pt x="5454" y="10309"/>
                    <a:pt x="5538" y="10361"/>
                  </a:cubicBezTo>
                  <a:cubicBezTo>
                    <a:pt x="5711" y="10457"/>
                    <a:pt x="5907" y="10553"/>
                    <a:pt x="6073" y="10553"/>
                  </a:cubicBezTo>
                  <a:cubicBezTo>
                    <a:pt x="6195" y="10553"/>
                    <a:pt x="6301" y="10502"/>
                    <a:pt x="6372" y="10361"/>
                  </a:cubicBezTo>
                  <a:cubicBezTo>
                    <a:pt x="6639" y="9860"/>
                    <a:pt x="7139" y="9593"/>
                    <a:pt x="7506" y="9093"/>
                  </a:cubicBezTo>
                  <a:lnTo>
                    <a:pt x="7106" y="9093"/>
                  </a:lnTo>
                  <a:cubicBezTo>
                    <a:pt x="6999" y="9114"/>
                    <a:pt x="6893" y="9190"/>
                    <a:pt x="6795" y="9190"/>
                  </a:cubicBezTo>
                  <a:cubicBezTo>
                    <a:pt x="6740" y="9190"/>
                    <a:pt x="6687" y="9165"/>
                    <a:pt x="6639" y="9093"/>
                  </a:cubicBezTo>
                  <a:cubicBezTo>
                    <a:pt x="6539" y="8960"/>
                    <a:pt x="6539" y="8759"/>
                    <a:pt x="6539" y="8593"/>
                  </a:cubicBezTo>
                  <a:cubicBezTo>
                    <a:pt x="6539" y="8359"/>
                    <a:pt x="6772" y="8259"/>
                    <a:pt x="6939" y="8092"/>
                  </a:cubicBezTo>
                  <a:cubicBezTo>
                    <a:pt x="7473" y="7559"/>
                    <a:pt x="8006" y="7058"/>
                    <a:pt x="8473" y="6458"/>
                  </a:cubicBezTo>
                  <a:cubicBezTo>
                    <a:pt x="9007" y="5791"/>
                    <a:pt x="9307" y="4957"/>
                    <a:pt x="9474" y="4123"/>
                  </a:cubicBezTo>
                  <a:cubicBezTo>
                    <a:pt x="9505" y="3908"/>
                    <a:pt x="9648" y="3581"/>
                    <a:pt x="9904" y="3581"/>
                  </a:cubicBezTo>
                  <a:cubicBezTo>
                    <a:pt x="9927" y="3581"/>
                    <a:pt x="9950" y="3584"/>
                    <a:pt x="9974" y="3589"/>
                  </a:cubicBezTo>
                  <a:cubicBezTo>
                    <a:pt x="10375" y="3756"/>
                    <a:pt x="10008" y="4023"/>
                    <a:pt x="9941" y="4256"/>
                  </a:cubicBezTo>
                  <a:cubicBezTo>
                    <a:pt x="9874" y="4290"/>
                    <a:pt x="9874" y="4390"/>
                    <a:pt x="9874" y="4456"/>
                  </a:cubicBezTo>
                  <a:cubicBezTo>
                    <a:pt x="10049" y="4514"/>
                    <a:pt x="10215" y="4544"/>
                    <a:pt x="10373" y="4544"/>
                  </a:cubicBezTo>
                  <a:cubicBezTo>
                    <a:pt x="10669" y="4544"/>
                    <a:pt x="10936" y="4440"/>
                    <a:pt x="11175" y="4223"/>
                  </a:cubicBezTo>
                  <a:cubicBezTo>
                    <a:pt x="11042" y="3923"/>
                    <a:pt x="11008" y="3622"/>
                    <a:pt x="11042" y="3222"/>
                  </a:cubicBezTo>
                  <a:lnTo>
                    <a:pt x="11042" y="3222"/>
                  </a:lnTo>
                  <a:cubicBezTo>
                    <a:pt x="11475" y="3556"/>
                    <a:pt x="11776" y="3789"/>
                    <a:pt x="12043" y="4056"/>
                  </a:cubicBezTo>
                  <a:cubicBezTo>
                    <a:pt x="12318" y="4285"/>
                    <a:pt x="12481" y="4409"/>
                    <a:pt x="12602" y="4409"/>
                  </a:cubicBezTo>
                  <a:cubicBezTo>
                    <a:pt x="12746" y="4409"/>
                    <a:pt x="12832" y="4236"/>
                    <a:pt x="12977" y="3856"/>
                  </a:cubicBezTo>
                  <a:lnTo>
                    <a:pt x="13110" y="3356"/>
                  </a:lnTo>
                  <a:cubicBezTo>
                    <a:pt x="12876" y="2922"/>
                    <a:pt x="12510" y="2855"/>
                    <a:pt x="12143" y="2722"/>
                  </a:cubicBezTo>
                  <a:cubicBezTo>
                    <a:pt x="11709" y="2555"/>
                    <a:pt x="11342" y="2422"/>
                    <a:pt x="10942" y="2288"/>
                  </a:cubicBezTo>
                  <a:cubicBezTo>
                    <a:pt x="10851" y="2361"/>
                    <a:pt x="10776" y="2389"/>
                    <a:pt x="10709" y="2389"/>
                  </a:cubicBezTo>
                  <a:cubicBezTo>
                    <a:pt x="10531" y="2389"/>
                    <a:pt x="10420" y="2185"/>
                    <a:pt x="10275" y="2088"/>
                  </a:cubicBezTo>
                  <a:cubicBezTo>
                    <a:pt x="9541" y="1588"/>
                    <a:pt x="8774" y="1287"/>
                    <a:pt x="7940" y="1087"/>
                  </a:cubicBezTo>
                  <a:cubicBezTo>
                    <a:pt x="6272" y="687"/>
                    <a:pt x="4604" y="420"/>
                    <a:pt x="2936" y="87"/>
                  </a:cubicBezTo>
                  <a:cubicBezTo>
                    <a:pt x="2661" y="36"/>
                    <a:pt x="2471" y="0"/>
                    <a:pt x="2328" y="0"/>
                  </a:cubicBez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7"/>
            <p:cNvSpPr/>
            <p:nvPr/>
          </p:nvSpPr>
          <p:spPr>
            <a:xfrm>
              <a:off x="4600125" y="2597025"/>
              <a:ext cx="132625" cy="381975"/>
            </a:xfrm>
            <a:custGeom>
              <a:avLst/>
              <a:gdLst/>
              <a:ahLst/>
              <a:cxnLst/>
              <a:rect l="l" t="t" r="r" b="b"/>
              <a:pathLst>
                <a:path w="5305" h="15279" extrusionOk="0">
                  <a:moveTo>
                    <a:pt x="3014" y="0"/>
                  </a:moveTo>
                  <a:cubicBezTo>
                    <a:pt x="2966" y="0"/>
                    <a:pt x="2918" y="4"/>
                    <a:pt x="2869" y="12"/>
                  </a:cubicBezTo>
                  <a:cubicBezTo>
                    <a:pt x="2569" y="479"/>
                    <a:pt x="2902" y="1079"/>
                    <a:pt x="2536" y="1513"/>
                  </a:cubicBezTo>
                  <a:cubicBezTo>
                    <a:pt x="2169" y="1913"/>
                    <a:pt x="2002" y="2347"/>
                    <a:pt x="2202" y="2980"/>
                  </a:cubicBezTo>
                  <a:cubicBezTo>
                    <a:pt x="1702" y="2814"/>
                    <a:pt x="1501" y="2547"/>
                    <a:pt x="1468" y="2180"/>
                  </a:cubicBezTo>
                  <a:cubicBezTo>
                    <a:pt x="1401" y="1980"/>
                    <a:pt x="1368" y="1746"/>
                    <a:pt x="1168" y="1646"/>
                  </a:cubicBezTo>
                  <a:cubicBezTo>
                    <a:pt x="1025" y="1551"/>
                    <a:pt x="847" y="1387"/>
                    <a:pt x="685" y="1387"/>
                  </a:cubicBezTo>
                  <a:cubicBezTo>
                    <a:pt x="620" y="1387"/>
                    <a:pt x="558" y="1413"/>
                    <a:pt x="501" y="1479"/>
                  </a:cubicBezTo>
                  <a:cubicBezTo>
                    <a:pt x="234" y="1713"/>
                    <a:pt x="534" y="1880"/>
                    <a:pt x="701" y="2046"/>
                  </a:cubicBezTo>
                  <a:cubicBezTo>
                    <a:pt x="1368" y="2880"/>
                    <a:pt x="1368" y="2880"/>
                    <a:pt x="801" y="3748"/>
                  </a:cubicBezTo>
                  <a:cubicBezTo>
                    <a:pt x="701" y="3881"/>
                    <a:pt x="534" y="3981"/>
                    <a:pt x="401" y="4081"/>
                  </a:cubicBezTo>
                  <a:cubicBezTo>
                    <a:pt x="234" y="4215"/>
                    <a:pt x="0" y="4415"/>
                    <a:pt x="167" y="4581"/>
                  </a:cubicBezTo>
                  <a:cubicBezTo>
                    <a:pt x="444" y="4858"/>
                    <a:pt x="381" y="5531"/>
                    <a:pt x="786" y="5531"/>
                  </a:cubicBezTo>
                  <a:cubicBezTo>
                    <a:pt x="821" y="5531"/>
                    <a:pt x="859" y="5526"/>
                    <a:pt x="901" y="5515"/>
                  </a:cubicBezTo>
                  <a:cubicBezTo>
                    <a:pt x="1014" y="5492"/>
                    <a:pt x="1112" y="5481"/>
                    <a:pt x="1196" y="5481"/>
                  </a:cubicBezTo>
                  <a:cubicBezTo>
                    <a:pt x="1704" y="5481"/>
                    <a:pt x="1716" y="5882"/>
                    <a:pt x="1802" y="6283"/>
                  </a:cubicBezTo>
                  <a:cubicBezTo>
                    <a:pt x="1835" y="6550"/>
                    <a:pt x="1868" y="6783"/>
                    <a:pt x="2002" y="7017"/>
                  </a:cubicBezTo>
                  <a:cubicBezTo>
                    <a:pt x="2169" y="7350"/>
                    <a:pt x="2202" y="7617"/>
                    <a:pt x="2002" y="8051"/>
                  </a:cubicBezTo>
                  <a:cubicBezTo>
                    <a:pt x="1835" y="8384"/>
                    <a:pt x="1835" y="9085"/>
                    <a:pt x="2169" y="9285"/>
                  </a:cubicBezTo>
                  <a:cubicBezTo>
                    <a:pt x="2478" y="9465"/>
                    <a:pt x="2628" y="10065"/>
                    <a:pt x="3051" y="10065"/>
                  </a:cubicBezTo>
                  <a:cubicBezTo>
                    <a:pt x="3174" y="10065"/>
                    <a:pt x="3322" y="10014"/>
                    <a:pt x="3503" y="9885"/>
                  </a:cubicBezTo>
                  <a:cubicBezTo>
                    <a:pt x="3523" y="9855"/>
                    <a:pt x="3550" y="9843"/>
                    <a:pt x="3578" y="9843"/>
                  </a:cubicBezTo>
                  <a:cubicBezTo>
                    <a:pt x="3641" y="9843"/>
                    <a:pt x="3713" y="9906"/>
                    <a:pt x="3736" y="9952"/>
                  </a:cubicBezTo>
                  <a:cubicBezTo>
                    <a:pt x="3836" y="10119"/>
                    <a:pt x="3803" y="10252"/>
                    <a:pt x="3670" y="10352"/>
                  </a:cubicBezTo>
                  <a:cubicBezTo>
                    <a:pt x="3536" y="10419"/>
                    <a:pt x="3403" y="10452"/>
                    <a:pt x="3303" y="10552"/>
                  </a:cubicBezTo>
                  <a:cubicBezTo>
                    <a:pt x="2736" y="11019"/>
                    <a:pt x="2335" y="12020"/>
                    <a:pt x="2636" y="12521"/>
                  </a:cubicBezTo>
                  <a:cubicBezTo>
                    <a:pt x="3169" y="13354"/>
                    <a:pt x="2902" y="14389"/>
                    <a:pt x="3336" y="15256"/>
                  </a:cubicBezTo>
                  <a:cubicBezTo>
                    <a:pt x="3384" y="15272"/>
                    <a:pt x="3427" y="15278"/>
                    <a:pt x="3461" y="15278"/>
                  </a:cubicBezTo>
                  <a:cubicBezTo>
                    <a:pt x="3569" y="15278"/>
                    <a:pt x="3596" y="15214"/>
                    <a:pt x="3470" y="15189"/>
                  </a:cubicBezTo>
                  <a:cubicBezTo>
                    <a:pt x="3503" y="14522"/>
                    <a:pt x="3403" y="13855"/>
                    <a:pt x="3536" y="13188"/>
                  </a:cubicBezTo>
                  <a:cubicBezTo>
                    <a:pt x="3836" y="11420"/>
                    <a:pt x="4070" y="9685"/>
                    <a:pt x="4303" y="7884"/>
                  </a:cubicBezTo>
                  <a:cubicBezTo>
                    <a:pt x="4370" y="7317"/>
                    <a:pt x="4237" y="6716"/>
                    <a:pt x="4337" y="6183"/>
                  </a:cubicBezTo>
                  <a:cubicBezTo>
                    <a:pt x="4570" y="4715"/>
                    <a:pt x="4804" y="3214"/>
                    <a:pt x="5137" y="1813"/>
                  </a:cubicBezTo>
                  <a:cubicBezTo>
                    <a:pt x="5304" y="1079"/>
                    <a:pt x="5071" y="712"/>
                    <a:pt x="4570" y="378"/>
                  </a:cubicBezTo>
                  <a:cubicBezTo>
                    <a:pt x="4510" y="392"/>
                    <a:pt x="4451" y="398"/>
                    <a:pt x="4392" y="398"/>
                  </a:cubicBezTo>
                  <a:cubicBezTo>
                    <a:pt x="3919" y="398"/>
                    <a:pt x="3515" y="0"/>
                    <a:pt x="3014" y="0"/>
                  </a:cubicBezTo>
                  <a:close/>
                </a:path>
              </a:pathLst>
            </a:custGeom>
            <a:solidFill>
              <a:srgbClr val="DBEC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7"/>
            <p:cNvSpPr/>
            <p:nvPr/>
          </p:nvSpPr>
          <p:spPr>
            <a:xfrm>
              <a:off x="4016375" y="2482225"/>
              <a:ext cx="77575" cy="108175"/>
            </a:xfrm>
            <a:custGeom>
              <a:avLst/>
              <a:gdLst/>
              <a:ahLst/>
              <a:cxnLst/>
              <a:rect l="l" t="t" r="r" b="b"/>
              <a:pathLst>
                <a:path w="3103" h="4327" extrusionOk="0">
                  <a:moveTo>
                    <a:pt x="234" y="0"/>
                  </a:moveTo>
                  <a:lnTo>
                    <a:pt x="234" y="0"/>
                  </a:lnTo>
                  <a:cubicBezTo>
                    <a:pt x="267" y="300"/>
                    <a:pt x="0" y="601"/>
                    <a:pt x="201" y="934"/>
                  </a:cubicBezTo>
                  <a:cubicBezTo>
                    <a:pt x="734" y="1802"/>
                    <a:pt x="0" y="2936"/>
                    <a:pt x="734" y="3803"/>
                  </a:cubicBezTo>
                  <a:cubicBezTo>
                    <a:pt x="801" y="3903"/>
                    <a:pt x="634" y="4137"/>
                    <a:pt x="567" y="4303"/>
                  </a:cubicBezTo>
                  <a:cubicBezTo>
                    <a:pt x="673" y="4319"/>
                    <a:pt x="770" y="4326"/>
                    <a:pt x="859" y="4326"/>
                  </a:cubicBezTo>
                  <a:cubicBezTo>
                    <a:pt x="2297" y="4326"/>
                    <a:pt x="1768" y="2408"/>
                    <a:pt x="2836" y="1968"/>
                  </a:cubicBezTo>
                  <a:cubicBezTo>
                    <a:pt x="3103" y="1835"/>
                    <a:pt x="3069" y="1468"/>
                    <a:pt x="2869" y="1234"/>
                  </a:cubicBezTo>
                  <a:lnTo>
                    <a:pt x="2869" y="1234"/>
                  </a:lnTo>
                  <a:cubicBezTo>
                    <a:pt x="2726" y="1258"/>
                    <a:pt x="2601" y="1367"/>
                    <a:pt x="2456" y="1367"/>
                  </a:cubicBezTo>
                  <a:cubicBezTo>
                    <a:pt x="2397" y="1367"/>
                    <a:pt x="2336" y="1349"/>
                    <a:pt x="2269" y="1301"/>
                  </a:cubicBezTo>
                  <a:cubicBezTo>
                    <a:pt x="1668" y="801"/>
                    <a:pt x="734" y="734"/>
                    <a:pt x="234" y="0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7"/>
            <p:cNvSpPr/>
            <p:nvPr/>
          </p:nvSpPr>
          <p:spPr>
            <a:xfrm>
              <a:off x="4489200" y="2518075"/>
              <a:ext cx="15875" cy="13475"/>
            </a:xfrm>
            <a:custGeom>
              <a:avLst/>
              <a:gdLst/>
              <a:ahLst/>
              <a:cxnLst/>
              <a:rect l="l" t="t" r="r" b="b"/>
              <a:pathLst>
                <a:path w="635" h="539" extrusionOk="0">
                  <a:moveTo>
                    <a:pt x="1" y="1"/>
                  </a:moveTo>
                  <a:cubicBezTo>
                    <a:pt x="34" y="234"/>
                    <a:pt x="101" y="501"/>
                    <a:pt x="368" y="534"/>
                  </a:cubicBezTo>
                  <a:cubicBezTo>
                    <a:pt x="385" y="537"/>
                    <a:pt x="401" y="538"/>
                    <a:pt x="416" y="538"/>
                  </a:cubicBezTo>
                  <a:cubicBezTo>
                    <a:pt x="602" y="538"/>
                    <a:pt x="604" y="355"/>
                    <a:pt x="635" y="201"/>
                  </a:cubicBezTo>
                  <a:cubicBezTo>
                    <a:pt x="435" y="134"/>
                    <a:pt x="234" y="1"/>
                    <a:pt x="1" y="1"/>
                  </a:cubicBezTo>
                  <a:close/>
                </a:path>
              </a:pathLst>
            </a:custGeom>
            <a:solidFill>
              <a:srgbClr val="E2E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7"/>
            <p:cNvSpPr/>
            <p:nvPr/>
          </p:nvSpPr>
          <p:spPr>
            <a:xfrm>
              <a:off x="4650150" y="2972525"/>
              <a:ext cx="87600" cy="163525"/>
            </a:xfrm>
            <a:custGeom>
              <a:avLst/>
              <a:gdLst/>
              <a:ahLst/>
              <a:cxnLst/>
              <a:rect l="l" t="t" r="r" b="b"/>
              <a:pathLst>
                <a:path w="3504" h="6541" extrusionOk="0">
                  <a:moveTo>
                    <a:pt x="3125" y="1"/>
                  </a:moveTo>
                  <a:cubicBezTo>
                    <a:pt x="2986" y="1"/>
                    <a:pt x="2782" y="65"/>
                    <a:pt x="2469" y="169"/>
                  </a:cubicBezTo>
                  <a:cubicBezTo>
                    <a:pt x="2372" y="208"/>
                    <a:pt x="2277" y="224"/>
                    <a:pt x="2184" y="224"/>
                  </a:cubicBezTo>
                  <a:cubicBezTo>
                    <a:pt x="1960" y="224"/>
                    <a:pt x="1748" y="130"/>
                    <a:pt x="1535" y="36"/>
                  </a:cubicBezTo>
                  <a:cubicBezTo>
                    <a:pt x="1469" y="69"/>
                    <a:pt x="1402" y="169"/>
                    <a:pt x="1335" y="236"/>
                  </a:cubicBezTo>
                  <a:cubicBezTo>
                    <a:pt x="1469" y="970"/>
                    <a:pt x="1502" y="1737"/>
                    <a:pt x="1368" y="2437"/>
                  </a:cubicBezTo>
                  <a:cubicBezTo>
                    <a:pt x="1202" y="3238"/>
                    <a:pt x="1202" y="4005"/>
                    <a:pt x="1235" y="4772"/>
                  </a:cubicBezTo>
                  <a:cubicBezTo>
                    <a:pt x="1268" y="6207"/>
                    <a:pt x="1268" y="6040"/>
                    <a:pt x="1" y="6073"/>
                  </a:cubicBezTo>
                  <a:cubicBezTo>
                    <a:pt x="118" y="6495"/>
                    <a:pt x="399" y="6538"/>
                    <a:pt x="695" y="6538"/>
                  </a:cubicBezTo>
                  <a:cubicBezTo>
                    <a:pt x="772" y="6538"/>
                    <a:pt x="850" y="6535"/>
                    <a:pt x="926" y="6535"/>
                  </a:cubicBezTo>
                  <a:cubicBezTo>
                    <a:pt x="974" y="6535"/>
                    <a:pt x="1022" y="6536"/>
                    <a:pt x="1068" y="6540"/>
                  </a:cubicBezTo>
                  <a:cubicBezTo>
                    <a:pt x="1402" y="6507"/>
                    <a:pt x="1702" y="6507"/>
                    <a:pt x="1969" y="6240"/>
                  </a:cubicBezTo>
                  <a:cubicBezTo>
                    <a:pt x="2903" y="6140"/>
                    <a:pt x="2970" y="6073"/>
                    <a:pt x="3136" y="5206"/>
                  </a:cubicBezTo>
                  <a:cubicBezTo>
                    <a:pt x="3170" y="4973"/>
                    <a:pt x="3136" y="4706"/>
                    <a:pt x="3170" y="4472"/>
                  </a:cubicBezTo>
                  <a:cubicBezTo>
                    <a:pt x="3236" y="3572"/>
                    <a:pt x="3203" y="2704"/>
                    <a:pt x="3503" y="1870"/>
                  </a:cubicBezTo>
                  <a:lnTo>
                    <a:pt x="3503" y="836"/>
                  </a:lnTo>
                  <a:cubicBezTo>
                    <a:pt x="3416" y="227"/>
                    <a:pt x="3386" y="1"/>
                    <a:pt x="3125" y="1"/>
                  </a:cubicBezTo>
                  <a:close/>
                </a:path>
              </a:pathLst>
            </a:custGeom>
            <a:solidFill>
              <a:srgbClr val="E3E9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7"/>
            <p:cNvSpPr/>
            <p:nvPr/>
          </p:nvSpPr>
          <p:spPr>
            <a:xfrm>
              <a:off x="4747725" y="2607300"/>
              <a:ext cx="5875" cy="10875"/>
            </a:xfrm>
            <a:custGeom>
              <a:avLst/>
              <a:gdLst/>
              <a:ahLst/>
              <a:cxnLst/>
              <a:rect l="l" t="t" r="r" b="b"/>
              <a:pathLst>
                <a:path w="235" h="435" extrusionOk="0">
                  <a:moveTo>
                    <a:pt x="1" y="1"/>
                  </a:moveTo>
                  <a:lnTo>
                    <a:pt x="1" y="234"/>
                  </a:lnTo>
                  <a:cubicBezTo>
                    <a:pt x="101" y="301"/>
                    <a:pt x="167" y="334"/>
                    <a:pt x="234" y="434"/>
                  </a:cubicBezTo>
                  <a:cubicBezTo>
                    <a:pt x="234" y="268"/>
                    <a:pt x="167" y="101"/>
                    <a:pt x="1" y="1"/>
                  </a:cubicBezTo>
                  <a:close/>
                </a:path>
              </a:pathLst>
            </a:custGeom>
            <a:solidFill>
              <a:srgbClr val="D8D6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7"/>
            <p:cNvSpPr/>
            <p:nvPr/>
          </p:nvSpPr>
          <p:spPr>
            <a:xfrm>
              <a:off x="4430000" y="3444575"/>
              <a:ext cx="221025" cy="274750"/>
            </a:xfrm>
            <a:custGeom>
              <a:avLst/>
              <a:gdLst/>
              <a:ahLst/>
              <a:cxnLst/>
              <a:rect l="l" t="t" r="r" b="b"/>
              <a:pathLst>
                <a:path w="8841" h="10990" extrusionOk="0">
                  <a:moveTo>
                    <a:pt x="3036" y="0"/>
                  </a:moveTo>
                  <a:cubicBezTo>
                    <a:pt x="2969" y="0"/>
                    <a:pt x="2836" y="0"/>
                    <a:pt x="2736" y="34"/>
                  </a:cubicBezTo>
                  <a:cubicBezTo>
                    <a:pt x="2569" y="101"/>
                    <a:pt x="2502" y="201"/>
                    <a:pt x="2402" y="334"/>
                  </a:cubicBezTo>
                  <a:cubicBezTo>
                    <a:pt x="2261" y="636"/>
                    <a:pt x="2096" y="853"/>
                    <a:pt x="1877" y="853"/>
                  </a:cubicBezTo>
                  <a:cubicBezTo>
                    <a:pt x="1734" y="853"/>
                    <a:pt x="1567" y="759"/>
                    <a:pt x="1368" y="534"/>
                  </a:cubicBezTo>
                  <a:cubicBezTo>
                    <a:pt x="1235" y="367"/>
                    <a:pt x="1001" y="367"/>
                    <a:pt x="801" y="334"/>
                  </a:cubicBezTo>
                  <a:cubicBezTo>
                    <a:pt x="701" y="301"/>
                    <a:pt x="568" y="301"/>
                    <a:pt x="501" y="301"/>
                  </a:cubicBezTo>
                  <a:cubicBezTo>
                    <a:pt x="167" y="334"/>
                    <a:pt x="1" y="534"/>
                    <a:pt x="1" y="868"/>
                  </a:cubicBezTo>
                  <a:cubicBezTo>
                    <a:pt x="167" y="1135"/>
                    <a:pt x="534" y="1035"/>
                    <a:pt x="668" y="1468"/>
                  </a:cubicBezTo>
                  <a:cubicBezTo>
                    <a:pt x="774" y="1937"/>
                    <a:pt x="826" y="2107"/>
                    <a:pt x="1059" y="2107"/>
                  </a:cubicBezTo>
                  <a:cubicBezTo>
                    <a:pt x="1191" y="2107"/>
                    <a:pt x="1380" y="2053"/>
                    <a:pt x="1668" y="1969"/>
                  </a:cubicBezTo>
                  <a:cubicBezTo>
                    <a:pt x="1735" y="1952"/>
                    <a:pt x="1810" y="1952"/>
                    <a:pt x="1881" y="1952"/>
                  </a:cubicBezTo>
                  <a:cubicBezTo>
                    <a:pt x="1952" y="1952"/>
                    <a:pt x="2019" y="1952"/>
                    <a:pt x="2069" y="1935"/>
                  </a:cubicBezTo>
                  <a:cubicBezTo>
                    <a:pt x="2482" y="1780"/>
                    <a:pt x="2746" y="1685"/>
                    <a:pt x="2929" y="1685"/>
                  </a:cubicBezTo>
                  <a:cubicBezTo>
                    <a:pt x="3218" y="1685"/>
                    <a:pt x="3306" y="1923"/>
                    <a:pt x="3470" y="2536"/>
                  </a:cubicBezTo>
                  <a:cubicBezTo>
                    <a:pt x="3565" y="2918"/>
                    <a:pt x="3639" y="3104"/>
                    <a:pt x="3779" y="3104"/>
                  </a:cubicBezTo>
                  <a:cubicBezTo>
                    <a:pt x="3883" y="3104"/>
                    <a:pt x="4024" y="3002"/>
                    <a:pt x="4237" y="2802"/>
                  </a:cubicBezTo>
                  <a:cubicBezTo>
                    <a:pt x="4341" y="2724"/>
                    <a:pt x="4385" y="2605"/>
                    <a:pt x="4526" y="2605"/>
                  </a:cubicBezTo>
                  <a:cubicBezTo>
                    <a:pt x="4566" y="2605"/>
                    <a:pt x="4613" y="2614"/>
                    <a:pt x="4671" y="2636"/>
                  </a:cubicBezTo>
                  <a:cubicBezTo>
                    <a:pt x="4804" y="3770"/>
                    <a:pt x="5304" y="4637"/>
                    <a:pt x="6639" y="4804"/>
                  </a:cubicBezTo>
                  <a:cubicBezTo>
                    <a:pt x="6972" y="4837"/>
                    <a:pt x="6972" y="5137"/>
                    <a:pt x="6905" y="5371"/>
                  </a:cubicBezTo>
                  <a:cubicBezTo>
                    <a:pt x="6905" y="5538"/>
                    <a:pt x="6639" y="5638"/>
                    <a:pt x="6739" y="5838"/>
                  </a:cubicBezTo>
                  <a:cubicBezTo>
                    <a:pt x="7206" y="6605"/>
                    <a:pt x="6805" y="7306"/>
                    <a:pt x="6338" y="7706"/>
                  </a:cubicBezTo>
                  <a:cubicBezTo>
                    <a:pt x="5871" y="8106"/>
                    <a:pt x="6238" y="8440"/>
                    <a:pt x="6172" y="8707"/>
                  </a:cubicBezTo>
                  <a:cubicBezTo>
                    <a:pt x="6121" y="8720"/>
                    <a:pt x="6072" y="8726"/>
                    <a:pt x="6022" y="8726"/>
                  </a:cubicBezTo>
                  <a:cubicBezTo>
                    <a:pt x="5808" y="8726"/>
                    <a:pt x="5598" y="8622"/>
                    <a:pt x="5357" y="8622"/>
                  </a:cubicBezTo>
                  <a:cubicBezTo>
                    <a:pt x="5247" y="8622"/>
                    <a:pt x="5130" y="8644"/>
                    <a:pt x="5004" y="8707"/>
                  </a:cubicBezTo>
                  <a:cubicBezTo>
                    <a:pt x="5838" y="9107"/>
                    <a:pt x="6138" y="9808"/>
                    <a:pt x="6338" y="10541"/>
                  </a:cubicBezTo>
                  <a:cubicBezTo>
                    <a:pt x="6395" y="10826"/>
                    <a:pt x="6452" y="10990"/>
                    <a:pt x="6634" y="10990"/>
                  </a:cubicBezTo>
                  <a:cubicBezTo>
                    <a:pt x="6665" y="10990"/>
                    <a:pt x="6700" y="10985"/>
                    <a:pt x="6739" y="10975"/>
                  </a:cubicBezTo>
                  <a:cubicBezTo>
                    <a:pt x="7072" y="10875"/>
                    <a:pt x="7306" y="10708"/>
                    <a:pt x="7239" y="10275"/>
                  </a:cubicBezTo>
                  <a:cubicBezTo>
                    <a:pt x="7172" y="9707"/>
                    <a:pt x="7139" y="9040"/>
                    <a:pt x="7372" y="8607"/>
                  </a:cubicBezTo>
                  <a:cubicBezTo>
                    <a:pt x="7806" y="7873"/>
                    <a:pt x="7839" y="7072"/>
                    <a:pt x="7873" y="6372"/>
                  </a:cubicBezTo>
                  <a:cubicBezTo>
                    <a:pt x="7906" y="5471"/>
                    <a:pt x="7873" y="4670"/>
                    <a:pt x="8807" y="4170"/>
                  </a:cubicBezTo>
                  <a:cubicBezTo>
                    <a:pt x="8840" y="4170"/>
                    <a:pt x="8840" y="3970"/>
                    <a:pt x="8840" y="3870"/>
                  </a:cubicBezTo>
                  <a:cubicBezTo>
                    <a:pt x="8807" y="3803"/>
                    <a:pt x="8707" y="3703"/>
                    <a:pt x="8673" y="3636"/>
                  </a:cubicBezTo>
                  <a:cubicBezTo>
                    <a:pt x="8673" y="3503"/>
                    <a:pt x="8640" y="3336"/>
                    <a:pt x="8673" y="3203"/>
                  </a:cubicBezTo>
                  <a:cubicBezTo>
                    <a:pt x="8778" y="2916"/>
                    <a:pt x="8679" y="2813"/>
                    <a:pt x="8487" y="2813"/>
                  </a:cubicBezTo>
                  <a:cubicBezTo>
                    <a:pt x="8434" y="2813"/>
                    <a:pt x="8372" y="2821"/>
                    <a:pt x="8306" y="2836"/>
                  </a:cubicBezTo>
                  <a:cubicBezTo>
                    <a:pt x="8221" y="2853"/>
                    <a:pt x="8149" y="2863"/>
                    <a:pt x="8086" y="2863"/>
                  </a:cubicBezTo>
                  <a:cubicBezTo>
                    <a:pt x="7904" y="2863"/>
                    <a:pt x="7805" y="2775"/>
                    <a:pt x="7706" y="2502"/>
                  </a:cubicBezTo>
                  <a:cubicBezTo>
                    <a:pt x="7682" y="2422"/>
                    <a:pt x="7660" y="2392"/>
                    <a:pt x="7639" y="2392"/>
                  </a:cubicBezTo>
                  <a:cubicBezTo>
                    <a:pt x="7579" y="2392"/>
                    <a:pt x="7531" y="2642"/>
                    <a:pt x="7485" y="2642"/>
                  </a:cubicBezTo>
                  <a:cubicBezTo>
                    <a:pt x="7481" y="2642"/>
                    <a:pt x="7477" y="2640"/>
                    <a:pt x="7473" y="2636"/>
                  </a:cubicBezTo>
                  <a:cubicBezTo>
                    <a:pt x="7306" y="2536"/>
                    <a:pt x="7206" y="2369"/>
                    <a:pt x="7106" y="2202"/>
                  </a:cubicBezTo>
                  <a:cubicBezTo>
                    <a:pt x="6839" y="2169"/>
                    <a:pt x="6672" y="2035"/>
                    <a:pt x="6539" y="1935"/>
                  </a:cubicBezTo>
                  <a:cubicBezTo>
                    <a:pt x="6238" y="1635"/>
                    <a:pt x="6038" y="1301"/>
                    <a:pt x="5971" y="934"/>
                  </a:cubicBezTo>
                  <a:cubicBezTo>
                    <a:pt x="5889" y="661"/>
                    <a:pt x="5740" y="432"/>
                    <a:pt x="5487" y="432"/>
                  </a:cubicBezTo>
                  <a:cubicBezTo>
                    <a:pt x="5431" y="432"/>
                    <a:pt x="5370" y="443"/>
                    <a:pt x="5304" y="467"/>
                  </a:cubicBezTo>
                  <a:cubicBezTo>
                    <a:pt x="5112" y="521"/>
                    <a:pt x="4924" y="545"/>
                    <a:pt x="4742" y="545"/>
                  </a:cubicBezTo>
                  <a:cubicBezTo>
                    <a:pt x="4133" y="545"/>
                    <a:pt x="3575" y="283"/>
                    <a:pt x="3036" y="0"/>
                  </a:cubicBezTo>
                  <a:close/>
                </a:path>
              </a:pathLst>
            </a:custGeom>
            <a:solidFill>
              <a:srgbClr val="6CB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7"/>
            <p:cNvSpPr/>
            <p:nvPr/>
          </p:nvSpPr>
          <p:spPr>
            <a:xfrm>
              <a:off x="4225700" y="3298375"/>
              <a:ext cx="219325" cy="172050"/>
            </a:xfrm>
            <a:custGeom>
              <a:avLst/>
              <a:gdLst/>
              <a:ahLst/>
              <a:cxnLst/>
              <a:rect l="l" t="t" r="r" b="b"/>
              <a:pathLst>
                <a:path w="8773" h="6882" extrusionOk="0">
                  <a:moveTo>
                    <a:pt x="2092" y="1"/>
                  </a:moveTo>
                  <a:cubicBezTo>
                    <a:pt x="1953" y="1"/>
                    <a:pt x="1821" y="31"/>
                    <a:pt x="1701" y="111"/>
                  </a:cubicBezTo>
                  <a:cubicBezTo>
                    <a:pt x="967" y="545"/>
                    <a:pt x="33" y="1045"/>
                    <a:pt x="0" y="2179"/>
                  </a:cubicBezTo>
                  <a:cubicBezTo>
                    <a:pt x="33" y="2279"/>
                    <a:pt x="133" y="2346"/>
                    <a:pt x="200" y="2379"/>
                  </a:cubicBezTo>
                  <a:cubicBezTo>
                    <a:pt x="226" y="2378"/>
                    <a:pt x="253" y="2378"/>
                    <a:pt x="279" y="2378"/>
                  </a:cubicBezTo>
                  <a:cubicBezTo>
                    <a:pt x="1116" y="2378"/>
                    <a:pt x="1894" y="2882"/>
                    <a:pt x="2735" y="2946"/>
                  </a:cubicBezTo>
                  <a:cubicBezTo>
                    <a:pt x="3336" y="2946"/>
                    <a:pt x="3736" y="3013"/>
                    <a:pt x="3903" y="3614"/>
                  </a:cubicBezTo>
                  <a:cubicBezTo>
                    <a:pt x="3970" y="3780"/>
                    <a:pt x="4170" y="4014"/>
                    <a:pt x="4336" y="4014"/>
                  </a:cubicBezTo>
                  <a:cubicBezTo>
                    <a:pt x="5070" y="4014"/>
                    <a:pt x="5237" y="4981"/>
                    <a:pt x="6004" y="5015"/>
                  </a:cubicBezTo>
                  <a:cubicBezTo>
                    <a:pt x="6238" y="5048"/>
                    <a:pt x="6204" y="5348"/>
                    <a:pt x="6204" y="5548"/>
                  </a:cubicBezTo>
                  <a:cubicBezTo>
                    <a:pt x="6204" y="5848"/>
                    <a:pt x="6238" y="6149"/>
                    <a:pt x="6471" y="6349"/>
                  </a:cubicBezTo>
                  <a:cubicBezTo>
                    <a:pt x="6505" y="6449"/>
                    <a:pt x="6638" y="6482"/>
                    <a:pt x="6705" y="6482"/>
                  </a:cubicBezTo>
                  <a:cubicBezTo>
                    <a:pt x="6712" y="6483"/>
                    <a:pt x="6719" y="6484"/>
                    <a:pt x="6727" y="6484"/>
                  </a:cubicBezTo>
                  <a:cubicBezTo>
                    <a:pt x="6845" y="6484"/>
                    <a:pt x="7003" y="6341"/>
                    <a:pt x="7139" y="6341"/>
                  </a:cubicBezTo>
                  <a:cubicBezTo>
                    <a:pt x="7234" y="6341"/>
                    <a:pt x="7319" y="6411"/>
                    <a:pt x="7372" y="6649"/>
                  </a:cubicBezTo>
                  <a:cubicBezTo>
                    <a:pt x="7394" y="6779"/>
                    <a:pt x="7515" y="6881"/>
                    <a:pt x="7651" y="6881"/>
                  </a:cubicBezTo>
                  <a:cubicBezTo>
                    <a:pt x="7725" y="6881"/>
                    <a:pt x="7803" y="6852"/>
                    <a:pt x="7872" y="6782"/>
                  </a:cubicBezTo>
                  <a:lnTo>
                    <a:pt x="8139" y="6782"/>
                  </a:lnTo>
                  <a:cubicBezTo>
                    <a:pt x="8322" y="6600"/>
                    <a:pt x="8393" y="6307"/>
                    <a:pt x="8682" y="6307"/>
                  </a:cubicBezTo>
                  <a:cubicBezTo>
                    <a:pt x="8710" y="6307"/>
                    <a:pt x="8740" y="6310"/>
                    <a:pt x="8773" y="6315"/>
                  </a:cubicBezTo>
                  <a:cubicBezTo>
                    <a:pt x="8640" y="5615"/>
                    <a:pt x="8406" y="5115"/>
                    <a:pt x="7739" y="4648"/>
                  </a:cubicBezTo>
                  <a:cubicBezTo>
                    <a:pt x="7261" y="4329"/>
                    <a:pt x="7209" y="3340"/>
                    <a:pt x="6361" y="3340"/>
                  </a:cubicBezTo>
                  <a:cubicBezTo>
                    <a:pt x="6322" y="3340"/>
                    <a:pt x="6281" y="3342"/>
                    <a:pt x="6238" y="3347"/>
                  </a:cubicBezTo>
                  <a:cubicBezTo>
                    <a:pt x="6204" y="3347"/>
                    <a:pt x="6171" y="3213"/>
                    <a:pt x="6171" y="3147"/>
                  </a:cubicBezTo>
                  <a:cubicBezTo>
                    <a:pt x="6204" y="2479"/>
                    <a:pt x="5838" y="2313"/>
                    <a:pt x="5237" y="2213"/>
                  </a:cubicBezTo>
                  <a:cubicBezTo>
                    <a:pt x="5004" y="2179"/>
                    <a:pt x="4336" y="2079"/>
                    <a:pt x="4970" y="1512"/>
                  </a:cubicBezTo>
                  <a:cubicBezTo>
                    <a:pt x="5204" y="1312"/>
                    <a:pt x="4970" y="978"/>
                    <a:pt x="4803" y="745"/>
                  </a:cubicBezTo>
                  <a:cubicBezTo>
                    <a:pt x="4470" y="345"/>
                    <a:pt x="4003" y="278"/>
                    <a:pt x="3536" y="278"/>
                  </a:cubicBezTo>
                  <a:cubicBezTo>
                    <a:pt x="3517" y="279"/>
                    <a:pt x="3497" y="279"/>
                    <a:pt x="3478" y="279"/>
                  </a:cubicBezTo>
                  <a:cubicBezTo>
                    <a:pt x="3012" y="279"/>
                    <a:pt x="2516" y="1"/>
                    <a:pt x="2092" y="1"/>
                  </a:cubicBez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7"/>
            <p:cNvSpPr/>
            <p:nvPr/>
          </p:nvSpPr>
          <p:spPr>
            <a:xfrm>
              <a:off x="4215675" y="3351075"/>
              <a:ext cx="208525" cy="137700"/>
            </a:xfrm>
            <a:custGeom>
              <a:avLst/>
              <a:gdLst/>
              <a:ahLst/>
              <a:cxnLst/>
              <a:rect l="l" t="t" r="r" b="b"/>
              <a:pathLst>
                <a:path w="8341" h="5508" extrusionOk="0">
                  <a:moveTo>
                    <a:pt x="1446" y="0"/>
                  </a:moveTo>
                  <a:cubicBezTo>
                    <a:pt x="1341" y="0"/>
                    <a:pt x="1229" y="44"/>
                    <a:pt x="1102" y="171"/>
                  </a:cubicBezTo>
                  <a:cubicBezTo>
                    <a:pt x="1056" y="217"/>
                    <a:pt x="1008" y="233"/>
                    <a:pt x="958" y="233"/>
                  </a:cubicBezTo>
                  <a:cubicBezTo>
                    <a:pt x="849" y="233"/>
                    <a:pt x="732" y="159"/>
                    <a:pt x="613" y="159"/>
                  </a:cubicBezTo>
                  <a:cubicBezTo>
                    <a:pt x="587" y="159"/>
                    <a:pt x="561" y="163"/>
                    <a:pt x="534" y="171"/>
                  </a:cubicBezTo>
                  <a:cubicBezTo>
                    <a:pt x="201" y="271"/>
                    <a:pt x="1" y="438"/>
                    <a:pt x="101" y="838"/>
                  </a:cubicBezTo>
                  <a:cubicBezTo>
                    <a:pt x="268" y="838"/>
                    <a:pt x="434" y="872"/>
                    <a:pt x="601" y="905"/>
                  </a:cubicBezTo>
                  <a:cubicBezTo>
                    <a:pt x="1102" y="1005"/>
                    <a:pt x="1602" y="1005"/>
                    <a:pt x="1502" y="1739"/>
                  </a:cubicBezTo>
                  <a:cubicBezTo>
                    <a:pt x="1454" y="1881"/>
                    <a:pt x="1558" y="1922"/>
                    <a:pt x="1694" y="1922"/>
                  </a:cubicBezTo>
                  <a:cubicBezTo>
                    <a:pt x="1750" y="1922"/>
                    <a:pt x="1811" y="1916"/>
                    <a:pt x="1869" y="1906"/>
                  </a:cubicBezTo>
                  <a:cubicBezTo>
                    <a:pt x="1916" y="1900"/>
                    <a:pt x="1962" y="1897"/>
                    <a:pt x="2006" y="1897"/>
                  </a:cubicBezTo>
                  <a:cubicBezTo>
                    <a:pt x="2468" y="1897"/>
                    <a:pt x="2808" y="2193"/>
                    <a:pt x="3203" y="2406"/>
                  </a:cubicBezTo>
                  <a:cubicBezTo>
                    <a:pt x="3503" y="2573"/>
                    <a:pt x="3270" y="2907"/>
                    <a:pt x="3236" y="3207"/>
                  </a:cubicBezTo>
                  <a:cubicBezTo>
                    <a:pt x="3203" y="3407"/>
                    <a:pt x="3336" y="3607"/>
                    <a:pt x="3503" y="3607"/>
                  </a:cubicBezTo>
                  <a:cubicBezTo>
                    <a:pt x="3885" y="3652"/>
                    <a:pt x="4252" y="3894"/>
                    <a:pt x="4635" y="3894"/>
                  </a:cubicBezTo>
                  <a:cubicBezTo>
                    <a:pt x="4820" y="3894"/>
                    <a:pt x="5009" y="3837"/>
                    <a:pt x="5204" y="3674"/>
                  </a:cubicBezTo>
                  <a:cubicBezTo>
                    <a:pt x="5294" y="3595"/>
                    <a:pt x="5377" y="3562"/>
                    <a:pt x="5449" y="3562"/>
                  </a:cubicBezTo>
                  <a:cubicBezTo>
                    <a:pt x="5620" y="3562"/>
                    <a:pt x="5728" y="3743"/>
                    <a:pt x="5705" y="3907"/>
                  </a:cubicBezTo>
                  <a:cubicBezTo>
                    <a:pt x="5571" y="4608"/>
                    <a:pt x="5905" y="4875"/>
                    <a:pt x="6539" y="4908"/>
                  </a:cubicBezTo>
                  <a:cubicBezTo>
                    <a:pt x="6672" y="4908"/>
                    <a:pt x="6772" y="5008"/>
                    <a:pt x="6906" y="5075"/>
                  </a:cubicBezTo>
                  <a:cubicBezTo>
                    <a:pt x="7300" y="5356"/>
                    <a:pt x="7558" y="5507"/>
                    <a:pt x="7749" y="5507"/>
                  </a:cubicBezTo>
                  <a:cubicBezTo>
                    <a:pt x="8010" y="5507"/>
                    <a:pt x="8147" y="5225"/>
                    <a:pt x="8340" y="4608"/>
                  </a:cubicBezTo>
                  <a:cubicBezTo>
                    <a:pt x="7773" y="4608"/>
                    <a:pt x="8006" y="3841"/>
                    <a:pt x="7506" y="3774"/>
                  </a:cubicBezTo>
                  <a:cubicBezTo>
                    <a:pt x="7406" y="4041"/>
                    <a:pt x="7339" y="4241"/>
                    <a:pt x="7039" y="4241"/>
                  </a:cubicBezTo>
                  <a:cubicBezTo>
                    <a:pt x="6872" y="3941"/>
                    <a:pt x="6772" y="3707"/>
                    <a:pt x="7006" y="3407"/>
                  </a:cubicBezTo>
                  <a:cubicBezTo>
                    <a:pt x="7206" y="2907"/>
                    <a:pt x="7039" y="2773"/>
                    <a:pt x="6505" y="2706"/>
                  </a:cubicBezTo>
                  <a:cubicBezTo>
                    <a:pt x="6205" y="2673"/>
                    <a:pt x="5271" y="2673"/>
                    <a:pt x="5905" y="1839"/>
                  </a:cubicBezTo>
                  <a:cubicBezTo>
                    <a:pt x="5935" y="1748"/>
                    <a:pt x="5800" y="1601"/>
                    <a:pt x="5649" y="1601"/>
                  </a:cubicBezTo>
                  <a:cubicBezTo>
                    <a:pt x="5634" y="1601"/>
                    <a:pt x="5620" y="1603"/>
                    <a:pt x="5605" y="1606"/>
                  </a:cubicBezTo>
                  <a:cubicBezTo>
                    <a:pt x="5330" y="1656"/>
                    <a:pt x="5139" y="1692"/>
                    <a:pt x="4998" y="1692"/>
                  </a:cubicBezTo>
                  <a:cubicBezTo>
                    <a:pt x="4676" y="1692"/>
                    <a:pt x="4613" y="1508"/>
                    <a:pt x="4404" y="905"/>
                  </a:cubicBezTo>
                  <a:cubicBezTo>
                    <a:pt x="4297" y="664"/>
                    <a:pt x="4168" y="509"/>
                    <a:pt x="4001" y="509"/>
                  </a:cubicBezTo>
                  <a:cubicBezTo>
                    <a:pt x="3960" y="509"/>
                    <a:pt x="3916" y="518"/>
                    <a:pt x="3870" y="538"/>
                  </a:cubicBezTo>
                  <a:cubicBezTo>
                    <a:pt x="3653" y="601"/>
                    <a:pt x="3446" y="630"/>
                    <a:pt x="3247" y="630"/>
                  </a:cubicBezTo>
                  <a:cubicBezTo>
                    <a:pt x="2711" y="630"/>
                    <a:pt x="2231" y="421"/>
                    <a:pt x="1769" y="105"/>
                  </a:cubicBezTo>
                  <a:cubicBezTo>
                    <a:pt x="1664" y="52"/>
                    <a:pt x="1560" y="0"/>
                    <a:pt x="1446" y="0"/>
                  </a:cubicBezTo>
                  <a:close/>
                </a:path>
              </a:pathLst>
            </a:custGeom>
            <a:solidFill>
              <a:srgbClr val="6CB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7"/>
            <p:cNvSpPr/>
            <p:nvPr/>
          </p:nvSpPr>
          <p:spPr>
            <a:xfrm>
              <a:off x="4195675" y="3318550"/>
              <a:ext cx="33375" cy="75175"/>
            </a:xfrm>
            <a:custGeom>
              <a:avLst/>
              <a:gdLst/>
              <a:ahLst/>
              <a:cxnLst/>
              <a:rect l="l" t="t" r="r" b="b"/>
              <a:pathLst>
                <a:path w="1335" h="3007" extrusionOk="0">
                  <a:moveTo>
                    <a:pt x="710" y="1"/>
                  </a:moveTo>
                  <a:cubicBezTo>
                    <a:pt x="697" y="1"/>
                    <a:pt x="682" y="2"/>
                    <a:pt x="667" y="5"/>
                  </a:cubicBezTo>
                  <a:cubicBezTo>
                    <a:pt x="534" y="38"/>
                    <a:pt x="400" y="171"/>
                    <a:pt x="367" y="305"/>
                  </a:cubicBezTo>
                  <a:cubicBezTo>
                    <a:pt x="300" y="472"/>
                    <a:pt x="400" y="705"/>
                    <a:pt x="234" y="872"/>
                  </a:cubicBezTo>
                  <a:cubicBezTo>
                    <a:pt x="0" y="1539"/>
                    <a:pt x="34" y="2306"/>
                    <a:pt x="67" y="3007"/>
                  </a:cubicBezTo>
                  <a:cubicBezTo>
                    <a:pt x="501" y="2873"/>
                    <a:pt x="501" y="2239"/>
                    <a:pt x="901" y="2139"/>
                  </a:cubicBezTo>
                  <a:cubicBezTo>
                    <a:pt x="1034" y="1873"/>
                    <a:pt x="1201" y="1672"/>
                    <a:pt x="1334" y="1472"/>
                  </a:cubicBezTo>
                  <a:cubicBezTo>
                    <a:pt x="968" y="1139"/>
                    <a:pt x="1334" y="638"/>
                    <a:pt x="1034" y="305"/>
                  </a:cubicBezTo>
                  <a:cubicBezTo>
                    <a:pt x="942" y="181"/>
                    <a:pt x="878" y="1"/>
                    <a:pt x="710" y="1"/>
                  </a:cubicBez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7"/>
            <p:cNvSpPr/>
            <p:nvPr/>
          </p:nvSpPr>
          <p:spPr>
            <a:xfrm>
              <a:off x="4554250" y="3701425"/>
              <a:ext cx="24225" cy="21700"/>
            </a:xfrm>
            <a:custGeom>
              <a:avLst/>
              <a:gdLst/>
              <a:ahLst/>
              <a:cxnLst/>
              <a:rect l="l" t="t" r="r" b="b"/>
              <a:pathLst>
                <a:path w="969" h="868" extrusionOk="0">
                  <a:moveTo>
                    <a:pt x="501" y="1"/>
                  </a:moveTo>
                  <a:cubicBezTo>
                    <a:pt x="234" y="67"/>
                    <a:pt x="1" y="167"/>
                    <a:pt x="34" y="434"/>
                  </a:cubicBezTo>
                  <a:cubicBezTo>
                    <a:pt x="34" y="668"/>
                    <a:pt x="168" y="868"/>
                    <a:pt x="401" y="868"/>
                  </a:cubicBezTo>
                  <a:cubicBezTo>
                    <a:pt x="701" y="868"/>
                    <a:pt x="901" y="601"/>
                    <a:pt x="968" y="334"/>
                  </a:cubicBezTo>
                  <a:cubicBezTo>
                    <a:pt x="968" y="67"/>
                    <a:pt x="701" y="67"/>
                    <a:pt x="501" y="1"/>
                  </a:cubicBezTo>
                  <a:close/>
                </a:path>
              </a:pathLst>
            </a:custGeom>
            <a:solidFill>
              <a:srgbClr val="6CB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7"/>
            <p:cNvSpPr/>
            <p:nvPr/>
          </p:nvSpPr>
          <p:spPr>
            <a:xfrm>
              <a:off x="4189000" y="3392025"/>
              <a:ext cx="11700" cy="22550"/>
            </a:xfrm>
            <a:custGeom>
              <a:avLst/>
              <a:gdLst/>
              <a:ahLst/>
              <a:cxnLst/>
              <a:rect l="l" t="t" r="r" b="b"/>
              <a:pathLst>
                <a:path w="468" h="902" extrusionOk="0">
                  <a:moveTo>
                    <a:pt x="301" y="1"/>
                  </a:moveTo>
                  <a:lnTo>
                    <a:pt x="301" y="1"/>
                  </a:lnTo>
                  <a:cubicBezTo>
                    <a:pt x="0" y="268"/>
                    <a:pt x="134" y="601"/>
                    <a:pt x="134" y="902"/>
                  </a:cubicBezTo>
                  <a:cubicBezTo>
                    <a:pt x="467" y="701"/>
                    <a:pt x="301" y="335"/>
                    <a:pt x="301" y="1"/>
                  </a:cubicBez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7"/>
            <p:cNvSpPr/>
            <p:nvPr/>
          </p:nvSpPr>
          <p:spPr>
            <a:xfrm>
              <a:off x="4187325" y="3420400"/>
              <a:ext cx="5875" cy="16700"/>
            </a:xfrm>
            <a:custGeom>
              <a:avLst/>
              <a:gdLst/>
              <a:ahLst/>
              <a:cxnLst/>
              <a:rect l="l" t="t" r="r" b="b"/>
              <a:pathLst>
                <a:path w="235" h="668" extrusionOk="0">
                  <a:moveTo>
                    <a:pt x="1" y="0"/>
                  </a:moveTo>
                  <a:cubicBezTo>
                    <a:pt x="34" y="234"/>
                    <a:pt x="34" y="434"/>
                    <a:pt x="34" y="667"/>
                  </a:cubicBezTo>
                  <a:cubicBezTo>
                    <a:pt x="234" y="500"/>
                    <a:pt x="201" y="267"/>
                    <a:pt x="201" y="0"/>
                  </a:cubicBez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7"/>
            <p:cNvSpPr/>
            <p:nvPr/>
          </p:nvSpPr>
          <p:spPr>
            <a:xfrm>
              <a:off x="4679350" y="3127675"/>
              <a:ext cx="91750" cy="342225"/>
            </a:xfrm>
            <a:custGeom>
              <a:avLst/>
              <a:gdLst/>
              <a:ahLst/>
              <a:cxnLst/>
              <a:rect l="l" t="t" r="r" b="b"/>
              <a:pathLst>
                <a:path w="3670" h="13689" extrusionOk="0">
                  <a:moveTo>
                    <a:pt x="3536" y="1"/>
                  </a:moveTo>
                  <a:cubicBezTo>
                    <a:pt x="2902" y="67"/>
                    <a:pt x="2235" y="134"/>
                    <a:pt x="1635" y="201"/>
                  </a:cubicBezTo>
                  <a:cubicBezTo>
                    <a:pt x="901" y="1001"/>
                    <a:pt x="1235" y="1969"/>
                    <a:pt x="1068" y="2803"/>
                  </a:cubicBezTo>
                  <a:cubicBezTo>
                    <a:pt x="667" y="5671"/>
                    <a:pt x="200" y="8540"/>
                    <a:pt x="67" y="11476"/>
                  </a:cubicBezTo>
                  <a:cubicBezTo>
                    <a:pt x="34" y="11776"/>
                    <a:pt x="0" y="12009"/>
                    <a:pt x="0" y="12276"/>
                  </a:cubicBezTo>
                  <a:lnTo>
                    <a:pt x="0" y="12443"/>
                  </a:lnTo>
                  <a:cubicBezTo>
                    <a:pt x="34" y="12810"/>
                    <a:pt x="34" y="13143"/>
                    <a:pt x="34" y="13510"/>
                  </a:cubicBezTo>
                  <a:cubicBezTo>
                    <a:pt x="223" y="13605"/>
                    <a:pt x="412" y="13689"/>
                    <a:pt x="596" y="13689"/>
                  </a:cubicBezTo>
                  <a:cubicBezTo>
                    <a:pt x="735" y="13689"/>
                    <a:pt x="871" y="13640"/>
                    <a:pt x="1001" y="13510"/>
                  </a:cubicBezTo>
                  <a:cubicBezTo>
                    <a:pt x="1201" y="13310"/>
                    <a:pt x="1468" y="13277"/>
                    <a:pt x="1735" y="13277"/>
                  </a:cubicBezTo>
                  <a:cubicBezTo>
                    <a:pt x="1868" y="12476"/>
                    <a:pt x="1802" y="11642"/>
                    <a:pt x="2135" y="10875"/>
                  </a:cubicBezTo>
                  <a:cubicBezTo>
                    <a:pt x="2402" y="10642"/>
                    <a:pt x="2369" y="10308"/>
                    <a:pt x="2402" y="10008"/>
                  </a:cubicBezTo>
                  <a:cubicBezTo>
                    <a:pt x="2736" y="8273"/>
                    <a:pt x="2802" y="6405"/>
                    <a:pt x="3169" y="4671"/>
                  </a:cubicBezTo>
                  <a:cubicBezTo>
                    <a:pt x="3469" y="3236"/>
                    <a:pt x="3670" y="1835"/>
                    <a:pt x="3536" y="368"/>
                  </a:cubicBezTo>
                  <a:lnTo>
                    <a:pt x="3536" y="1"/>
                  </a:lnTo>
                  <a:close/>
                </a:path>
              </a:pathLst>
            </a:custGeom>
            <a:solidFill>
              <a:srgbClr val="80B2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7"/>
            <p:cNvSpPr/>
            <p:nvPr/>
          </p:nvSpPr>
          <p:spPr>
            <a:xfrm>
              <a:off x="4505900" y="3377850"/>
              <a:ext cx="177650" cy="116775"/>
            </a:xfrm>
            <a:custGeom>
              <a:avLst/>
              <a:gdLst/>
              <a:ahLst/>
              <a:cxnLst/>
              <a:rect l="l" t="t" r="r" b="b"/>
              <a:pathLst>
                <a:path w="7106" h="4671" extrusionOk="0">
                  <a:moveTo>
                    <a:pt x="6171" y="1"/>
                  </a:moveTo>
                  <a:cubicBezTo>
                    <a:pt x="5838" y="1"/>
                    <a:pt x="5637" y="234"/>
                    <a:pt x="5504" y="535"/>
                  </a:cubicBezTo>
                  <a:lnTo>
                    <a:pt x="5404" y="1035"/>
                  </a:lnTo>
                  <a:cubicBezTo>
                    <a:pt x="5337" y="1135"/>
                    <a:pt x="5337" y="1235"/>
                    <a:pt x="5337" y="1335"/>
                  </a:cubicBezTo>
                  <a:cubicBezTo>
                    <a:pt x="5313" y="1479"/>
                    <a:pt x="5324" y="1674"/>
                    <a:pt x="5208" y="1674"/>
                  </a:cubicBezTo>
                  <a:cubicBezTo>
                    <a:pt x="5163" y="1674"/>
                    <a:pt x="5098" y="1644"/>
                    <a:pt x="5004" y="1569"/>
                  </a:cubicBezTo>
                  <a:cubicBezTo>
                    <a:pt x="4879" y="1462"/>
                    <a:pt x="4763" y="1393"/>
                    <a:pt x="4642" y="1393"/>
                  </a:cubicBezTo>
                  <a:cubicBezTo>
                    <a:pt x="4537" y="1393"/>
                    <a:pt x="4427" y="1445"/>
                    <a:pt x="4303" y="1569"/>
                  </a:cubicBezTo>
                  <a:cubicBezTo>
                    <a:pt x="4124" y="1777"/>
                    <a:pt x="4025" y="1886"/>
                    <a:pt x="3947" y="1886"/>
                  </a:cubicBezTo>
                  <a:cubicBezTo>
                    <a:pt x="3850" y="1886"/>
                    <a:pt x="3784" y="1719"/>
                    <a:pt x="3636" y="1369"/>
                  </a:cubicBezTo>
                  <a:cubicBezTo>
                    <a:pt x="3536" y="1302"/>
                    <a:pt x="3469" y="1202"/>
                    <a:pt x="3402" y="1202"/>
                  </a:cubicBezTo>
                  <a:cubicBezTo>
                    <a:pt x="3312" y="1226"/>
                    <a:pt x="3226" y="1236"/>
                    <a:pt x="3141" y="1236"/>
                  </a:cubicBezTo>
                  <a:cubicBezTo>
                    <a:pt x="2757" y="1236"/>
                    <a:pt x="2424" y="1029"/>
                    <a:pt x="2068" y="1002"/>
                  </a:cubicBezTo>
                  <a:cubicBezTo>
                    <a:pt x="1645" y="917"/>
                    <a:pt x="1182" y="564"/>
                    <a:pt x="737" y="564"/>
                  </a:cubicBezTo>
                  <a:cubicBezTo>
                    <a:pt x="481" y="564"/>
                    <a:pt x="232" y="681"/>
                    <a:pt x="0" y="1035"/>
                  </a:cubicBezTo>
                  <a:cubicBezTo>
                    <a:pt x="74" y="1925"/>
                    <a:pt x="258" y="2302"/>
                    <a:pt x="715" y="2302"/>
                  </a:cubicBezTo>
                  <a:cubicBezTo>
                    <a:pt x="875" y="2302"/>
                    <a:pt x="1068" y="2256"/>
                    <a:pt x="1301" y="2169"/>
                  </a:cubicBezTo>
                  <a:cubicBezTo>
                    <a:pt x="1401" y="2169"/>
                    <a:pt x="1468" y="2202"/>
                    <a:pt x="1568" y="2236"/>
                  </a:cubicBezTo>
                  <a:cubicBezTo>
                    <a:pt x="1737" y="2405"/>
                    <a:pt x="1920" y="2668"/>
                    <a:pt x="2141" y="2668"/>
                  </a:cubicBezTo>
                  <a:cubicBezTo>
                    <a:pt x="2269" y="2668"/>
                    <a:pt x="2410" y="2580"/>
                    <a:pt x="2569" y="2336"/>
                  </a:cubicBezTo>
                  <a:cubicBezTo>
                    <a:pt x="2669" y="2803"/>
                    <a:pt x="2835" y="3203"/>
                    <a:pt x="3336" y="3403"/>
                  </a:cubicBezTo>
                  <a:cubicBezTo>
                    <a:pt x="3409" y="3431"/>
                    <a:pt x="3476" y="3441"/>
                    <a:pt x="3542" y="3441"/>
                  </a:cubicBezTo>
                  <a:cubicBezTo>
                    <a:pt x="3717" y="3441"/>
                    <a:pt x="3876" y="3370"/>
                    <a:pt x="4070" y="3370"/>
                  </a:cubicBezTo>
                  <a:cubicBezTo>
                    <a:pt x="3436" y="4004"/>
                    <a:pt x="3436" y="4004"/>
                    <a:pt x="3970" y="4537"/>
                  </a:cubicBezTo>
                  <a:cubicBezTo>
                    <a:pt x="4003" y="4604"/>
                    <a:pt x="4003" y="4638"/>
                    <a:pt x="4070" y="4671"/>
                  </a:cubicBezTo>
                  <a:cubicBezTo>
                    <a:pt x="5104" y="4638"/>
                    <a:pt x="5104" y="4638"/>
                    <a:pt x="5270" y="3637"/>
                  </a:cubicBezTo>
                  <a:cubicBezTo>
                    <a:pt x="5304" y="3470"/>
                    <a:pt x="5270" y="3270"/>
                    <a:pt x="5571" y="3203"/>
                  </a:cubicBezTo>
                  <a:lnTo>
                    <a:pt x="5571" y="3203"/>
                  </a:lnTo>
                  <a:cubicBezTo>
                    <a:pt x="5838" y="3470"/>
                    <a:pt x="5304" y="3837"/>
                    <a:pt x="5671" y="4037"/>
                  </a:cubicBezTo>
                  <a:cubicBezTo>
                    <a:pt x="6171" y="3537"/>
                    <a:pt x="6838" y="3203"/>
                    <a:pt x="6972" y="2436"/>
                  </a:cubicBezTo>
                  <a:cubicBezTo>
                    <a:pt x="7105" y="2269"/>
                    <a:pt x="7072" y="2036"/>
                    <a:pt x="7105" y="1869"/>
                  </a:cubicBezTo>
                  <a:cubicBezTo>
                    <a:pt x="7105" y="1602"/>
                    <a:pt x="7005" y="1369"/>
                    <a:pt x="6905" y="1135"/>
                  </a:cubicBezTo>
                  <a:cubicBezTo>
                    <a:pt x="6805" y="1002"/>
                    <a:pt x="6671" y="835"/>
                    <a:pt x="6671" y="668"/>
                  </a:cubicBezTo>
                  <a:cubicBezTo>
                    <a:pt x="6638" y="334"/>
                    <a:pt x="6605" y="1"/>
                    <a:pt x="6171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7"/>
            <p:cNvSpPr/>
            <p:nvPr/>
          </p:nvSpPr>
          <p:spPr>
            <a:xfrm>
              <a:off x="4587625" y="3488250"/>
              <a:ext cx="20850" cy="15725"/>
            </a:xfrm>
            <a:custGeom>
              <a:avLst/>
              <a:gdLst/>
              <a:ahLst/>
              <a:cxnLst/>
              <a:rect l="l" t="t" r="r" b="b"/>
              <a:pathLst>
                <a:path w="834" h="629" extrusionOk="0">
                  <a:moveTo>
                    <a:pt x="413" y="0"/>
                  </a:moveTo>
                  <a:cubicBezTo>
                    <a:pt x="347" y="0"/>
                    <a:pt x="276" y="17"/>
                    <a:pt x="200" y="55"/>
                  </a:cubicBezTo>
                  <a:cubicBezTo>
                    <a:pt x="0" y="121"/>
                    <a:pt x="33" y="288"/>
                    <a:pt x="167" y="455"/>
                  </a:cubicBezTo>
                  <a:cubicBezTo>
                    <a:pt x="290" y="516"/>
                    <a:pt x="413" y="628"/>
                    <a:pt x="543" y="628"/>
                  </a:cubicBezTo>
                  <a:cubicBezTo>
                    <a:pt x="625" y="628"/>
                    <a:pt x="710" y="584"/>
                    <a:pt x="801" y="455"/>
                  </a:cubicBezTo>
                  <a:cubicBezTo>
                    <a:pt x="801" y="388"/>
                    <a:pt x="801" y="288"/>
                    <a:pt x="834" y="222"/>
                  </a:cubicBezTo>
                  <a:cubicBezTo>
                    <a:pt x="715" y="102"/>
                    <a:pt x="579" y="0"/>
                    <a:pt x="413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7"/>
            <p:cNvSpPr/>
            <p:nvPr/>
          </p:nvSpPr>
          <p:spPr>
            <a:xfrm>
              <a:off x="4676000" y="3470425"/>
              <a:ext cx="5050" cy="10875"/>
            </a:xfrm>
            <a:custGeom>
              <a:avLst/>
              <a:gdLst/>
              <a:ahLst/>
              <a:cxnLst/>
              <a:rect l="l" t="t" r="r" b="b"/>
              <a:pathLst>
                <a:path w="202" h="435" extrusionOk="0">
                  <a:moveTo>
                    <a:pt x="201" y="1"/>
                  </a:moveTo>
                  <a:lnTo>
                    <a:pt x="201" y="1"/>
                  </a:lnTo>
                  <a:cubicBezTo>
                    <a:pt x="34" y="101"/>
                    <a:pt x="1" y="267"/>
                    <a:pt x="1" y="434"/>
                  </a:cubicBezTo>
                  <a:cubicBezTo>
                    <a:pt x="168" y="334"/>
                    <a:pt x="201" y="167"/>
                    <a:pt x="201" y="1"/>
                  </a:cubicBezTo>
                  <a:close/>
                </a:path>
              </a:pathLst>
            </a:custGeom>
            <a:solidFill>
              <a:srgbClr val="80B2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7"/>
            <p:cNvSpPr/>
            <p:nvPr/>
          </p:nvSpPr>
          <p:spPr>
            <a:xfrm>
              <a:off x="4718550" y="3486275"/>
              <a:ext cx="3350" cy="5025"/>
            </a:xfrm>
            <a:custGeom>
              <a:avLst/>
              <a:gdLst/>
              <a:ahLst/>
              <a:cxnLst/>
              <a:rect l="l" t="t" r="r" b="b"/>
              <a:pathLst>
                <a:path w="134" h="201" extrusionOk="0">
                  <a:moveTo>
                    <a:pt x="0" y="0"/>
                  </a:moveTo>
                  <a:lnTo>
                    <a:pt x="0" y="200"/>
                  </a:lnTo>
                  <a:cubicBezTo>
                    <a:pt x="67" y="200"/>
                    <a:pt x="100" y="200"/>
                    <a:pt x="100" y="167"/>
                  </a:cubicBezTo>
                  <a:cubicBezTo>
                    <a:pt x="134" y="100"/>
                    <a:pt x="100" y="34"/>
                    <a:pt x="0" y="0"/>
                  </a:cubicBezTo>
                  <a:close/>
                </a:path>
              </a:pathLst>
            </a:custGeom>
            <a:solidFill>
              <a:srgbClr val="6BA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7"/>
            <p:cNvSpPr/>
            <p:nvPr/>
          </p:nvSpPr>
          <p:spPr>
            <a:xfrm>
              <a:off x="4718550" y="3469600"/>
              <a:ext cx="5850" cy="5025"/>
            </a:xfrm>
            <a:custGeom>
              <a:avLst/>
              <a:gdLst/>
              <a:ahLst/>
              <a:cxnLst/>
              <a:rect l="l" t="t" r="r" b="b"/>
              <a:pathLst>
                <a:path w="234" h="201" extrusionOk="0">
                  <a:moveTo>
                    <a:pt x="234" y="0"/>
                  </a:moveTo>
                  <a:cubicBezTo>
                    <a:pt x="134" y="34"/>
                    <a:pt x="100" y="134"/>
                    <a:pt x="0" y="200"/>
                  </a:cubicBezTo>
                  <a:lnTo>
                    <a:pt x="234" y="200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80B2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7"/>
            <p:cNvSpPr/>
            <p:nvPr/>
          </p:nvSpPr>
          <p:spPr>
            <a:xfrm>
              <a:off x="3169925" y="2359000"/>
              <a:ext cx="177650" cy="517700"/>
            </a:xfrm>
            <a:custGeom>
              <a:avLst/>
              <a:gdLst/>
              <a:ahLst/>
              <a:cxnLst/>
              <a:rect l="l" t="t" r="r" b="b"/>
              <a:pathLst>
                <a:path w="7106" h="20708" extrusionOk="0">
                  <a:moveTo>
                    <a:pt x="4127" y="0"/>
                  </a:moveTo>
                  <a:cubicBezTo>
                    <a:pt x="3987" y="0"/>
                    <a:pt x="3865" y="117"/>
                    <a:pt x="3704" y="359"/>
                  </a:cubicBezTo>
                  <a:cubicBezTo>
                    <a:pt x="3470" y="693"/>
                    <a:pt x="3337" y="1093"/>
                    <a:pt x="3237" y="1527"/>
                  </a:cubicBezTo>
                  <a:cubicBezTo>
                    <a:pt x="3070" y="2427"/>
                    <a:pt x="2903" y="3395"/>
                    <a:pt x="2736" y="4329"/>
                  </a:cubicBezTo>
                  <a:cubicBezTo>
                    <a:pt x="2903" y="4762"/>
                    <a:pt x="2369" y="5196"/>
                    <a:pt x="2569" y="5696"/>
                  </a:cubicBezTo>
                  <a:cubicBezTo>
                    <a:pt x="2569" y="5730"/>
                    <a:pt x="2636" y="5763"/>
                    <a:pt x="2703" y="5763"/>
                  </a:cubicBezTo>
                  <a:cubicBezTo>
                    <a:pt x="2686" y="5813"/>
                    <a:pt x="2669" y="5838"/>
                    <a:pt x="2649" y="5838"/>
                  </a:cubicBezTo>
                  <a:cubicBezTo>
                    <a:pt x="2628" y="5838"/>
                    <a:pt x="2603" y="5813"/>
                    <a:pt x="2569" y="5763"/>
                  </a:cubicBezTo>
                  <a:cubicBezTo>
                    <a:pt x="2336" y="5897"/>
                    <a:pt x="1869" y="5763"/>
                    <a:pt x="1836" y="6264"/>
                  </a:cubicBezTo>
                  <a:cubicBezTo>
                    <a:pt x="2002" y="6597"/>
                    <a:pt x="2236" y="6897"/>
                    <a:pt x="2303" y="7331"/>
                  </a:cubicBezTo>
                  <a:cubicBezTo>
                    <a:pt x="2236" y="7364"/>
                    <a:pt x="2169" y="7398"/>
                    <a:pt x="2136" y="7431"/>
                  </a:cubicBezTo>
                  <a:cubicBezTo>
                    <a:pt x="1669" y="7665"/>
                    <a:pt x="1235" y="7898"/>
                    <a:pt x="1469" y="8532"/>
                  </a:cubicBezTo>
                  <a:cubicBezTo>
                    <a:pt x="1572" y="8827"/>
                    <a:pt x="1721" y="8920"/>
                    <a:pt x="1890" y="8920"/>
                  </a:cubicBezTo>
                  <a:cubicBezTo>
                    <a:pt x="2103" y="8920"/>
                    <a:pt x="2346" y="8773"/>
                    <a:pt x="2569" y="8699"/>
                  </a:cubicBezTo>
                  <a:cubicBezTo>
                    <a:pt x="2669" y="8699"/>
                    <a:pt x="2736" y="8732"/>
                    <a:pt x="2803" y="8765"/>
                  </a:cubicBezTo>
                  <a:cubicBezTo>
                    <a:pt x="3637" y="9066"/>
                    <a:pt x="3704" y="9266"/>
                    <a:pt x="3337" y="9933"/>
                  </a:cubicBezTo>
                  <a:cubicBezTo>
                    <a:pt x="3203" y="10166"/>
                    <a:pt x="3036" y="10333"/>
                    <a:pt x="2870" y="10533"/>
                  </a:cubicBezTo>
                  <a:cubicBezTo>
                    <a:pt x="2136" y="11434"/>
                    <a:pt x="1135" y="12034"/>
                    <a:pt x="68" y="12535"/>
                  </a:cubicBezTo>
                  <a:cubicBezTo>
                    <a:pt x="134" y="13369"/>
                    <a:pt x="134" y="14236"/>
                    <a:pt x="168" y="15070"/>
                  </a:cubicBezTo>
                  <a:cubicBezTo>
                    <a:pt x="201" y="16204"/>
                    <a:pt x="1" y="17371"/>
                    <a:pt x="234" y="18506"/>
                  </a:cubicBezTo>
                  <a:cubicBezTo>
                    <a:pt x="301" y="18572"/>
                    <a:pt x="368" y="18572"/>
                    <a:pt x="435" y="18739"/>
                  </a:cubicBezTo>
                  <a:cubicBezTo>
                    <a:pt x="727" y="19298"/>
                    <a:pt x="1041" y="19771"/>
                    <a:pt x="1613" y="19771"/>
                  </a:cubicBezTo>
                  <a:cubicBezTo>
                    <a:pt x="1758" y="19771"/>
                    <a:pt x="1920" y="19741"/>
                    <a:pt x="2102" y="19673"/>
                  </a:cubicBezTo>
                  <a:cubicBezTo>
                    <a:pt x="2127" y="19661"/>
                    <a:pt x="2151" y="19655"/>
                    <a:pt x="2176" y="19655"/>
                  </a:cubicBezTo>
                  <a:cubicBezTo>
                    <a:pt x="2284" y="19655"/>
                    <a:pt x="2388" y="19764"/>
                    <a:pt x="2469" y="19873"/>
                  </a:cubicBezTo>
                  <a:cubicBezTo>
                    <a:pt x="2336" y="19940"/>
                    <a:pt x="2369" y="20174"/>
                    <a:pt x="2236" y="20274"/>
                  </a:cubicBezTo>
                  <a:cubicBezTo>
                    <a:pt x="2169" y="20340"/>
                    <a:pt x="2102" y="20407"/>
                    <a:pt x="2036" y="20507"/>
                  </a:cubicBezTo>
                  <a:cubicBezTo>
                    <a:pt x="2260" y="20644"/>
                    <a:pt x="2467" y="20707"/>
                    <a:pt x="2659" y="20707"/>
                  </a:cubicBezTo>
                  <a:cubicBezTo>
                    <a:pt x="2981" y="20707"/>
                    <a:pt x="3265" y="20532"/>
                    <a:pt x="3537" y="20240"/>
                  </a:cubicBezTo>
                  <a:lnTo>
                    <a:pt x="3937" y="20240"/>
                  </a:lnTo>
                  <a:cubicBezTo>
                    <a:pt x="4093" y="20418"/>
                    <a:pt x="4174" y="20641"/>
                    <a:pt x="4320" y="20641"/>
                  </a:cubicBezTo>
                  <a:cubicBezTo>
                    <a:pt x="4393" y="20641"/>
                    <a:pt x="4482" y="20585"/>
                    <a:pt x="4604" y="20440"/>
                  </a:cubicBezTo>
                  <a:cubicBezTo>
                    <a:pt x="5238" y="19940"/>
                    <a:pt x="5105" y="19173"/>
                    <a:pt x="5271" y="18506"/>
                  </a:cubicBezTo>
                  <a:cubicBezTo>
                    <a:pt x="5365" y="18193"/>
                    <a:pt x="5636" y="17732"/>
                    <a:pt x="5751" y="17732"/>
                  </a:cubicBezTo>
                  <a:cubicBezTo>
                    <a:pt x="5759" y="17732"/>
                    <a:pt x="5766" y="17734"/>
                    <a:pt x="5772" y="17738"/>
                  </a:cubicBezTo>
                  <a:cubicBezTo>
                    <a:pt x="6007" y="17921"/>
                    <a:pt x="6173" y="17993"/>
                    <a:pt x="6297" y="17993"/>
                  </a:cubicBezTo>
                  <a:cubicBezTo>
                    <a:pt x="6647" y="17993"/>
                    <a:pt x="6651" y="17418"/>
                    <a:pt x="6872" y="17171"/>
                  </a:cubicBezTo>
                  <a:cubicBezTo>
                    <a:pt x="7106" y="16771"/>
                    <a:pt x="6739" y="16571"/>
                    <a:pt x="6606" y="16337"/>
                  </a:cubicBezTo>
                  <a:lnTo>
                    <a:pt x="6005" y="16337"/>
                  </a:lnTo>
                  <a:cubicBezTo>
                    <a:pt x="5905" y="16571"/>
                    <a:pt x="5738" y="16738"/>
                    <a:pt x="5438" y="16738"/>
                  </a:cubicBezTo>
                  <a:cubicBezTo>
                    <a:pt x="5392" y="16738"/>
                    <a:pt x="5332" y="16759"/>
                    <a:pt x="5273" y="16759"/>
                  </a:cubicBezTo>
                  <a:cubicBezTo>
                    <a:pt x="5205" y="16759"/>
                    <a:pt x="5140" y="16730"/>
                    <a:pt x="5105" y="16604"/>
                  </a:cubicBezTo>
                  <a:cubicBezTo>
                    <a:pt x="5071" y="16437"/>
                    <a:pt x="5238" y="16404"/>
                    <a:pt x="5371" y="16337"/>
                  </a:cubicBezTo>
                  <a:cubicBezTo>
                    <a:pt x="5371" y="16104"/>
                    <a:pt x="5371" y="15937"/>
                    <a:pt x="5338" y="15770"/>
                  </a:cubicBezTo>
                  <a:cubicBezTo>
                    <a:pt x="5271" y="15437"/>
                    <a:pt x="5338" y="14469"/>
                    <a:pt x="5505" y="14203"/>
                  </a:cubicBezTo>
                  <a:cubicBezTo>
                    <a:pt x="5605" y="13902"/>
                    <a:pt x="5572" y="13736"/>
                    <a:pt x="5271" y="13602"/>
                  </a:cubicBezTo>
                  <a:cubicBezTo>
                    <a:pt x="4871" y="13435"/>
                    <a:pt x="5038" y="13302"/>
                    <a:pt x="5338" y="13202"/>
                  </a:cubicBezTo>
                  <a:cubicBezTo>
                    <a:pt x="5438" y="13102"/>
                    <a:pt x="5538" y="12902"/>
                    <a:pt x="5338" y="12768"/>
                  </a:cubicBezTo>
                  <a:cubicBezTo>
                    <a:pt x="5271" y="12768"/>
                    <a:pt x="5105" y="12802"/>
                    <a:pt x="5038" y="12868"/>
                  </a:cubicBezTo>
                  <a:cubicBezTo>
                    <a:pt x="5038" y="12635"/>
                    <a:pt x="4961" y="12350"/>
                    <a:pt x="5256" y="12350"/>
                  </a:cubicBezTo>
                  <a:cubicBezTo>
                    <a:pt x="5297" y="12350"/>
                    <a:pt x="5347" y="12355"/>
                    <a:pt x="5405" y="12368"/>
                  </a:cubicBezTo>
                  <a:cubicBezTo>
                    <a:pt x="5422" y="12371"/>
                    <a:pt x="5439" y="12373"/>
                    <a:pt x="5456" y="12373"/>
                  </a:cubicBezTo>
                  <a:cubicBezTo>
                    <a:pt x="5604" y="12373"/>
                    <a:pt x="5738" y="12247"/>
                    <a:pt x="5738" y="12068"/>
                  </a:cubicBezTo>
                  <a:cubicBezTo>
                    <a:pt x="5738" y="11956"/>
                    <a:pt x="5686" y="11938"/>
                    <a:pt x="5617" y="11938"/>
                  </a:cubicBezTo>
                  <a:cubicBezTo>
                    <a:pt x="5584" y="11938"/>
                    <a:pt x="5547" y="11942"/>
                    <a:pt x="5510" y="11942"/>
                  </a:cubicBezTo>
                  <a:cubicBezTo>
                    <a:pt x="5486" y="11942"/>
                    <a:pt x="5461" y="11940"/>
                    <a:pt x="5438" y="11934"/>
                  </a:cubicBezTo>
                  <a:cubicBezTo>
                    <a:pt x="5238" y="11901"/>
                    <a:pt x="5238" y="11701"/>
                    <a:pt x="5171" y="11567"/>
                  </a:cubicBezTo>
                  <a:cubicBezTo>
                    <a:pt x="5004" y="11267"/>
                    <a:pt x="5038" y="10934"/>
                    <a:pt x="4738" y="10733"/>
                  </a:cubicBezTo>
                  <a:lnTo>
                    <a:pt x="4671" y="10733"/>
                  </a:lnTo>
                  <a:lnTo>
                    <a:pt x="4571" y="10633"/>
                  </a:lnTo>
                  <a:lnTo>
                    <a:pt x="4638" y="10567"/>
                  </a:lnTo>
                  <a:cubicBezTo>
                    <a:pt x="4571" y="10500"/>
                    <a:pt x="4571" y="10433"/>
                    <a:pt x="4537" y="10366"/>
                  </a:cubicBezTo>
                  <a:cubicBezTo>
                    <a:pt x="4504" y="10166"/>
                    <a:pt x="4504" y="9933"/>
                    <a:pt x="4471" y="9733"/>
                  </a:cubicBezTo>
                  <a:cubicBezTo>
                    <a:pt x="4337" y="9399"/>
                    <a:pt x="5004" y="8732"/>
                    <a:pt x="4070" y="8699"/>
                  </a:cubicBezTo>
                  <a:cubicBezTo>
                    <a:pt x="4571" y="8198"/>
                    <a:pt x="4504" y="7564"/>
                    <a:pt x="4504" y="6931"/>
                  </a:cubicBezTo>
                  <a:cubicBezTo>
                    <a:pt x="4504" y="6887"/>
                    <a:pt x="4509" y="6871"/>
                    <a:pt x="4517" y="6871"/>
                  </a:cubicBezTo>
                  <a:cubicBezTo>
                    <a:pt x="4539" y="6871"/>
                    <a:pt x="4588" y="6997"/>
                    <a:pt x="4638" y="6997"/>
                  </a:cubicBezTo>
                  <a:cubicBezTo>
                    <a:pt x="5171" y="6897"/>
                    <a:pt x="5672" y="6630"/>
                    <a:pt x="6139" y="6364"/>
                  </a:cubicBezTo>
                  <a:lnTo>
                    <a:pt x="6139" y="5930"/>
                  </a:lnTo>
                  <a:cubicBezTo>
                    <a:pt x="5782" y="5601"/>
                    <a:pt x="5606" y="5002"/>
                    <a:pt x="5074" y="5002"/>
                  </a:cubicBezTo>
                  <a:cubicBezTo>
                    <a:pt x="4958" y="5002"/>
                    <a:pt x="4826" y="5031"/>
                    <a:pt x="4671" y="5096"/>
                  </a:cubicBezTo>
                  <a:cubicBezTo>
                    <a:pt x="4640" y="5111"/>
                    <a:pt x="4615" y="5118"/>
                    <a:pt x="4594" y="5118"/>
                  </a:cubicBezTo>
                  <a:cubicBezTo>
                    <a:pt x="4480" y="5118"/>
                    <a:pt x="4504" y="4914"/>
                    <a:pt x="4504" y="4829"/>
                  </a:cubicBezTo>
                  <a:cubicBezTo>
                    <a:pt x="4404" y="4396"/>
                    <a:pt x="4537" y="4062"/>
                    <a:pt x="4804" y="3728"/>
                  </a:cubicBezTo>
                  <a:cubicBezTo>
                    <a:pt x="5071" y="3361"/>
                    <a:pt x="5405" y="3028"/>
                    <a:pt x="5405" y="2528"/>
                  </a:cubicBezTo>
                  <a:cubicBezTo>
                    <a:pt x="5405" y="2427"/>
                    <a:pt x="5371" y="2394"/>
                    <a:pt x="5371" y="2327"/>
                  </a:cubicBezTo>
                  <a:cubicBezTo>
                    <a:pt x="4471" y="1894"/>
                    <a:pt x="4838" y="1060"/>
                    <a:pt x="4704" y="393"/>
                  </a:cubicBezTo>
                  <a:cubicBezTo>
                    <a:pt x="4446" y="134"/>
                    <a:pt x="4276" y="0"/>
                    <a:pt x="4127" y="0"/>
                  </a:cubicBez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7"/>
            <p:cNvSpPr/>
            <p:nvPr/>
          </p:nvSpPr>
          <p:spPr>
            <a:xfrm>
              <a:off x="3270850" y="2422175"/>
              <a:ext cx="52550" cy="85075"/>
            </a:xfrm>
            <a:custGeom>
              <a:avLst/>
              <a:gdLst/>
              <a:ahLst/>
              <a:cxnLst/>
              <a:rect l="l" t="t" r="r" b="b"/>
              <a:pathLst>
                <a:path w="2102" h="3403" extrusionOk="0">
                  <a:moveTo>
                    <a:pt x="1301" y="1"/>
                  </a:moveTo>
                  <a:cubicBezTo>
                    <a:pt x="1034" y="334"/>
                    <a:pt x="834" y="734"/>
                    <a:pt x="534" y="1001"/>
                  </a:cubicBezTo>
                  <a:cubicBezTo>
                    <a:pt x="0" y="1468"/>
                    <a:pt x="33" y="2002"/>
                    <a:pt x="200" y="2569"/>
                  </a:cubicBezTo>
                  <a:cubicBezTo>
                    <a:pt x="267" y="2736"/>
                    <a:pt x="200" y="3036"/>
                    <a:pt x="500" y="3069"/>
                  </a:cubicBezTo>
                  <a:cubicBezTo>
                    <a:pt x="516" y="3071"/>
                    <a:pt x="531" y="3071"/>
                    <a:pt x="546" y="3071"/>
                  </a:cubicBezTo>
                  <a:cubicBezTo>
                    <a:pt x="918" y="3071"/>
                    <a:pt x="712" y="2661"/>
                    <a:pt x="1001" y="2436"/>
                  </a:cubicBezTo>
                  <a:cubicBezTo>
                    <a:pt x="1001" y="3203"/>
                    <a:pt x="1701" y="3069"/>
                    <a:pt x="2035" y="3403"/>
                  </a:cubicBezTo>
                  <a:cubicBezTo>
                    <a:pt x="2102" y="3203"/>
                    <a:pt x="2102" y="3036"/>
                    <a:pt x="2035" y="2769"/>
                  </a:cubicBezTo>
                  <a:cubicBezTo>
                    <a:pt x="2102" y="2536"/>
                    <a:pt x="1935" y="2569"/>
                    <a:pt x="1768" y="2536"/>
                  </a:cubicBezTo>
                  <a:cubicBezTo>
                    <a:pt x="1729" y="2575"/>
                    <a:pt x="1690" y="2591"/>
                    <a:pt x="1658" y="2591"/>
                  </a:cubicBezTo>
                  <a:cubicBezTo>
                    <a:pt x="1635" y="2591"/>
                    <a:pt x="1615" y="2583"/>
                    <a:pt x="1601" y="2569"/>
                  </a:cubicBezTo>
                  <a:cubicBezTo>
                    <a:pt x="1501" y="2502"/>
                    <a:pt x="1468" y="2402"/>
                    <a:pt x="1535" y="2336"/>
                  </a:cubicBezTo>
                  <a:cubicBezTo>
                    <a:pt x="1701" y="2269"/>
                    <a:pt x="1868" y="2235"/>
                    <a:pt x="1968" y="2069"/>
                  </a:cubicBezTo>
                  <a:cubicBezTo>
                    <a:pt x="1868" y="1935"/>
                    <a:pt x="1768" y="1835"/>
                    <a:pt x="1801" y="1668"/>
                  </a:cubicBezTo>
                  <a:cubicBezTo>
                    <a:pt x="1468" y="1168"/>
                    <a:pt x="1635" y="501"/>
                    <a:pt x="1301" y="1"/>
                  </a:cubicBezTo>
                  <a:close/>
                </a:path>
              </a:pathLst>
            </a:custGeom>
            <a:solidFill>
              <a:srgbClr val="FCB8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7"/>
            <p:cNvSpPr/>
            <p:nvPr/>
          </p:nvSpPr>
          <p:spPr>
            <a:xfrm>
              <a:off x="3194125" y="2467200"/>
              <a:ext cx="54225" cy="63175"/>
            </a:xfrm>
            <a:custGeom>
              <a:avLst/>
              <a:gdLst/>
              <a:ahLst/>
              <a:cxnLst/>
              <a:rect l="l" t="t" r="r" b="b"/>
              <a:pathLst>
                <a:path w="2169" h="2527" extrusionOk="0">
                  <a:moveTo>
                    <a:pt x="1735" y="1"/>
                  </a:moveTo>
                  <a:cubicBezTo>
                    <a:pt x="1535" y="201"/>
                    <a:pt x="1268" y="234"/>
                    <a:pt x="1068" y="234"/>
                  </a:cubicBezTo>
                  <a:cubicBezTo>
                    <a:pt x="1011" y="361"/>
                    <a:pt x="932" y="387"/>
                    <a:pt x="848" y="387"/>
                  </a:cubicBezTo>
                  <a:cubicBezTo>
                    <a:pt x="790" y="387"/>
                    <a:pt x="731" y="374"/>
                    <a:pt x="676" y="374"/>
                  </a:cubicBezTo>
                  <a:cubicBezTo>
                    <a:pt x="622" y="374"/>
                    <a:pt x="572" y="386"/>
                    <a:pt x="534" y="434"/>
                  </a:cubicBezTo>
                  <a:cubicBezTo>
                    <a:pt x="701" y="801"/>
                    <a:pt x="1268" y="568"/>
                    <a:pt x="1368" y="1035"/>
                  </a:cubicBezTo>
                  <a:cubicBezTo>
                    <a:pt x="1254" y="1172"/>
                    <a:pt x="1124" y="1277"/>
                    <a:pt x="979" y="1277"/>
                  </a:cubicBezTo>
                  <a:cubicBezTo>
                    <a:pt x="912" y="1277"/>
                    <a:pt x="841" y="1255"/>
                    <a:pt x="767" y="1202"/>
                  </a:cubicBezTo>
                  <a:cubicBezTo>
                    <a:pt x="603" y="1081"/>
                    <a:pt x="481" y="1029"/>
                    <a:pt x="393" y="1029"/>
                  </a:cubicBezTo>
                  <a:cubicBezTo>
                    <a:pt x="212" y="1029"/>
                    <a:pt x="167" y="1244"/>
                    <a:pt x="167" y="1535"/>
                  </a:cubicBezTo>
                  <a:cubicBezTo>
                    <a:pt x="167" y="1769"/>
                    <a:pt x="100" y="1936"/>
                    <a:pt x="67" y="2136"/>
                  </a:cubicBezTo>
                  <a:cubicBezTo>
                    <a:pt x="0" y="2503"/>
                    <a:pt x="234" y="2436"/>
                    <a:pt x="434" y="2503"/>
                  </a:cubicBezTo>
                  <a:cubicBezTo>
                    <a:pt x="503" y="2518"/>
                    <a:pt x="558" y="2526"/>
                    <a:pt x="601" y="2526"/>
                  </a:cubicBezTo>
                  <a:cubicBezTo>
                    <a:pt x="746" y="2526"/>
                    <a:pt x="760" y="2434"/>
                    <a:pt x="734" y="2202"/>
                  </a:cubicBezTo>
                  <a:cubicBezTo>
                    <a:pt x="734" y="2102"/>
                    <a:pt x="868" y="2036"/>
                    <a:pt x="901" y="1936"/>
                  </a:cubicBezTo>
                  <a:cubicBezTo>
                    <a:pt x="1201" y="1835"/>
                    <a:pt x="1568" y="1835"/>
                    <a:pt x="1735" y="1502"/>
                  </a:cubicBezTo>
                  <a:cubicBezTo>
                    <a:pt x="1701" y="1168"/>
                    <a:pt x="1768" y="901"/>
                    <a:pt x="2002" y="601"/>
                  </a:cubicBezTo>
                  <a:cubicBezTo>
                    <a:pt x="2168" y="334"/>
                    <a:pt x="2168" y="68"/>
                    <a:pt x="1735" y="1"/>
                  </a:cubicBezTo>
                  <a:close/>
                </a:path>
              </a:pathLst>
            </a:custGeom>
            <a:solidFill>
              <a:srgbClr val="FEB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7"/>
            <p:cNvSpPr/>
            <p:nvPr/>
          </p:nvSpPr>
          <p:spPr>
            <a:xfrm>
              <a:off x="3273350" y="2368800"/>
              <a:ext cx="30050" cy="48825"/>
            </a:xfrm>
            <a:custGeom>
              <a:avLst/>
              <a:gdLst/>
              <a:ahLst/>
              <a:cxnLst/>
              <a:rect l="l" t="t" r="r" b="b"/>
              <a:pathLst>
                <a:path w="1202" h="1953" extrusionOk="0">
                  <a:moveTo>
                    <a:pt x="567" y="1"/>
                  </a:moveTo>
                  <a:cubicBezTo>
                    <a:pt x="300" y="34"/>
                    <a:pt x="67" y="101"/>
                    <a:pt x="34" y="368"/>
                  </a:cubicBezTo>
                  <a:cubicBezTo>
                    <a:pt x="0" y="668"/>
                    <a:pt x="267" y="534"/>
                    <a:pt x="400" y="601"/>
                  </a:cubicBezTo>
                  <a:cubicBezTo>
                    <a:pt x="567" y="634"/>
                    <a:pt x="467" y="801"/>
                    <a:pt x="434" y="935"/>
                  </a:cubicBezTo>
                  <a:cubicBezTo>
                    <a:pt x="367" y="1135"/>
                    <a:pt x="100" y="1302"/>
                    <a:pt x="234" y="1535"/>
                  </a:cubicBezTo>
                  <a:cubicBezTo>
                    <a:pt x="528" y="1653"/>
                    <a:pt x="770" y="1952"/>
                    <a:pt x="1076" y="1952"/>
                  </a:cubicBezTo>
                  <a:cubicBezTo>
                    <a:pt x="1116" y="1952"/>
                    <a:pt x="1158" y="1947"/>
                    <a:pt x="1201" y="1935"/>
                  </a:cubicBezTo>
                  <a:cubicBezTo>
                    <a:pt x="1101" y="1268"/>
                    <a:pt x="1034" y="534"/>
                    <a:pt x="567" y="1"/>
                  </a:cubicBezTo>
                  <a:close/>
                </a:path>
              </a:pathLst>
            </a:custGeom>
            <a:solidFill>
              <a:srgbClr val="FCB8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7"/>
            <p:cNvSpPr/>
            <p:nvPr/>
          </p:nvSpPr>
          <p:spPr>
            <a:xfrm>
              <a:off x="3300850" y="2328975"/>
              <a:ext cx="12550" cy="17350"/>
            </a:xfrm>
            <a:custGeom>
              <a:avLst/>
              <a:gdLst/>
              <a:ahLst/>
              <a:cxnLst/>
              <a:rect l="l" t="t" r="r" b="b"/>
              <a:pathLst>
                <a:path w="502" h="694" extrusionOk="0">
                  <a:moveTo>
                    <a:pt x="179" y="0"/>
                  </a:moveTo>
                  <a:cubicBezTo>
                    <a:pt x="125" y="0"/>
                    <a:pt x="65" y="36"/>
                    <a:pt x="1" y="126"/>
                  </a:cubicBezTo>
                  <a:cubicBezTo>
                    <a:pt x="134" y="359"/>
                    <a:pt x="268" y="560"/>
                    <a:pt x="501" y="693"/>
                  </a:cubicBezTo>
                  <a:cubicBezTo>
                    <a:pt x="468" y="526"/>
                    <a:pt x="468" y="359"/>
                    <a:pt x="401" y="193"/>
                  </a:cubicBezTo>
                  <a:cubicBezTo>
                    <a:pt x="340" y="90"/>
                    <a:pt x="266" y="0"/>
                    <a:pt x="179" y="0"/>
                  </a:cubicBezTo>
                  <a:close/>
                </a:path>
              </a:pathLst>
            </a:custGeom>
            <a:solidFill>
              <a:srgbClr val="FEB5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7"/>
            <p:cNvSpPr/>
            <p:nvPr/>
          </p:nvSpPr>
          <p:spPr>
            <a:xfrm>
              <a:off x="3309200" y="2464700"/>
              <a:ext cx="11700" cy="10875"/>
            </a:xfrm>
            <a:custGeom>
              <a:avLst/>
              <a:gdLst/>
              <a:ahLst/>
              <a:cxnLst/>
              <a:rect l="l" t="t" r="r" b="b"/>
              <a:pathLst>
                <a:path w="468" h="435" extrusionOk="0">
                  <a:moveTo>
                    <a:pt x="301" y="1"/>
                  </a:moveTo>
                  <a:cubicBezTo>
                    <a:pt x="1" y="301"/>
                    <a:pt x="301" y="334"/>
                    <a:pt x="468" y="434"/>
                  </a:cubicBezTo>
                  <a:lnTo>
                    <a:pt x="468" y="101"/>
                  </a:lnTo>
                  <a:cubicBezTo>
                    <a:pt x="434" y="34"/>
                    <a:pt x="401" y="1"/>
                    <a:pt x="301" y="1"/>
                  </a:cubicBez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7"/>
            <p:cNvSpPr/>
            <p:nvPr/>
          </p:nvSpPr>
          <p:spPr>
            <a:xfrm>
              <a:off x="3290850" y="2327100"/>
              <a:ext cx="5025" cy="3375"/>
            </a:xfrm>
            <a:custGeom>
              <a:avLst/>
              <a:gdLst/>
              <a:ahLst/>
              <a:cxnLst/>
              <a:rect l="l" t="t" r="r" b="b"/>
              <a:pathLst>
                <a:path w="201" h="135" extrusionOk="0">
                  <a:moveTo>
                    <a:pt x="1" y="1"/>
                  </a:moveTo>
                  <a:cubicBezTo>
                    <a:pt x="34" y="101"/>
                    <a:pt x="67" y="134"/>
                    <a:pt x="201" y="134"/>
                  </a:cubicBezTo>
                  <a:cubicBezTo>
                    <a:pt x="134" y="101"/>
                    <a:pt x="67" y="34"/>
                    <a:pt x="1" y="1"/>
                  </a:cubicBezTo>
                  <a:close/>
                </a:path>
              </a:pathLst>
            </a:custGeom>
            <a:solidFill>
              <a:srgbClr val="FEB5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7"/>
            <p:cNvSpPr/>
            <p:nvPr/>
          </p:nvSpPr>
          <p:spPr>
            <a:xfrm>
              <a:off x="3313375" y="2347125"/>
              <a:ext cx="4200" cy="5850"/>
            </a:xfrm>
            <a:custGeom>
              <a:avLst/>
              <a:gdLst/>
              <a:ahLst/>
              <a:cxnLst/>
              <a:rect l="l" t="t" r="r" b="b"/>
              <a:pathLst>
                <a:path w="168" h="234" extrusionOk="0">
                  <a:moveTo>
                    <a:pt x="0" y="0"/>
                  </a:moveTo>
                  <a:cubicBezTo>
                    <a:pt x="0" y="134"/>
                    <a:pt x="67" y="201"/>
                    <a:pt x="167" y="234"/>
                  </a:cubicBezTo>
                  <a:lnTo>
                    <a:pt x="167" y="0"/>
                  </a:lnTo>
                  <a:close/>
                </a:path>
              </a:pathLst>
            </a:custGeom>
            <a:solidFill>
              <a:srgbClr val="FEB5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7"/>
            <p:cNvSpPr/>
            <p:nvPr/>
          </p:nvSpPr>
          <p:spPr>
            <a:xfrm>
              <a:off x="3262500" y="2518900"/>
              <a:ext cx="63400" cy="108875"/>
            </a:xfrm>
            <a:custGeom>
              <a:avLst/>
              <a:gdLst/>
              <a:ahLst/>
              <a:cxnLst/>
              <a:rect l="l" t="t" r="r" b="b"/>
              <a:pathLst>
                <a:path w="2536" h="4355" extrusionOk="0">
                  <a:moveTo>
                    <a:pt x="2336" y="1"/>
                  </a:moveTo>
                  <a:cubicBezTo>
                    <a:pt x="2261" y="21"/>
                    <a:pt x="2179" y="28"/>
                    <a:pt x="2094" y="28"/>
                  </a:cubicBezTo>
                  <a:cubicBezTo>
                    <a:pt x="1945" y="28"/>
                    <a:pt x="1789" y="8"/>
                    <a:pt x="1650" y="8"/>
                  </a:cubicBezTo>
                  <a:cubicBezTo>
                    <a:pt x="1483" y="8"/>
                    <a:pt x="1341" y="37"/>
                    <a:pt x="1268" y="168"/>
                  </a:cubicBezTo>
                  <a:cubicBezTo>
                    <a:pt x="1133" y="418"/>
                    <a:pt x="1051" y="505"/>
                    <a:pt x="995" y="505"/>
                  </a:cubicBezTo>
                  <a:cubicBezTo>
                    <a:pt x="872" y="505"/>
                    <a:pt x="878" y="84"/>
                    <a:pt x="726" y="84"/>
                  </a:cubicBezTo>
                  <a:cubicBezTo>
                    <a:pt x="709" y="84"/>
                    <a:pt x="689" y="89"/>
                    <a:pt x="668" y="101"/>
                  </a:cubicBezTo>
                  <a:cubicBezTo>
                    <a:pt x="601" y="635"/>
                    <a:pt x="434" y="1269"/>
                    <a:pt x="434" y="1836"/>
                  </a:cubicBezTo>
                  <a:cubicBezTo>
                    <a:pt x="468" y="2269"/>
                    <a:pt x="1" y="2102"/>
                    <a:pt x="1" y="2203"/>
                  </a:cubicBezTo>
                  <a:cubicBezTo>
                    <a:pt x="1" y="2403"/>
                    <a:pt x="109" y="2428"/>
                    <a:pt x="230" y="2428"/>
                  </a:cubicBezTo>
                  <a:cubicBezTo>
                    <a:pt x="270" y="2428"/>
                    <a:pt x="312" y="2425"/>
                    <a:pt x="351" y="2425"/>
                  </a:cubicBezTo>
                  <a:cubicBezTo>
                    <a:pt x="430" y="2425"/>
                    <a:pt x="501" y="2436"/>
                    <a:pt x="534" y="2503"/>
                  </a:cubicBezTo>
                  <a:cubicBezTo>
                    <a:pt x="601" y="2603"/>
                    <a:pt x="534" y="2703"/>
                    <a:pt x="534" y="2803"/>
                  </a:cubicBezTo>
                  <a:cubicBezTo>
                    <a:pt x="601" y="3003"/>
                    <a:pt x="301" y="3203"/>
                    <a:pt x="534" y="3470"/>
                  </a:cubicBezTo>
                  <a:cubicBezTo>
                    <a:pt x="768" y="3637"/>
                    <a:pt x="601" y="3937"/>
                    <a:pt x="801" y="4104"/>
                  </a:cubicBezTo>
                  <a:lnTo>
                    <a:pt x="801" y="4304"/>
                  </a:lnTo>
                  <a:cubicBezTo>
                    <a:pt x="834" y="4337"/>
                    <a:pt x="876" y="4354"/>
                    <a:pt x="901" y="4354"/>
                  </a:cubicBezTo>
                  <a:cubicBezTo>
                    <a:pt x="926" y="4354"/>
                    <a:pt x="935" y="4337"/>
                    <a:pt x="901" y="4304"/>
                  </a:cubicBezTo>
                  <a:cubicBezTo>
                    <a:pt x="834" y="3337"/>
                    <a:pt x="1735" y="3837"/>
                    <a:pt x="2202" y="3437"/>
                  </a:cubicBezTo>
                  <a:cubicBezTo>
                    <a:pt x="1668" y="3437"/>
                    <a:pt x="1335" y="3203"/>
                    <a:pt x="1135" y="2803"/>
                  </a:cubicBezTo>
                  <a:lnTo>
                    <a:pt x="1135" y="2703"/>
                  </a:lnTo>
                  <a:cubicBezTo>
                    <a:pt x="1135" y="2636"/>
                    <a:pt x="1168" y="2603"/>
                    <a:pt x="1268" y="2603"/>
                  </a:cubicBezTo>
                  <a:cubicBezTo>
                    <a:pt x="1368" y="2603"/>
                    <a:pt x="1502" y="2603"/>
                    <a:pt x="1635" y="2536"/>
                  </a:cubicBezTo>
                  <a:cubicBezTo>
                    <a:pt x="1710" y="2521"/>
                    <a:pt x="1764" y="2506"/>
                    <a:pt x="1814" y="2506"/>
                  </a:cubicBezTo>
                  <a:cubicBezTo>
                    <a:pt x="1875" y="2506"/>
                    <a:pt x="1928" y="2529"/>
                    <a:pt x="2002" y="2603"/>
                  </a:cubicBezTo>
                  <a:cubicBezTo>
                    <a:pt x="2336" y="2603"/>
                    <a:pt x="2536" y="2336"/>
                    <a:pt x="2502" y="2036"/>
                  </a:cubicBezTo>
                  <a:cubicBezTo>
                    <a:pt x="2480" y="1900"/>
                    <a:pt x="2438" y="1857"/>
                    <a:pt x="2386" y="1857"/>
                  </a:cubicBezTo>
                  <a:cubicBezTo>
                    <a:pt x="2292" y="1857"/>
                    <a:pt x="2163" y="2004"/>
                    <a:pt x="2056" y="2004"/>
                  </a:cubicBezTo>
                  <a:cubicBezTo>
                    <a:pt x="2049" y="2004"/>
                    <a:pt x="2042" y="2004"/>
                    <a:pt x="2035" y="2002"/>
                  </a:cubicBezTo>
                  <a:cubicBezTo>
                    <a:pt x="1635" y="1969"/>
                    <a:pt x="1301" y="1669"/>
                    <a:pt x="1268" y="1302"/>
                  </a:cubicBezTo>
                  <a:cubicBezTo>
                    <a:pt x="1201" y="868"/>
                    <a:pt x="1668" y="935"/>
                    <a:pt x="1969" y="868"/>
                  </a:cubicBezTo>
                  <a:cubicBezTo>
                    <a:pt x="2102" y="835"/>
                    <a:pt x="2235" y="835"/>
                    <a:pt x="2369" y="835"/>
                  </a:cubicBezTo>
                  <a:cubicBezTo>
                    <a:pt x="2336" y="601"/>
                    <a:pt x="2336" y="301"/>
                    <a:pt x="2336" y="1"/>
                  </a:cubicBezTo>
                  <a:close/>
                </a:path>
              </a:pathLst>
            </a:custGeom>
            <a:solidFill>
              <a:srgbClr val="FFBC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7"/>
            <p:cNvSpPr/>
            <p:nvPr/>
          </p:nvSpPr>
          <p:spPr>
            <a:xfrm>
              <a:off x="3286675" y="2576300"/>
              <a:ext cx="24225" cy="12675"/>
            </a:xfrm>
            <a:custGeom>
              <a:avLst/>
              <a:gdLst/>
              <a:ahLst/>
              <a:cxnLst/>
              <a:rect l="l" t="t" r="r" b="b"/>
              <a:pathLst>
                <a:path w="969" h="507" extrusionOk="0">
                  <a:moveTo>
                    <a:pt x="234" y="0"/>
                  </a:moveTo>
                  <a:cubicBezTo>
                    <a:pt x="26" y="0"/>
                    <a:pt x="1" y="103"/>
                    <a:pt x="1" y="307"/>
                  </a:cubicBezTo>
                  <a:cubicBezTo>
                    <a:pt x="68" y="340"/>
                    <a:pt x="168" y="407"/>
                    <a:pt x="301" y="507"/>
                  </a:cubicBezTo>
                  <a:cubicBezTo>
                    <a:pt x="501" y="474"/>
                    <a:pt x="735" y="507"/>
                    <a:pt x="902" y="240"/>
                  </a:cubicBezTo>
                  <a:cubicBezTo>
                    <a:pt x="902" y="240"/>
                    <a:pt x="968" y="207"/>
                    <a:pt x="968" y="173"/>
                  </a:cubicBezTo>
                  <a:cubicBezTo>
                    <a:pt x="968" y="140"/>
                    <a:pt x="902" y="73"/>
                    <a:pt x="868" y="40"/>
                  </a:cubicBezTo>
                  <a:cubicBezTo>
                    <a:pt x="668" y="40"/>
                    <a:pt x="501" y="40"/>
                    <a:pt x="334" y="7"/>
                  </a:cubicBezTo>
                  <a:cubicBezTo>
                    <a:pt x="297" y="2"/>
                    <a:pt x="264" y="0"/>
                    <a:pt x="234" y="0"/>
                  </a:cubicBez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7"/>
            <p:cNvSpPr/>
            <p:nvPr/>
          </p:nvSpPr>
          <p:spPr>
            <a:xfrm>
              <a:off x="3308375" y="2577275"/>
              <a:ext cx="6700" cy="5050"/>
            </a:xfrm>
            <a:custGeom>
              <a:avLst/>
              <a:gdLst/>
              <a:ahLst/>
              <a:cxnLst/>
              <a:rect l="l" t="t" r="r" b="b"/>
              <a:pathLst>
                <a:path w="268" h="202" extrusionOk="0">
                  <a:moveTo>
                    <a:pt x="0" y="1"/>
                  </a:moveTo>
                  <a:lnTo>
                    <a:pt x="0" y="201"/>
                  </a:lnTo>
                  <a:lnTo>
                    <a:pt x="267" y="201"/>
                  </a:lnTo>
                  <a:cubicBezTo>
                    <a:pt x="167" y="134"/>
                    <a:pt x="67" y="101"/>
                    <a:pt x="0" y="1"/>
                  </a:cubicBezTo>
                  <a:close/>
                </a:path>
              </a:pathLst>
            </a:custGeom>
            <a:solidFill>
              <a:srgbClr val="FFC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7"/>
            <p:cNvSpPr/>
            <p:nvPr/>
          </p:nvSpPr>
          <p:spPr>
            <a:xfrm>
              <a:off x="3302525" y="2764925"/>
              <a:ext cx="1700" cy="2375"/>
            </a:xfrm>
            <a:custGeom>
              <a:avLst/>
              <a:gdLst/>
              <a:ahLst/>
              <a:cxnLst/>
              <a:rect l="l" t="t" r="r" b="b"/>
              <a:pathLst>
                <a:path w="68" h="95" extrusionOk="0">
                  <a:moveTo>
                    <a:pt x="1" y="0"/>
                  </a:moveTo>
                  <a:cubicBezTo>
                    <a:pt x="20" y="59"/>
                    <a:pt x="39" y="94"/>
                    <a:pt x="52" y="94"/>
                  </a:cubicBezTo>
                  <a:cubicBezTo>
                    <a:pt x="62" y="94"/>
                    <a:pt x="67" y="76"/>
                    <a:pt x="67" y="34"/>
                  </a:cubicBezTo>
                  <a:cubicBezTo>
                    <a:pt x="67" y="34"/>
                    <a:pt x="34" y="0"/>
                    <a:pt x="1" y="0"/>
                  </a:cubicBez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7"/>
            <p:cNvSpPr/>
            <p:nvPr/>
          </p:nvSpPr>
          <p:spPr>
            <a:xfrm>
              <a:off x="3316700" y="2762100"/>
              <a:ext cx="2525" cy="2000"/>
            </a:xfrm>
            <a:custGeom>
              <a:avLst/>
              <a:gdLst/>
              <a:ahLst/>
              <a:cxnLst/>
              <a:rect l="l" t="t" r="r" b="b"/>
              <a:pathLst>
                <a:path w="101" h="80" extrusionOk="0">
                  <a:moveTo>
                    <a:pt x="21" y="0"/>
                  </a:moveTo>
                  <a:cubicBezTo>
                    <a:pt x="7" y="0"/>
                    <a:pt x="1" y="17"/>
                    <a:pt x="1" y="47"/>
                  </a:cubicBezTo>
                  <a:cubicBezTo>
                    <a:pt x="1" y="47"/>
                    <a:pt x="34" y="80"/>
                    <a:pt x="101" y="80"/>
                  </a:cubicBezTo>
                  <a:cubicBezTo>
                    <a:pt x="64" y="25"/>
                    <a:pt x="37" y="0"/>
                    <a:pt x="21" y="0"/>
                  </a:cubicBez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7"/>
            <p:cNvSpPr/>
            <p:nvPr/>
          </p:nvSpPr>
          <p:spPr>
            <a:xfrm>
              <a:off x="3320750" y="2539750"/>
              <a:ext cx="23500" cy="11050"/>
            </a:xfrm>
            <a:custGeom>
              <a:avLst/>
              <a:gdLst/>
              <a:ahLst/>
              <a:cxnLst/>
              <a:rect l="l" t="t" r="r" b="b"/>
              <a:pathLst>
                <a:path w="940" h="442" extrusionOk="0">
                  <a:moveTo>
                    <a:pt x="106" y="1"/>
                  </a:moveTo>
                  <a:cubicBezTo>
                    <a:pt x="155" y="101"/>
                    <a:pt x="1" y="442"/>
                    <a:pt x="155" y="442"/>
                  </a:cubicBezTo>
                  <a:cubicBezTo>
                    <a:pt x="207" y="442"/>
                    <a:pt x="295" y="403"/>
                    <a:pt x="439" y="301"/>
                  </a:cubicBezTo>
                  <a:cubicBezTo>
                    <a:pt x="606" y="168"/>
                    <a:pt x="839" y="201"/>
                    <a:pt x="940" y="1"/>
                  </a:cubicBezTo>
                  <a:close/>
                </a:path>
              </a:pathLst>
            </a:custGeom>
            <a:solidFill>
              <a:srgbClr val="FFCF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7"/>
            <p:cNvSpPr/>
            <p:nvPr/>
          </p:nvSpPr>
          <p:spPr>
            <a:xfrm>
              <a:off x="3299200" y="2827475"/>
              <a:ext cx="62575" cy="75900"/>
            </a:xfrm>
            <a:custGeom>
              <a:avLst/>
              <a:gdLst/>
              <a:ahLst/>
              <a:cxnLst/>
              <a:rect l="l" t="t" r="r" b="b"/>
              <a:pathLst>
                <a:path w="2503" h="3036" extrusionOk="0">
                  <a:moveTo>
                    <a:pt x="1968" y="0"/>
                  </a:moveTo>
                  <a:cubicBezTo>
                    <a:pt x="1902" y="34"/>
                    <a:pt x="1868" y="34"/>
                    <a:pt x="1835" y="100"/>
                  </a:cubicBezTo>
                  <a:cubicBezTo>
                    <a:pt x="1802" y="1101"/>
                    <a:pt x="734" y="1301"/>
                    <a:pt x="300" y="1968"/>
                  </a:cubicBezTo>
                  <a:cubicBezTo>
                    <a:pt x="234" y="2202"/>
                    <a:pt x="467" y="2435"/>
                    <a:pt x="234" y="2669"/>
                  </a:cubicBezTo>
                  <a:cubicBezTo>
                    <a:pt x="0" y="2969"/>
                    <a:pt x="300" y="3002"/>
                    <a:pt x="501" y="3036"/>
                  </a:cubicBezTo>
                  <a:cubicBezTo>
                    <a:pt x="834" y="2635"/>
                    <a:pt x="1468" y="2669"/>
                    <a:pt x="1735" y="2168"/>
                  </a:cubicBezTo>
                  <a:cubicBezTo>
                    <a:pt x="1902" y="2202"/>
                    <a:pt x="2035" y="2302"/>
                    <a:pt x="2202" y="2335"/>
                  </a:cubicBezTo>
                  <a:lnTo>
                    <a:pt x="2202" y="1668"/>
                  </a:lnTo>
                  <a:cubicBezTo>
                    <a:pt x="2202" y="1668"/>
                    <a:pt x="2168" y="1635"/>
                    <a:pt x="2168" y="1601"/>
                  </a:cubicBezTo>
                  <a:cubicBezTo>
                    <a:pt x="2135" y="1535"/>
                    <a:pt x="2168" y="1501"/>
                    <a:pt x="2202" y="1468"/>
                  </a:cubicBezTo>
                  <a:cubicBezTo>
                    <a:pt x="2502" y="1101"/>
                    <a:pt x="2068" y="634"/>
                    <a:pt x="2302" y="267"/>
                  </a:cubicBezTo>
                  <a:cubicBezTo>
                    <a:pt x="2369" y="134"/>
                    <a:pt x="2502" y="34"/>
                    <a:pt x="2235" y="0"/>
                  </a:cubicBezTo>
                  <a:close/>
                </a:path>
              </a:pathLst>
            </a:custGeom>
            <a:solidFill>
              <a:srgbClr val="FFB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7"/>
            <p:cNvSpPr/>
            <p:nvPr/>
          </p:nvSpPr>
          <p:spPr>
            <a:xfrm>
              <a:off x="3284175" y="2784925"/>
              <a:ext cx="66750" cy="85750"/>
            </a:xfrm>
            <a:custGeom>
              <a:avLst/>
              <a:gdLst/>
              <a:ahLst/>
              <a:cxnLst/>
              <a:rect l="l" t="t" r="r" b="b"/>
              <a:pathLst>
                <a:path w="2670" h="3430" extrusionOk="0">
                  <a:moveTo>
                    <a:pt x="2302" y="1"/>
                  </a:moveTo>
                  <a:cubicBezTo>
                    <a:pt x="2102" y="1"/>
                    <a:pt x="1835" y="68"/>
                    <a:pt x="1835" y="201"/>
                  </a:cubicBezTo>
                  <a:cubicBezTo>
                    <a:pt x="1885" y="529"/>
                    <a:pt x="1837" y="639"/>
                    <a:pt x="1741" y="639"/>
                  </a:cubicBezTo>
                  <a:cubicBezTo>
                    <a:pt x="1641" y="639"/>
                    <a:pt x="1488" y="520"/>
                    <a:pt x="1335" y="401"/>
                  </a:cubicBezTo>
                  <a:cubicBezTo>
                    <a:pt x="1207" y="310"/>
                    <a:pt x="1119" y="258"/>
                    <a:pt x="1060" y="258"/>
                  </a:cubicBezTo>
                  <a:cubicBezTo>
                    <a:pt x="1012" y="258"/>
                    <a:pt x="983" y="293"/>
                    <a:pt x="968" y="368"/>
                  </a:cubicBezTo>
                  <a:cubicBezTo>
                    <a:pt x="901" y="701"/>
                    <a:pt x="301" y="368"/>
                    <a:pt x="401" y="835"/>
                  </a:cubicBezTo>
                  <a:cubicBezTo>
                    <a:pt x="501" y="1702"/>
                    <a:pt x="168" y="2503"/>
                    <a:pt x="1" y="3303"/>
                  </a:cubicBezTo>
                  <a:cubicBezTo>
                    <a:pt x="134" y="3303"/>
                    <a:pt x="268" y="3303"/>
                    <a:pt x="434" y="3237"/>
                  </a:cubicBezTo>
                  <a:cubicBezTo>
                    <a:pt x="635" y="3357"/>
                    <a:pt x="788" y="3429"/>
                    <a:pt x="911" y="3429"/>
                  </a:cubicBezTo>
                  <a:cubicBezTo>
                    <a:pt x="1096" y="3429"/>
                    <a:pt x="1215" y="3269"/>
                    <a:pt x="1335" y="2870"/>
                  </a:cubicBezTo>
                  <a:cubicBezTo>
                    <a:pt x="1460" y="2463"/>
                    <a:pt x="1204" y="1557"/>
                    <a:pt x="2053" y="1557"/>
                  </a:cubicBezTo>
                  <a:cubicBezTo>
                    <a:pt x="2109" y="1557"/>
                    <a:pt x="2170" y="1560"/>
                    <a:pt x="2236" y="1569"/>
                  </a:cubicBezTo>
                  <a:cubicBezTo>
                    <a:pt x="2269" y="1569"/>
                    <a:pt x="2302" y="1535"/>
                    <a:pt x="2336" y="1502"/>
                  </a:cubicBezTo>
                  <a:cubicBezTo>
                    <a:pt x="2669" y="1035"/>
                    <a:pt x="2236" y="635"/>
                    <a:pt x="2302" y="201"/>
                  </a:cubicBezTo>
                  <a:lnTo>
                    <a:pt x="2302" y="1"/>
                  </a:lnTo>
                  <a:close/>
                </a:path>
              </a:pathLst>
            </a:custGeom>
            <a:solidFill>
              <a:srgbClr val="FFB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7"/>
            <p:cNvSpPr/>
            <p:nvPr/>
          </p:nvSpPr>
          <p:spPr>
            <a:xfrm>
              <a:off x="3324200" y="2501400"/>
              <a:ext cx="21725" cy="17775"/>
            </a:xfrm>
            <a:custGeom>
              <a:avLst/>
              <a:gdLst/>
              <a:ahLst/>
              <a:cxnLst/>
              <a:rect l="l" t="t" r="r" b="b"/>
              <a:pathLst>
                <a:path w="869" h="711" extrusionOk="0">
                  <a:moveTo>
                    <a:pt x="635" y="0"/>
                  </a:moveTo>
                  <a:cubicBezTo>
                    <a:pt x="635" y="234"/>
                    <a:pt x="1" y="201"/>
                    <a:pt x="301" y="634"/>
                  </a:cubicBezTo>
                  <a:cubicBezTo>
                    <a:pt x="355" y="661"/>
                    <a:pt x="475" y="710"/>
                    <a:pt x="536" y="710"/>
                  </a:cubicBezTo>
                  <a:cubicBezTo>
                    <a:pt x="550" y="710"/>
                    <a:pt x="562" y="707"/>
                    <a:pt x="568" y="701"/>
                  </a:cubicBezTo>
                  <a:cubicBezTo>
                    <a:pt x="868" y="534"/>
                    <a:pt x="735" y="301"/>
                    <a:pt x="635" y="0"/>
                  </a:cubicBezTo>
                  <a:close/>
                </a:path>
              </a:pathLst>
            </a:custGeom>
            <a:solidFill>
              <a:srgbClr val="FFCE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7"/>
            <p:cNvSpPr/>
            <p:nvPr/>
          </p:nvSpPr>
          <p:spPr>
            <a:xfrm>
              <a:off x="3306700" y="2481375"/>
              <a:ext cx="10025" cy="9125"/>
            </a:xfrm>
            <a:custGeom>
              <a:avLst/>
              <a:gdLst/>
              <a:ahLst/>
              <a:cxnLst/>
              <a:rect l="l" t="t" r="r" b="b"/>
              <a:pathLst>
                <a:path w="401" h="365" extrusionOk="0">
                  <a:moveTo>
                    <a:pt x="201" y="1"/>
                  </a:moveTo>
                  <a:cubicBezTo>
                    <a:pt x="67" y="34"/>
                    <a:pt x="0" y="168"/>
                    <a:pt x="101" y="301"/>
                  </a:cubicBezTo>
                  <a:cubicBezTo>
                    <a:pt x="145" y="346"/>
                    <a:pt x="186" y="364"/>
                    <a:pt x="223" y="364"/>
                  </a:cubicBezTo>
                  <a:cubicBezTo>
                    <a:pt x="297" y="364"/>
                    <a:pt x="356" y="290"/>
                    <a:pt x="401" y="201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7"/>
            <p:cNvSpPr/>
            <p:nvPr/>
          </p:nvSpPr>
          <p:spPr>
            <a:xfrm>
              <a:off x="3341125" y="2822475"/>
              <a:ext cx="5625" cy="6000"/>
            </a:xfrm>
            <a:custGeom>
              <a:avLst/>
              <a:gdLst/>
              <a:ahLst/>
              <a:cxnLst/>
              <a:rect l="l" t="t" r="r" b="b"/>
              <a:pathLst>
                <a:path w="225" h="240" extrusionOk="0">
                  <a:moveTo>
                    <a:pt x="24" y="0"/>
                  </a:moveTo>
                  <a:lnTo>
                    <a:pt x="24" y="0"/>
                  </a:lnTo>
                  <a:cubicBezTo>
                    <a:pt x="0" y="147"/>
                    <a:pt x="29" y="239"/>
                    <a:pt x="112" y="239"/>
                  </a:cubicBezTo>
                  <a:cubicBezTo>
                    <a:pt x="142" y="239"/>
                    <a:pt x="180" y="227"/>
                    <a:pt x="225" y="200"/>
                  </a:cubicBezTo>
                  <a:cubicBezTo>
                    <a:pt x="191" y="133"/>
                    <a:pt x="125" y="67"/>
                    <a:pt x="24" y="0"/>
                  </a:cubicBezTo>
                  <a:close/>
                </a:path>
              </a:pathLst>
            </a:custGeom>
            <a:solidFill>
              <a:srgbClr val="FFB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7"/>
            <p:cNvSpPr/>
            <p:nvPr/>
          </p:nvSpPr>
          <p:spPr>
            <a:xfrm>
              <a:off x="3350075" y="2865000"/>
              <a:ext cx="4175" cy="5025"/>
            </a:xfrm>
            <a:custGeom>
              <a:avLst/>
              <a:gdLst/>
              <a:ahLst/>
              <a:cxnLst/>
              <a:rect l="l" t="t" r="r" b="b"/>
              <a:pathLst>
                <a:path w="167" h="201" extrusionOk="0">
                  <a:moveTo>
                    <a:pt x="167" y="0"/>
                  </a:moveTo>
                  <a:lnTo>
                    <a:pt x="167" y="0"/>
                  </a:lnTo>
                  <a:cubicBezTo>
                    <a:pt x="0" y="100"/>
                    <a:pt x="0" y="134"/>
                    <a:pt x="167" y="200"/>
                  </a:cubicBezTo>
                  <a:cubicBezTo>
                    <a:pt x="167" y="134"/>
                    <a:pt x="133" y="100"/>
                    <a:pt x="167" y="0"/>
                  </a:cubicBezTo>
                  <a:close/>
                </a:path>
              </a:pathLst>
            </a:custGeom>
            <a:solidFill>
              <a:srgbClr val="FFC6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7"/>
            <p:cNvSpPr/>
            <p:nvPr/>
          </p:nvSpPr>
          <p:spPr>
            <a:xfrm>
              <a:off x="2921425" y="1642550"/>
              <a:ext cx="214350" cy="677075"/>
            </a:xfrm>
            <a:custGeom>
              <a:avLst/>
              <a:gdLst/>
              <a:ahLst/>
              <a:cxnLst/>
              <a:rect l="l" t="t" r="r" b="b"/>
              <a:pathLst>
                <a:path w="8574" h="27083" extrusionOk="0">
                  <a:moveTo>
                    <a:pt x="4014" y="1"/>
                  </a:moveTo>
                  <a:cubicBezTo>
                    <a:pt x="3143" y="1"/>
                    <a:pt x="2272" y="91"/>
                    <a:pt x="1401" y="330"/>
                  </a:cubicBezTo>
                  <a:cubicBezTo>
                    <a:pt x="1502" y="2565"/>
                    <a:pt x="1135" y="4767"/>
                    <a:pt x="1335" y="7035"/>
                  </a:cubicBezTo>
                  <a:cubicBezTo>
                    <a:pt x="1335" y="7235"/>
                    <a:pt x="1301" y="7469"/>
                    <a:pt x="1135" y="7635"/>
                  </a:cubicBezTo>
                  <a:cubicBezTo>
                    <a:pt x="1101" y="8002"/>
                    <a:pt x="1001" y="8369"/>
                    <a:pt x="968" y="8736"/>
                  </a:cubicBezTo>
                  <a:cubicBezTo>
                    <a:pt x="801" y="10170"/>
                    <a:pt x="601" y="11638"/>
                    <a:pt x="467" y="13039"/>
                  </a:cubicBezTo>
                  <a:cubicBezTo>
                    <a:pt x="334" y="14374"/>
                    <a:pt x="0" y="15708"/>
                    <a:pt x="134" y="17042"/>
                  </a:cubicBezTo>
                  <a:cubicBezTo>
                    <a:pt x="167" y="17576"/>
                    <a:pt x="167" y="18143"/>
                    <a:pt x="301" y="18677"/>
                  </a:cubicBezTo>
                  <a:cubicBezTo>
                    <a:pt x="267" y="19344"/>
                    <a:pt x="367" y="19877"/>
                    <a:pt x="934" y="20378"/>
                  </a:cubicBezTo>
                  <a:cubicBezTo>
                    <a:pt x="1435" y="20845"/>
                    <a:pt x="1802" y="21445"/>
                    <a:pt x="1268" y="22212"/>
                  </a:cubicBezTo>
                  <a:cubicBezTo>
                    <a:pt x="1135" y="22379"/>
                    <a:pt x="1135" y="22579"/>
                    <a:pt x="1068" y="22780"/>
                  </a:cubicBezTo>
                  <a:cubicBezTo>
                    <a:pt x="734" y="23413"/>
                    <a:pt x="1268" y="24514"/>
                    <a:pt x="1969" y="24681"/>
                  </a:cubicBezTo>
                  <a:cubicBezTo>
                    <a:pt x="3570" y="25014"/>
                    <a:pt x="4704" y="26015"/>
                    <a:pt x="5905" y="27083"/>
                  </a:cubicBezTo>
                  <a:cubicBezTo>
                    <a:pt x="6438" y="26482"/>
                    <a:pt x="7106" y="26049"/>
                    <a:pt x="7939" y="26049"/>
                  </a:cubicBezTo>
                  <a:cubicBezTo>
                    <a:pt x="7839" y="22880"/>
                    <a:pt x="7773" y="19711"/>
                    <a:pt x="7839" y="16508"/>
                  </a:cubicBezTo>
                  <a:cubicBezTo>
                    <a:pt x="7906" y="15107"/>
                    <a:pt x="8140" y="13740"/>
                    <a:pt x="7973" y="12372"/>
                  </a:cubicBezTo>
                  <a:cubicBezTo>
                    <a:pt x="7939" y="12305"/>
                    <a:pt x="7973" y="12239"/>
                    <a:pt x="7973" y="12172"/>
                  </a:cubicBezTo>
                  <a:cubicBezTo>
                    <a:pt x="8406" y="9870"/>
                    <a:pt x="8573" y="7569"/>
                    <a:pt x="8406" y="5267"/>
                  </a:cubicBezTo>
                  <a:cubicBezTo>
                    <a:pt x="8176" y="5047"/>
                    <a:pt x="7985" y="4962"/>
                    <a:pt x="7821" y="4962"/>
                  </a:cubicBezTo>
                  <a:cubicBezTo>
                    <a:pt x="7460" y="4962"/>
                    <a:pt x="7224" y="5370"/>
                    <a:pt x="6972" y="5667"/>
                  </a:cubicBezTo>
                  <a:cubicBezTo>
                    <a:pt x="6846" y="5824"/>
                    <a:pt x="6839" y="6070"/>
                    <a:pt x="6532" y="6070"/>
                  </a:cubicBezTo>
                  <a:cubicBezTo>
                    <a:pt x="6513" y="6070"/>
                    <a:pt x="6493" y="6069"/>
                    <a:pt x="6472" y="6068"/>
                  </a:cubicBezTo>
                  <a:cubicBezTo>
                    <a:pt x="5805" y="6001"/>
                    <a:pt x="5004" y="5134"/>
                    <a:pt x="4937" y="4366"/>
                  </a:cubicBezTo>
                  <a:cubicBezTo>
                    <a:pt x="4837" y="3532"/>
                    <a:pt x="5338" y="3165"/>
                    <a:pt x="6005" y="2865"/>
                  </a:cubicBezTo>
                  <a:cubicBezTo>
                    <a:pt x="7472" y="2231"/>
                    <a:pt x="7639" y="1431"/>
                    <a:pt x="6505" y="197"/>
                  </a:cubicBezTo>
                  <a:cubicBezTo>
                    <a:pt x="5675" y="83"/>
                    <a:pt x="4845" y="1"/>
                    <a:pt x="4014" y="1"/>
                  </a:cubicBezTo>
                  <a:close/>
                </a:path>
              </a:pathLst>
            </a:custGeom>
            <a:solidFill>
              <a:srgbClr val="FFC6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7"/>
            <p:cNvSpPr/>
            <p:nvPr/>
          </p:nvSpPr>
          <p:spPr>
            <a:xfrm>
              <a:off x="3031500" y="1647725"/>
              <a:ext cx="100100" cy="159225"/>
            </a:xfrm>
            <a:custGeom>
              <a:avLst/>
              <a:gdLst/>
              <a:ahLst/>
              <a:cxnLst/>
              <a:rect l="l" t="t" r="r" b="b"/>
              <a:pathLst>
                <a:path w="4004" h="6369" extrusionOk="0">
                  <a:moveTo>
                    <a:pt x="2382" y="1"/>
                  </a:moveTo>
                  <a:cubicBezTo>
                    <a:pt x="2290" y="1"/>
                    <a:pt x="2197" y="7"/>
                    <a:pt x="2102" y="23"/>
                  </a:cubicBezTo>
                  <a:cubicBezTo>
                    <a:pt x="2502" y="623"/>
                    <a:pt x="2202" y="1357"/>
                    <a:pt x="2769" y="1924"/>
                  </a:cubicBezTo>
                  <a:cubicBezTo>
                    <a:pt x="2269" y="2158"/>
                    <a:pt x="1869" y="2358"/>
                    <a:pt x="1435" y="2525"/>
                  </a:cubicBezTo>
                  <a:cubicBezTo>
                    <a:pt x="234" y="3025"/>
                    <a:pt x="1" y="3659"/>
                    <a:pt x="501" y="4860"/>
                  </a:cubicBezTo>
                  <a:cubicBezTo>
                    <a:pt x="644" y="5203"/>
                    <a:pt x="591" y="5742"/>
                    <a:pt x="1077" y="5742"/>
                  </a:cubicBezTo>
                  <a:cubicBezTo>
                    <a:pt x="1158" y="5742"/>
                    <a:pt x="1254" y="5727"/>
                    <a:pt x="1368" y="5694"/>
                  </a:cubicBezTo>
                  <a:cubicBezTo>
                    <a:pt x="1375" y="5690"/>
                    <a:pt x="1383" y="5689"/>
                    <a:pt x="1391" y="5689"/>
                  </a:cubicBezTo>
                  <a:cubicBezTo>
                    <a:pt x="1456" y="5689"/>
                    <a:pt x="1542" y="5801"/>
                    <a:pt x="1602" y="5861"/>
                  </a:cubicBezTo>
                  <a:cubicBezTo>
                    <a:pt x="1818" y="6015"/>
                    <a:pt x="1862" y="6368"/>
                    <a:pt x="2158" y="6368"/>
                  </a:cubicBezTo>
                  <a:cubicBezTo>
                    <a:pt x="2182" y="6368"/>
                    <a:pt x="2208" y="6366"/>
                    <a:pt x="2236" y="6361"/>
                  </a:cubicBezTo>
                  <a:cubicBezTo>
                    <a:pt x="2669" y="6328"/>
                    <a:pt x="2669" y="5961"/>
                    <a:pt x="2736" y="5660"/>
                  </a:cubicBezTo>
                  <a:cubicBezTo>
                    <a:pt x="2866" y="5243"/>
                    <a:pt x="3181" y="5050"/>
                    <a:pt x="3616" y="5050"/>
                  </a:cubicBezTo>
                  <a:cubicBezTo>
                    <a:pt x="3736" y="5050"/>
                    <a:pt x="3866" y="5064"/>
                    <a:pt x="4003" y="5093"/>
                  </a:cubicBezTo>
                  <a:cubicBezTo>
                    <a:pt x="3937" y="3425"/>
                    <a:pt x="3903" y="1791"/>
                    <a:pt x="3837" y="190"/>
                  </a:cubicBezTo>
                  <a:cubicBezTo>
                    <a:pt x="3331" y="190"/>
                    <a:pt x="2873" y="1"/>
                    <a:pt x="2382" y="1"/>
                  </a:cubicBezTo>
                  <a:close/>
                </a:path>
              </a:pathLst>
            </a:custGeom>
            <a:solidFill>
              <a:srgbClr val="FFBF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7"/>
            <p:cNvSpPr/>
            <p:nvPr/>
          </p:nvSpPr>
          <p:spPr>
            <a:xfrm>
              <a:off x="3267500" y="1673300"/>
              <a:ext cx="27550" cy="10875"/>
            </a:xfrm>
            <a:custGeom>
              <a:avLst/>
              <a:gdLst/>
              <a:ahLst/>
              <a:cxnLst/>
              <a:rect l="l" t="t" r="r" b="b"/>
              <a:pathLst>
                <a:path w="1102" h="435" extrusionOk="0">
                  <a:moveTo>
                    <a:pt x="162" y="0"/>
                  </a:moveTo>
                  <a:cubicBezTo>
                    <a:pt x="109" y="0"/>
                    <a:pt x="55" y="1"/>
                    <a:pt x="1" y="1"/>
                  </a:cubicBezTo>
                  <a:cubicBezTo>
                    <a:pt x="301" y="334"/>
                    <a:pt x="735" y="401"/>
                    <a:pt x="1101" y="434"/>
                  </a:cubicBezTo>
                  <a:cubicBezTo>
                    <a:pt x="868" y="26"/>
                    <a:pt x="532" y="0"/>
                    <a:pt x="162" y="0"/>
                  </a:cubicBezTo>
                  <a:close/>
                </a:path>
              </a:pathLst>
            </a:custGeom>
            <a:solidFill>
              <a:srgbClr val="EB9E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7"/>
            <p:cNvSpPr/>
            <p:nvPr/>
          </p:nvSpPr>
          <p:spPr>
            <a:xfrm>
              <a:off x="3148250" y="1430625"/>
              <a:ext cx="37550" cy="6025"/>
            </a:xfrm>
            <a:custGeom>
              <a:avLst/>
              <a:gdLst/>
              <a:ahLst/>
              <a:cxnLst/>
              <a:rect l="l" t="t" r="r" b="b"/>
              <a:pathLst>
                <a:path w="1502" h="241" extrusionOk="0">
                  <a:moveTo>
                    <a:pt x="1" y="1"/>
                  </a:moveTo>
                  <a:cubicBezTo>
                    <a:pt x="192" y="192"/>
                    <a:pt x="416" y="241"/>
                    <a:pt x="647" y="241"/>
                  </a:cubicBezTo>
                  <a:cubicBezTo>
                    <a:pt x="882" y="241"/>
                    <a:pt x="1124" y="191"/>
                    <a:pt x="1345" y="191"/>
                  </a:cubicBezTo>
                  <a:cubicBezTo>
                    <a:pt x="1399" y="191"/>
                    <a:pt x="1451" y="194"/>
                    <a:pt x="1502" y="201"/>
                  </a:cubicBezTo>
                  <a:lnTo>
                    <a:pt x="1502" y="1"/>
                  </a:lnTo>
                  <a:close/>
                </a:path>
              </a:pathLst>
            </a:custGeom>
            <a:solidFill>
              <a:srgbClr val="EBC6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7"/>
            <p:cNvSpPr/>
            <p:nvPr/>
          </p:nvSpPr>
          <p:spPr>
            <a:xfrm>
              <a:off x="2848875" y="1413925"/>
              <a:ext cx="191825" cy="25900"/>
            </a:xfrm>
            <a:custGeom>
              <a:avLst/>
              <a:gdLst/>
              <a:ahLst/>
              <a:cxnLst/>
              <a:rect l="l" t="t" r="r" b="b"/>
              <a:pathLst>
                <a:path w="7673" h="1036" extrusionOk="0">
                  <a:moveTo>
                    <a:pt x="4489" y="0"/>
                  </a:moveTo>
                  <a:cubicBezTo>
                    <a:pt x="4292" y="0"/>
                    <a:pt x="4096" y="2"/>
                    <a:pt x="3903" y="2"/>
                  </a:cubicBezTo>
                  <a:cubicBezTo>
                    <a:pt x="2802" y="2"/>
                    <a:pt x="1602" y="435"/>
                    <a:pt x="501" y="669"/>
                  </a:cubicBezTo>
                  <a:cubicBezTo>
                    <a:pt x="267" y="702"/>
                    <a:pt x="67" y="836"/>
                    <a:pt x="0" y="1036"/>
                  </a:cubicBezTo>
                  <a:cubicBezTo>
                    <a:pt x="1535" y="602"/>
                    <a:pt x="3136" y="602"/>
                    <a:pt x="4670" y="535"/>
                  </a:cubicBezTo>
                  <a:cubicBezTo>
                    <a:pt x="5671" y="502"/>
                    <a:pt x="6672" y="502"/>
                    <a:pt x="7673" y="435"/>
                  </a:cubicBezTo>
                  <a:cubicBezTo>
                    <a:pt x="7565" y="179"/>
                    <a:pt x="7418" y="108"/>
                    <a:pt x="7258" y="108"/>
                  </a:cubicBezTo>
                  <a:cubicBezTo>
                    <a:pt x="7061" y="108"/>
                    <a:pt x="6843" y="216"/>
                    <a:pt x="6648" y="216"/>
                  </a:cubicBezTo>
                  <a:cubicBezTo>
                    <a:pt x="6611" y="216"/>
                    <a:pt x="6574" y="212"/>
                    <a:pt x="6538" y="202"/>
                  </a:cubicBezTo>
                  <a:cubicBezTo>
                    <a:pt x="5890" y="20"/>
                    <a:pt x="5181" y="0"/>
                    <a:pt x="4489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7"/>
            <p:cNvSpPr/>
            <p:nvPr/>
          </p:nvSpPr>
          <p:spPr>
            <a:xfrm>
              <a:off x="3078200" y="1419525"/>
              <a:ext cx="43400" cy="8525"/>
            </a:xfrm>
            <a:custGeom>
              <a:avLst/>
              <a:gdLst/>
              <a:ahLst/>
              <a:cxnLst/>
              <a:rect l="l" t="t" r="r" b="b"/>
              <a:pathLst>
                <a:path w="1736" h="341" extrusionOk="0">
                  <a:moveTo>
                    <a:pt x="971" y="0"/>
                  </a:moveTo>
                  <a:cubicBezTo>
                    <a:pt x="646" y="0"/>
                    <a:pt x="313" y="108"/>
                    <a:pt x="1" y="145"/>
                  </a:cubicBezTo>
                  <a:cubicBezTo>
                    <a:pt x="254" y="303"/>
                    <a:pt x="529" y="341"/>
                    <a:pt x="809" y="341"/>
                  </a:cubicBezTo>
                  <a:cubicBezTo>
                    <a:pt x="1071" y="341"/>
                    <a:pt x="1337" y="307"/>
                    <a:pt x="1593" y="307"/>
                  </a:cubicBezTo>
                  <a:cubicBezTo>
                    <a:pt x="1641" y="307"/>
                    <a:pt x="1688" y="309"/>
                    <a:pt x="1735" y="311"/>
                  </a:cubicBezTo>
                  <a:cubicBezTo>
                    <a:pt x="1496" y="72"/>
                    <a:pt x="1236" y="0"/>
                    <a:pt x="971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7"/>
            <p:cNvSpPr/>
            <p:nvPr/>
          </p:nvSpPr>
          <p:spPr>
            <a:xfrm>
              <a:off x="4730225" y="3136025"/>
              <a:ext cx="94250" cy="281050"/>
            </a:xfrm>
            <a:custGeom>
              <a:avLst/>
              <a:gdLst/>
              <a:ahLst/>
              <a:cxnLst/>
              <a:rect l="l" t="t" r="r" b="b"/>
              <a:pathLst>
                <a:path w="3770" h="11242" extrusionOk="0">
                  <a:moveTo>
                    <a:pt x="1501" y="0"/>
                  </a:moveTo>
                  <a:cubicBezTo>
                    <a:pt x="1301" y="167"/>
                    <a:pt x="1334" y="367"/>
                    <a:pt x="1301" y="567"/>
                  </a:cubicBezTo>
                  <a:cubicBezTo>
                    <a:pt x="1134" y="1835"/>
                    <a:pt x="1101" y="3036"/>
                    <a:pt x="834" y="4270"/>
                  </a:cubicBezTo>
                  <a:cubicBezTo>
                    <a:pt x="634" y="5337"/>
                    <a:pt x="267" y="6372"/>
                    <a:pt x="434" y="7506"/>
                  </a:cubicBezTo>
                  <a:cubicBezTo>
                    <a:pt x="467" y="7639"/>
                    <a:pt x="367" y="7839"/>
                    <a:pt x="334" y="8006"/>
                  </a:cubicBezTo>
                  <a:cubicBezTo>
                    <a:pt x="100" y="8840"/>
                    <a:pt x="0" y="9674"/>
                    <a:pt x="100" y="10541"/>
                  </a:cubicBezTo>
                  <a:cubicBezTo>
                    <a:pt x="134" y="10775"/>
                    <a:pt x="0" y="11042"/>
                    <a:pt x="200" y="11242"/>
                  </a:cubicBezTo>
                  <a:cubicBezTo>
                    <a:pt x="1101" y="10841"/>
                    <a:pt x="1468" y="9874"/>
                    <a:pt x="2302" y="9474"/>
                  </a:cubicBezTo>
                  <a:cubicBezTo>
                    <a:pt x="2202" y="9140"/>
                    <a:pt x="1668" y="9140"/>
                    <a:pt x="1935" y="8740"/>
                  </a:cubicBezTo>
                  <a:cubicBezTo>
                    <a:pt x="1990" y="8707"/>
                    <a:pt x="2043" y="8694"/>
                    <a:pt x="2095" y="8694"/>
                  </a:cubicBezTo>
                  <a:cubicBezTo>
                    <a:pt x="2295" y="8694"/>
                    <a:pt x="2483" y="8883"/>
                    <a:pt x="2718" y="8883"/>
                  </a:cubicBezTo>
                  <a:cubicBezTo>
                    <a:pt x="2796" y="8883"/>
                    <a:pt x="2879" y="8862"/>
                    <a:pt x="2969" y="8807"/>
                  </a:cubicBezTo>
                  <a:cubicBezTo>
                    <a:pt x="2635" y="8340"/>
                    <a:pt x="2769" y="7939"/>
                    <a:pt x="2969" y="7472"/>
                  </a:cubicBezTo>
                  <a:cubicBezTo>
                    <a:pt x="3269" y="7339"/>
                    <a:pt x="3269" y="7039"/>
                    <a:pt x="3369" y="6805"/>
                  </a:cubicBezTo>
                  <a:cubicBezTo>
                    <a:pt x="3769" y="5938"/>
                    <a:pt x="3169" y="5171"/>
                    <a:pt x="3102" y="4337"/>
                  </a:cubicBezTo>
                  <a:cubicBezTo>
                    <a:pt x="3036" y="3570"/>
                    <a:pt x="3336" y="2869"/>
                    <a:pt x="3302" y="2135"/>
                  </a:cubicBezTo>
                  <a:cubicBezTo>
                    <a:pt x="3269" y="1835"/>
                    <a:pt x="3436" y="1535"/>
                    <a:pt x="3136" y="1335"/>
                  </a:cubicBezTo>
                  <a:cubicBezTo>
                    <a:pt x="3002" y="1201"/>
                    <a:pt x="2802" y="1134"/>
                    <a:pt x="2869" y="934"/>
                  </a:cubicBezTo>
                  <a:cubicBezTo>
                    <a:pt x="3022" y="505"/>
                    <a:pt x="2950" y="330"/>
                    <a:pt x="2498" y="330"/>
                  </a:cubicBezTo>
                  <a:cubicBezTo>
                    <a:pt x="2458" y="330"/>
                    <a:pt x="2415" y="331"/>
                    <a:pt x="2368" y="334"/>
                  </a:cubicBezTo>
                  <a:cubicBezTo>
                    <a:pt x="2102" y="334"/>
                    <a:pt x="1801" y="134"/>
                    <a:pt x="1501" y="0"/>
                  </a:cubicBezTo>
                  <a:close/>
                </a:path>
              </a:pathLst>
            </a:custGeom>
            <a:solidFill>
              <a:srgbClr val="88C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7"/>
            <p:cNvSpPr/>
            <p:nvPr/>
          </p:nvSpPr>
          <p:spPr>
            <a:xfrm>
              <a:off x="4821950" y="3224425"/>
              <a:ext cx="57575" cy="130825"/>
            </a:xfrm>
            <a:custGeom>
              <a:avLst/>
              <a:gdLst/>
              <a:ahLst/>
              <a:cxnLst/>
              <a:rect l="l" t="t" r="r" b="b"/>
              <a:pathLst>
                <a:path w="2303" h="5233" extrusionOk="0">
                  <a:moveTo>
                    <a:pt x="1368" y="0"/>
                  </a:moveTo>
                  <a:cubicBezTo>
                    <a:pt x="1301" y="467"/>
                    <a:pt x="934" y="801"/>
                    <a:pt x="634" y="1134"/>
                  </a:cubicBezTo>
                  <a:cubicBezTo>
                    <a:pt x="0" y="1801"/>
                    <a:pt x="501" y="2602"/>
                    <a:pt x="334" y="3336"/>
                  </a:cubicBezTo>
                  <a:cubicBezTo>
                    <a:pt x="301" y="3569"/>
                    <a:pt x="768" y="3770"/>
                    <a:pt x="1034" y="3936"/>
                  </a:cubicBezTo>
                  <a:cubicBezTo>
                    <a:pt x="1068" y="4270"/>
                    <a:pt x="701" y="4537"/>
                    <a:pt x="1001" y="4937"/>
                  </a:cubicBezTo>
                  <a:cubicBezTo>
                    <a:pt x="1166" y="5132"/>
                    <a:pt x="1324" y="5233"/>
                    <a:pt x="1503" y="5233"/>
                  </a:cubicBezTo>
                  <a:cubicBezTo>
                    <a:pt x="1722" y="5233"/>
                    <a:pt x="1972" y="5082"/>
                    <a:pt x="2302" y="4770"/>
                  </a:cubicBezTo>
                  <a:cubicBezTo>
                    <a:pt x="2035" y="3136"/>
                    <a:pt x="1802" y="1568"/>
                    <a:pt x="1368" y="0"/>
                  </a:cubicBezTo>
                  <a:close/>
                </a:path>
              </a:pathLst>
            </a:custGeom>
            <a:solidFill>
              <a:srgbClr val="8DB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7"/>
            <p:cNvSpPr/>
            <p:nvPr/>
          </p:nvSpPr>
          <p:spPr>
            <a:xfrm>
              <a:off x="4876150" y="3117675"/>
              <a:ext cx="28375" cy="42550"/>
            </a:xfrm>
            <a:custGeom>
              <a:avLst/>
              <a:gdLst/>
              <a:ahLst/>
              <a:cxnLst/>
              <a:rect l="l" t="t" r="r" b="b"/>
              <a:pathLst>
                <a:path w="1135" h="1702" extrusionOk="0">
                  <a:moveTo>
                    <a:pt x="1135" y="0"/>
                  </a:moveTo>
                  <a:lnTo>
                    <a:pt x="1135" y="0"/>
                  </a:lnTo>
                  <a:cubicBezTo>
                    <a:pt x="434" y="167"/>
                    <a:pt x="1" y="267"/>
                    <a:pt x="301" y="868"/>
                  </a:cubicBezTo>
                  <a:cubicBezTo>
                    <a:pt x="434" y="1101"/>
                    <a:pt x="434" y="1401"/>
                    <a:pt x="434" y="1702"/>
                  </a:cubicBezTo>
                  <a:cubicBezTo>
                    <a:pt x="1135" y="1301"/>
                    <a:pt x="634" y="601"/>
                    <a:pt x="1135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7"/>
            <p:cNvSpPr/>
            <p:nvPr/>
          </p:nvSpPr>
          <p:spPr>
            <a:xfrm>
              <a:off x="4874475" y="3161050"/>
              <a:ext cx="34225" cy="38375"/>
            </a:xfrm>
            <a:custGeom>
              <a:avLst/>
              <a:gdLst/>
              <a:ahLst/>
              <a:cxnLst/>
              <a:rect l="l" t="t" r="r" b="b"/>
              <a:pathLst>
                <a:path w="1369" h="1535" extrusionOk="0">
                  <a:moveTo>
                    <a:pt x="501" y="0"/>
                  </a:moveTo>
                  <a:lnTo>
                    <a:pt x="1" y="267"/>
                  </a:lnTo>
                  <a:cubicBezTo>
                    <a:pt x="201" y="667"/>
                    <a:pt x="368" y="1134"/>
                    <a:pt x="535" y="1534"/>
                  </a:cubicBezTo>
                  <a:cubicBezTo>
                    <a:pt x="535" y="701"/>
                    <a:pt x="568" y="701"/>
                    <a:pt x="1335" y="467"/>
                  </a:cubicBezTo>
                  <a:cubicBezTo>
                    <a:pt x="1335" y="467"/>
                    <a:pt x="1369" y="434"/>
                    <a:pt x="1369" y="367"/>
                  </a:cubicBezTo>
                  <a:cubicBezTo>
                    <a:pt x="1002" y="334"/>
                    <a:pt x="701" y="267"/>
                    <a:pt x="501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7"/>
            <p:cNvSpPr/>
            <p:nvPr/>
          </p:nvSpPr>
          <p:spPr>
            <a:xfrm>
              <a:off x="4908675" y="3159375"/>
              <a:ext cx="20875" cy="10850"/>
            </a:xfrm>
            <a:custGeom>
              <a:avLst/>
              <a:gdLst/>
              <a:ahLst/>
              <a:cxnLst/>
              <a:rect l="l" t="t" r="r" b="b"/>
              <a:pathLst>
                <a:path w="835" h="434" extrusionOk="0">
                  <a:moveTo>
                    <a:pt x="834" y="0"/>
                  </a:moveTo>
                  <a:lnTo>
                    <a:pt x="834" y="0"/>
                  </a:lnTo>
                  <a:cubicBezTo>
                    <a:pt x="797" y="4"/>
                    <a:pt x="757" y="5"/>
                    <a:pt x="717" y="5"/>
                  </a:cubicBezTo>
                  <a:cubicBezTo>
                    <a:pt x="645" y="5"/>
                    <a:pt x="570" y="1"/>
                    <a:pt x="497" y="1"/>
                  </a:cubicBezTo>
                  <a:cubicBezTo>
                    <a:pt x="250" y="1"/>
                    <a:pt x="23" y="46"/>
                    <a:pt x="1" y="434"/>
                  </a:cubicBezTo>
                  <a:cubicBezTo>
                    <a:pt x="234" y="234"/>
                    <a:pt x="634" y="267"/>
                    <a:pt x="834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7"/>
            <p:cNvSpPr/>
            <p:nvPr/>
          </p:nvSpPr>
          <p:spPr>
            <a:xfrm>
              <a:off x="4756075" y="3024275"/>
              <a:ext cx="3350" cy="2525"/>
            </a:xfrm>
            <a:custGeom>
              <a:avLst/>
              <a:gdLst/>
              <a:ahLst/>
              <a:cxnLst/>
              <a:rect l="l" t="t" r="r" b="b"/>
              <a:pathLst>
                <a:path w="134" h="101" extrusionOk="0">
                  <a:moveTo>
                    <a:pt x="134" y="0"/>
                  </a:moveTo>
                  <a:cubicBezTo>
                    <a:pt x="67" y="34"/>
                    <a:pt x="0" y="101"/>
                    <a:pt x="100" y="101"/>
                  </a:cubicBezTo>
                  <a:cubicBezTo>
                    <a:pt x="100" y="101"/>
                    <a:pt x="134" y="67"/>
                    <a:pt x="134" y="0"/>
                  </a:cubicBezTo>
                  <a:close/>
                </a:path>
              </a:pathLst>
            </a:custGeom>
            <a:solidFill>
              <a:srgbClr val="C3AD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7"/>
            <p:cNvSpPr/>
            <p:nvPr/>
          </p:nvSpPr>
          <p:spPr>
            <a:xfrm>
              <a:off x="4666000" y="3128525"/>
              <a:ext cx="54225" cy="296200"/>
            </a:xfrm>
            <a:custGeom>
              <a:avLst/>
              <a:gdLst/>
              <a:ahLst/>
              <a:cxnLst/>
              <a:rect l="l" t="t" r="r" b="b"/>
              <a:pathLst>
                <a:path w="2169" h="11848" extrusionOk="0">
                  <a:moveTo>
                    <a:pt x="1268" y="0"/>
                  </a:moveTo>
                  <a:cubicBezTo>
                    <a:pt x="1001" y="0"/>
                    <a:pt x="734" y="33"/>
                    <a:pt x="434" y="33"/>
                  </a:cubicBezTo>
                  <a:cubicBezTo>
                    <a:pt x="334" y="2402"/>
                    <a:pt x="234" y="4770"/>
                    <a:pt x="101" y="7139"/>
                  </a:cubicBezTo>
                  <a:cubicBezTo>
                    <a:pt x="34" y="8473"/>
                    <a:pt x="1" y="9807"/>
                    <a:pt x="267" y="11141"/>
                  </a:cubicBezTo>
                  <a:cubicBezTo>
                    <a:pt x="334" y="11342"/>
                    <a:pt x="267" y="11608"/>
                    <a:pt x="534" y="11775"/>
                  </a:cubicBezTo>
                  <a:cubicBezTo>
                    <a:pt x="560" y="11826"/>
                    <a:pt x="590" y="11848"/>
                    <a:pt x="622" y="11848"/>
                  </a:cubicBezTo>
                  <a:cubicBezTo>
                    <a:pt x="673" y="11848"/>
                    <a:pt x="727" y="11791"/>
                    <a:pt x="768" y="11708"/>
                  </a:cubicBezTo>
                  <a:cubicBezTo>
                    <a:pt x="1201" y="11208"/>
                    <a:pt x="901" y="10641"/>
                    <a:pt x="1001" y="10107"/>
                  </a:cubicBezTo>
                  <a:cubicBezTo>
                    <a:pt x="1168" y="8940"/>
                    <a:pt x="1268" y="7706"/>
                    <a:pt x="1435" y="6538"/>
                  </a:cubicBezTo>
                  <a:cubicBezTo>
                    <a:pt x="1735" y="4437"/>
                    <a:pt x="1902" y="2302"/>
                    <a:pt x="2169" y="167"/>
                  </a:cubicBezTo>
                  <a:cubicBezTo>
                    <a:pt x="2139" y="164"/>
                    <a:pt x="2108" y="162"/>
                    <a:pt x="2078" y="162"/>
                  </a:cubicBezTo>
                  <a:cubicBezTo>
                    <a:pt x="1956" y="162"/>
                    <a:pt x="1829" y="184"/>
                    <a:pt x="1706" y="184"/>
                  </a:cubicBezTo>
                  <a:cubicBezTo>
                    <a:pt x="1552" y="184"/>
                    <a:pt x="1402" y="150"/>
                    <a:pt x="1268" y="0"/>
                  </a:cubicBezTo>
                  <a:close/>
                </a:path>
              </a:pathLst>
            </a:custGeom>
            <a:solidFill>
              <a:srgbClr val="8B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7"/>
            <p:cNvSpPr/>
            <p:nvPr/>
          </p:nvSpPr>
          <p:spPr>
            <a:xfrm>
              <a:off x="3285850" y="1948500"/>
              <a:ext cx="19200" cy="37550"/>
            </a:xfrm>
            <a:custGeom>
              <a:avLst/>
              <a:gdLst/>
              <a:ahLst/>
              <a:cxnLst/>
              <a:rect l="l" t="t" r="r" b="b"/>
              <a:pathLst>
                <a:path w="768" h="1502" extrusionOk="0">
                  <a:moveTo>
                    <a:pt x="401" y="1"/>
                  </a:moveTo>
                  <a:cubicBezTo>
                    <a:pt x="1" y="668"/>
                    <a:pt x="1" y="668"/>
                    <a:pt x="568" y="1502"/>
                  </a:cubicBezTo>
                  <a:cubicBezTo>
                    <a:pt x="768" y="968"/>
                    <a:pt x="568" y="501"/>
                    <a:pt x="401" y="1"/>
                  </a:cubicBez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7"/>
            <p:cNvSpPr/>
            <p:nvPr/>
          </p:nvSpPr>
          <p:spPr>
            <a:xfrm>
              <a:off x="3138250" y="2306250"/>
              <a:ext cx="45875" cy="340275"/>
            </a:xfrm>
            <a:custGeom>
              <a:avLst/>
              <a:gdLst/>
              <a:ahLst/>
              <a:cxnLst/>
              <a:rect l="l" t="t" r="r" b="b"/>
              <a:pathLst>
                <a:path w="1835" h="13611" extrusionOk="0">
                  <a:moveTo>
                    <a:pt x="567" y="1"/>
                  </a:moveTo>
                  <a:lnTo>
                    <a:pt x="567" y="635"/>
                  </a:lnTo>
                  <a:cubicBezTo>
                    <a:pt x="401" y="835"/>
                    <a:pt x="401" y="1035"/>
                    <a:pt x="567" y="1268"/>
                  </a:cubicBezTo>
                  <a:lnTo>
                    <a:pt x="567" y="1469"/>
                  </a:lnTo>
                  <a:cubicBezTo>
                    <a:pt x="501" y="1635"/>
                    <a:pt x="434" y="1769"/>
                    <a:pt x="334" y="1869"/>
                  </a:cubicBezTo>
                  <a:cubicBezTo>
                    <a:pt x="334" y="2603"/>
                    <a:pt x="434" y="3370"/>
                    <a:pt x="334" y="4104"/>
                  </a:cubicBezTo>
                  <a:cubicBezTo>
                    <a:pt x="100" y="5772"/>
                    <a:pt x="301" y="7473"/>
                    <a:pt x="100" y="9141"/>
                  </a:cubicBezTo>
                  <a:cubicBezTo>
                    <a:pt x="401" y="10008"/>
                    <a:pt x="801" y="10842"/>
                    <a:pt x="167" y="11709"/>
                  </a:cubicBezTo>
                  <a:cubicBezTo>
                    <a:pt x="267" y="12343"/>
                    <a:pt x="100" y="12977"/>
                    <a:pt x="0" y="13611"/>
                  </a:cubicBezTo>
                  <a:cubicBezTo>
                    <a:pt x="634" y="13544"/>
                    <a:pt x="1268" y="13377"/>
                    <a:pt x="1768" y="12977"/>
                  </a:cubicBezTo>
                  <a:cubicBezTo>
                    <a:pt x="1401" y="12710"/>
                    <a:pt x="1501" y="12343"/>
                    <a:pt x="1568" y="12143"/>
                  </a:cubicBezTo>
                  <a:cubicBezTo>
                    <a:pt x="1435" y="11142"/>
                    <a:pt x="1668" y="10108"/>
                    <a:pt x="1635" y="9107"/>
                  </a:cubicBezTo>
                  <a:cubicBezTo>
                    <a:pt x="1568" y="6539"/>
                    <a:pt x="1835" y="4037"/>
                    <a:pt x="1668" y="1502"/>
                  </a:cubicBezTo>
                  <a:cubicBezTo>
                    <a:pt x="1568" y="1369"/>
                    <a:pt x="1435" y="1202"/>
                    <a:pt x="1501" y="1035"/>
                  </a:cubicBezTo>
                  <a:cubicBezTo>
                    <a:pt x="1635" y="668"/>
                    <a:pt x="1601" y="468"/>
                    <a:pt x="1168" y="334"/>
                  </a:cubicBezTo>
                  <a:cubicBezTo>
                    <a:pt x="968" y="301"/>
                    <a:pt x="834" y="1"/>
                    <a:pt x="567" y="1"/>
                  </a:cubicBezTo>
                  <a:close/>
                </a:path>
              </a:pathLst>
            </a:custGeom>
            <a:solidFill>
              <a:srgbClr val="E995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7"/>
            <p:cNvSpPr/>
            <p:nvPr/>
          </p:nvSpPr>
          <p:spPr>
            <a:xfrm>
              <a:off x="3183275" y="2539750"/>
              <a:ext cx="59225" cy="73425"/>
            </a:xfrm>
            <a:custGeom>
              <a:avLst/>
              <a:gdLst/>
              <a:ahLst/>
              <a:cxnLst/>
              <a:rect l="l" t="t" r="r" b="b"/>
              <a:pathLst>
                <a:path w="2369" h="2937" extrusionOk="0">
                  <a:moveTo>
                    <a:pt x="801" y="1"/>
                  </a:moveTo>
                  <a:cubicBezTo>
                    <a:pt x="634" y="435"/>
                    <a:pt x="368" y="801"/>
                    <a:pt x="634" y="1302"/>
                  </a:cubicBezTo>
                  <a:cubicBezTo>
                    <a:pt x="801" y="1535"/>
                    <a:pt x="534" y="1702"/>
                    <a:pt x="434" y="1936"/>
                  </a:cubicBezTo>
                  <a:cubicBezTo>
                    <a:pt x="1" y="2536"/>
                    <a:pt x="34" y="2603"/>
                    <a:pt x="835" y="2936"/>
                  </a:cubicBezTo>
                  <a:cubicBezTo>
                    <a:pt x="1435" y="2636"/>
                    <a:pt x="1635" y="1936"/>
                    <a:pt x="2202" y="1535"/>
                  </a:cubicBezTo>
                  <a:cubicBezTo>
                    <a:pt x="2269" y="1369"/>
                    <a:pt x="2369" y="1168"/>
                    <a:pt x="2102" y="1168"/>
                  </a:cubicBezTo>
                  <a:cubicBezTo>
                    <a:pt x="1969" y="1168"/>
                    <a:pt x="1835" y="1268"/>
                    <a:pt x="1702" y="1335"/>
                  </a:cubicBezTo>
                  <a:cubicBezTo>
                    <a:pt x="1591" y="1424"/>
                    <a:pt x="1479" y="1543"/>
                    <a:pt x="1358" y="1543"/>
                  </a:cubicBezTo>
                  <a:cubicBezTo>
                    <a:pt x="1298" y="1543"/>
                    <a:pt x="1235" y="1513"/>
                    <a:pt x="1168" y="1435"/>
                  </a:cubicBezTo>
                  <a:cubicBezTo>
                    <a:pt x="968" y="1168"/>
                    <a:pt x="1001" y="868"/>
                    <a:pt x="1201" y="668"/>
                  </a:cubicBezTo>
                  <a:cubicBezTo>
                    <a:pt x="1435" y="468"/>
                    <a:pt x="1802" y="468"/>
                    <a:pt x="1769" y="101"/>
                  </a:cubicBezTo>
                  <a:cubicBezTo>
                    <a:pt x="1435" y="34"/>
                    <a:pt x="1135" y="34"/>
                    <a:pt x="801" y="1"/>
                  </a:cubicBezTo>
                  <a:close/>
                </a:path>
              </a:pathLst>
            </a:custGeom>
            <a:solidFill>
              <a:srgbClr val="FEB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7"/>
            <p:cNvSpPr/>
            <p:nvPr/>
          </p:nvSpPr>
          <p:spPr>
            <a:xfrm>
              <a:off x="2866375" y="1250500"/>
              <a:ext cx="82600" cy="148750"/>
            </a:xfrm>
            <a:custGeom>
              <a:avLst/>
              <a:gdLst/>
              <a:ahLst/>
              <a:cxnLst/>
              <a:rect l="l" t="t" r="r" b="b"/>
              <a:pathLst>
                <a:path w="3304" h="5950" extrusionOk="0">
                  <a:moveTo>
                    <a:pt x="2102" y="1"/>
                  </a:moveTo>
                  <a:lnTo>
                    <a:pt x="2102" y="1"/>
                  </a:lnTo>
                  <a:cubicBezTo>
                    <a:pt x="1235" y="134"/>
                    <a:pt x="868" y="401"/>
                    <a:pt x="1068" y="1068"/>
                  </a:cubicBezTo>
                  <a:cubicBezTo>
                    <a:pt x="1369" y="2136"/>
                    <a:pt x="735" y="2969"/>
                    <a:pt x="701" y="3903"/>
                  </a:cubicBezTo>
                  <a:cubicBezTo>
                    <a:pt x="701" y="4337"/>
                    <a:pt x="568" y="4971"/>
                    <a:pt x="1" y="5171"/>
                  </a:cubicBezTo>
                  <a:cubicBezTo>
                    <a:pt x="268" y="5438"/>
                    <a:pt x="635" y="5505"/>
                    <a:pt x="768" y="5838"/>
                  </a:cubicBezTo>
                  <a:cubicBezTo>
                    <a:pt x="890" y="5916"/>
                    <a:pt x="998" y="5949"/>
                    <a:pt x="1095" y="5949"/>
                  </a:cubicBezTo>
                  <a:cubicBezTo>
                    <a:pt x="1291" y="5949"/>
                    <a:pt x="1446" y="5816"/>
                    <a:pt x="1602" y="5638"/>
                  </a:cubicBezTo>
                  <a:cubicBezTo>
                    <a:pt x="1369" y="4804"/>
                    <a:pt x="1669" y="4004"/>
                    <a:pt x="1969" y="3236"/>
                  </a:cubicBezTo>
                  <a:cubicBezTo>
                    <a:pt x="2803" y="3236"/>
                    <a:pt x="3003" y="2636"/>
                    <a:pt x="3303" y="2035"/>
                  </a:cubicBezTo>
                  <a:cubicBezTo>
                    <a:pt x="2970" y="1702"/>
                    <a:pt x="2503" y="1702"/>
                    <a:pt x="2336" y="1302"/>
                  </a:cubicBezTo>
                  <a:cubicBezTo>
                    <a:pt x="1802" y="1202"/>
                    <a:pt x="1635" y="968"/>
                    <a:pt x="1869" y="468"/>
                  </a:cubicBezTo>
                  <a:cubicBezTo>
                    <a:pt x="1969" y="301"/>
                    <a:pt x="2002" y="167"/>
                    <a:pt x="2102" y="1"/>
                  </a:cubicBezTo>
                  <a:close/>
                </a:path>
              </a:pathLst>
            </a:custGeom>
            <a:solidFill>
              <a:srgbClr val="FF8A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7"/>
            <p:cNvSpPr/>
            <p:nvPr/>
          </p:nvSpPr>
          <p:spPr>
            <a:xfrm>
              <a:off x="2873900" y="1381125"/>
              <a:ext cx="122600" cy="33900"/>
            </a:xfrm>
            <a:custGeom>
              <a:avLst/>
              <a:gdLst/>
              <a:ahLst/>
              <a:cxnLst/>
              <a:rect l="l" t="t" r="r" b="b"/>
              <a:pathLst>
                <a:path w="4904" h="1356" extrusionOk="0">
                  <a:moveTo>
                    <a:pt x="4127" y="0"/>
                  </a:moveTo>
                  <a:cubicBezTo>
                    <a:pt x="3844" y="0"/>
                    <a:pt x="3560" y="78"/>
                    <a:pt x="3302" y="146"/>
                  </a:cubicBezTo>
                  <a:cubicBezTo>
                    <a:pt x="2635" y="313"/>
                    <a:pt x="1968" y="313"/>
                    <a:pt x="1301" y="346"/>
                  </a:cubicBezTo>
                  <a:cubicBezTo>
                    <a:pt x="1062" y="496"/>
                    <a:pt x="796" y="618"/>
                    <a:pt x="552" y="618"/>
                  </a:cubicBezTo>
                  <a:cubicBezTo>
                    <a:pt x="523" y="618"/>
                    <a:pt x="495" y="617"/>
                    <a:pt x="467" y="613"/>
                  </a:cubicBezTo>
                  <a:cubicBezTo>
                    <a:pt x="234" y="680"/>
                    <a:pt x="134" y="813"/>
                    <a:pt x="0" y="1080"/>
                  </a:cubicBezTo>
                  <a:cubicBezTo>
                    <a:pt x="209" y="1080"/>
                    <a:pt x="445" y="1355"/>
                    <a:pt x="657" y="1355"/>
                  </a:cubicBezTo>
                  <a:cubicBezTo>
                    <a:pt x="783" y="1355"/>
                    <a:pt x="901" y="1258"/>
                    <a:pt x="1001" y="947"/>
                  </a:cubicBezTo>
                  <a:cubicBezTo>
                    <a:pt x="1011" y="916"/>
                    <a:pt x="1036" y="904"/>
                    <a:pt x="1071" y="904"/>
                  </a:cubicBezTo>
                  <a:cubicBezTo>
                    <a:pt x="1150" y="904"/>
                    <a:pt x="1275" y="967"/>
                    <a:pt x="1368" y="1013"/>
                  </a:cubicBezTo>
                  <a:cubicBezTo>
                    <a:pt x="1441" y="1057"/>
                    <a:pt x="1507" y="1082"/>
                    <a:pt x="1562" y="1082"/>
                  </a:cubicBezTo>
                  <a:cubicBezTo>
                    <a:pt x="1632" y="1082"/>
                    <a:pt x="1683" y="1041"/>
                    <a:pt x="1701" y="947"/>
                  </a:cubicBezTo>
                  <a:cubicBezTo>
                    <a:pt x="1778" y="735"/>
                    <a:pt x="1877" y="668"/>
                    <a:pt x="1999" y="668"/>
                  </a:cubicBezTo>
                  <a:cubicBezTo>
                    <a:pt x="2088" y="668"/>
                    <a:pt x="2189" y="704"/>
                    <a:pt x="2302" y="747"/>
                  </a:cubicBezTo>
                  <a:cubicBezTo>
                    <a:pt x="2380" y="769"/>
                    <a:pt x="2461" y="780"/>
                    <a:pt x="2543" y="780"/>
                  </a:cubicBezTo>
                  <a:cubicBezTo>
                    <a:pt x="2706" y="780"/>
                    <a:pt x="2869" y="735"/>
                    <a:pt x="3002" y="647"/>
                  </a:cubicBezTo>
                  <a:cubicBezTo>
                    <a:pt x="3569" y="246"/>
                    <a:pt x="4236" y="313"/>
                    <a:pt x="4904" y="280"/>
                  </a:cubicBezTo>
                  <a:cubicBezTo>
                    <a:pt x="4661" y="69"/>
                    <a:pt x="4394" y="0"/>
                    <a:pt x="4127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7"/>
            <p:cNvSpPr/>
            <p:nvPr/>
          </p:nvSpPr>
          <p:spPr>
            <a:xfrm>
              <a:off x="2924750" y="1280525"/>
              <a:ext cx="3375" cy="2525"/>
            </a:xfrm>
            <a:custGeom>
              <a:avLst/>
              <a:gdLst/>
              <a:ahLst/>
              <a:cxnLst/>
              <a:rect l="l" t="t" r="r" b="b"/>
              <a:pathLst>
                <a:path w="135" h="101" extrusionOk="0">
                  <a:moveTo>
                    <a:pt x="34" y="1"/>
                  </a:moveTo>
                  <a:cubicBezTo>
                    <a:pt x="34" y="1"/>
                    <a:pt x="1" y="34"/>
                    <a:pt x="1" y="101"/>
                  </a:cubicBezTo>
                  <a:cubicBezTo>
                    <a:pt x="134" y="34"/>
                    <a:pt x="134" y="1"/>
                    <a:pt x="34" y="1"/>
                  </a:cubicBezTo>
                  <a:close/>
                </a:path>
              </a:pathLst>
            </a:custGeom>
            <a:solidFill>
              <a:srgbClr val="FF8A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7"/>
            <p:cNvSpPr/>
            <p:nvPr/>
          </p:nvSpPr>
          <p:spPr>
            <a:xfrm>
              <a:off x="2842200" y="1408125"/>
              <a:ext cx="11350" cy="7350"/>
            </a:xfrm>
            <a:custGeom>
              <a:avLst/>
              <a:gdLst/>
              <a:ahLst/>
              <a:cxnLst/>
              <a:rect l="l" t="t" r="r" b="b"/>
              <a:pathLst>
                <a:path w="454" h="294" extrusionOk="0">
                  <a:moveTo>
                    <a:pt x="434" y="0"/>
                  </a:moveTo>
                  <a:cubicBezTo>
                    <a:pt x="267" y="0"/>
                    <a:pt x="101" y="34"/>
                    <a:pt x="1" y="200"/>
                  </a:cubicBezTo>
                  <a:cubicBezTo>
                    <a:pt x="110" y="255"/>
                    <a:pt x="209" y="293"/>
                    <a:pt x="285" y="293"/>
                  </a:cubicBezTo>
                  <a:cubicBezTo>
                    <a:pt x="393" y="293"/>
                    <a:pt x="454" y="216"/>
                    <a:pt x="434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7"/>
            <p:cNvSpPr/>
            <p:nvPr/>
          </p:nvSpPr>
          <p:spPr>
            <a:xfrm>
              <a:off x="2869725" y="1406450"/>
              <a:ext cx="5025" cy="3150"/>
            </a:xfrm>
            <a:custGeom>
              <a:avLst/>
              <a:gdLst/>
              <a:ahLst/>
              <a:cxnLst/>
              <a:rect l="l" t="t" r="r" b="b"/>
              <a:pathLst>
                <a:path w="201" h="126" extrusionOk="0">
                  <a:moveTo>
                    <a:pt x="0" y="0"/>
                  </a:moveTo>
                  <a:cubicBezTo>
                    <a:pt x="34" y="84"/>
                    <a:pt x="67" y="126"/>
                    <a:pt x="100" y="126"/>
                  </a:cubicBezTo>
                  <a:cubicBezTo>
                    <a:pt x="134" y="126"/>
                    <a:pt x="167" y="84"/>
                    <a:pt x="200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7"/>
            <p:cNvSpPr/>
            <p:nvPr/>
          </p:nvSpPr>
          <p:spPr>
            <a:xfrm>
              <a:off x="2864725" y="1404575"/>
              <a:ext cx="5025" cy="1900"/>
            </a:xfrm>
            <a:custGeom>
              <a:avLst/>
              <a:gdLst/>
              <a:ahLst/>
              <a:cxnLst/>
              <a:rect l="l" t="t" r="r" b="b"/>
              <a:pathLst>
                <a:path w="201" h="76" extrusionOk="0">
                  <a:moveTo>
                    <a:pt x="88" y="0"/>
                  </a:moveTo>
                  <a:cubicBezTo>
                    <a:pt x="59" y="0"/>
                    <a:pt x="34" y="25"/>
                    <a:pt x="0" y="75"/>
                  </a:cubicBezTo>
                  <a:lnTo>
                    <a:pt x="200" y="75"/>
                  </a:lnTo>
                  <a:cubicBezTo>
                    <a:pt x="150" y="25"/>
                    <a:pt x="117" y="0"/>
                    <a:pt x="88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7"/>
            <p:cNvSpPr/>
            <p:nvPr/>
          </p:nvSpPr>
          <p:spPr>
            <a:xfrm>
              <a:off x="2833850" y="1584075"/>
              <a:ext cx="3375" cy="1700"/>
            </a:xfrm>
            <a:custGeom>
              <a:avLst/>
              <a:gdLst/>
              <a:ahLst/>
              <a:cxnLst/>
              <a:rect l="l" t="t" r="r" b="b"/>
              <a:pathLst>
                <a:path w="135" h="68" extrusionOk="0">
                  <a:moveTo>
                    <a:pt x="134" y="1"/>
                  </a:moveTo>
                  <a:lnTo>
                    <a:pt x="134" y="1"/>
                  </a:lnTo>
                  <a:cubicBezTo>
                    <a:pt x="1" y="34"/>
                    <a:pt x="1" y="67"/>
                    <a:pt x="101" y="67"/>
                  </a:cubicBezTo>
                  <a:cubicBezTo>
                    <a:pt x="101" y="67"/>
                    <a:pt x="134" y="34"/>
                    <a:pt x="134" y="1"/>
                  </a:cubicBezTo>
                  <a:close/>
                </a:path>
              </a:pathLst>
            </a:custGeom>
            <a:solidFill>
              <a:srgbClr val="E4D0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7"/>
            <p:cNvSpPr/>
            <p:nvPr/>
          </p:nvSpPr>
          <p:spPr>
            <a:xfrm>
              <a:off x="2837200" y="1581575"/>
              <a:ext cx="1700" cy="2525"/>
            </a:xfrm>
            <a:custGeom>
              <a:avLst/>
              <a:gdLst/>
              <a:ahLst/>
              <a:cxnLst/>
              <a:rect l="l" t="t" r="r" b="b"/>
              <a:pathLst>
                <a:path w="68" h="101" extrusionOk="0">
                  <a:moveTo>
                    <a:pt x="34" y="0"/>
                  </a:moveTo>
                  <a:cubicBezTo>
                    <a:pt x="34" y="1"/>
                    <a:pt x="0" y="67"/>
                    <a:pt x="0" y="101"/>
                  </a:cubicBezTo>
                  <a:cubicBezTo>
                    <a:pt x="67" y="101"/>
                    <a:pt x="67" y="67"/>
                    <a:pt x="34" y="0"/>
                  </a:cubicBezTo>
                  <a:close/>
                </a:path>
              </a:pathLst>
            </a:custGeom>
            <a:solidFill>
              <a:srgbClr val="E4D0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7"/>
            <p:cNvSpPr/>
            <p:nvPr/>
          </p:nvSpPr>
          <p:spPr>
            <a:xfrm>
              <a:off x="4826950" y="3427050"/>
              <a:ext cx="7525" cy="5875"/>
            </a:xfrm>
            <a:custGeom>
              <a:avLst/>
              <a:gdLst/>
              <a:ahLst/>
              <a:cxnLst/>
              <a:rect l="l" t="t" r="r" b="b"/>
              <a:pathLst>
                <a:path w="301" h="235" extrusionOk="0">
                  <a:moveTo>
                    <a:pt x="234" y="1"/>
                  </a:moveTo>
                  <a:cubicBezTo>
                    <a:pt x="134" y="1"/>
                    <a:pt x="101" y="34"/>
                    <a:pt x="67" y="68"/>
                  </a:cubicBezTo>
                  <a:cubicBezTo>
                    <a:pt x="1" y="168"/>
                    <a:pt x="1" y="201"/>
                    <a:pt x="101" y="234"/>
                  </a:cubicBezTo>
                  <a:cubicBezTo>
                    <a:pt x="134" y="201"/>
                    <a:pt x="234" y="201"/>
                    <a:pt x="267" y="168"/>
                  </a:cubicBezTo>
                  <a:cubicBezTo>
                    <a:pt x="301" y="134"/>
                    <a:pt x="234" y="34"/>
                    <a:pt x="234" y="1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7"/>
            <p:cNvSpPr/>
            <p:nvPr/>
          </p:nvSpPr>
          <p:spPr>
            <a:xfrm>
              <a:off x="4861975" y="3415375"/>
              <a:ext cx="2525" cy="2550"/>
            </a:xfrm>
            <a:custGeom>
              <a:avLst/>
              <a:gdLst/>
              <a:ahLst/>
              <a:cxnLst/>
              <a:rect l="l" t="t" r="r" b="b"/>
              <a:pathLst>
                <a:path w="101" h="102" extrusionOk="0">
                  <a:moveTo>
                    <a:pt x="34" y="1"/>
                  </a:moveTo>
                  <a:cubicBezTo>
                    <a:pt x="34" y="1"/>
                    <a:pt x="1" y="34"/>
                    <a:pt x="1" y="101"/>
                  </a:cubicBezTo>
                  <a:cubicBezTo>
                    <a:pt x="67" y="34"/>
                    <a:pt x="101" y="1"/>
                    <a:pt x="34" y="1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7"/>
            <p:cNvSpPr/>
            <p:nvPr/>
          </p:nvSpPr>
          <p:spPr>
            <a:xfrm>
              <a:off x="4858650" y="3417900"/>
              <a:ext cx="3350" cy="1675"/>
            </a:xfrm>
            <a:custGeom>
              <a:avLst/>
              <a:gdLst/>
              <a:ahLst/>
              <a:cxnLst/>
              <a:rect l="l" t="t" r="r" b="b"/>
              <a:pathLst>
                <a:path w="134" h="67" extrusionOk="0">
                  <a:moveTo>
                    <a:pt x="134" y="0"/>
                  </a:moveTo>
                  <a:cubicBezTo>
                    <a:pt x="0" y="33"/>
                    <a:pt x="0" y="67"/>
                    <a:pt x="67" y="67"/>
                  </a:cubicBezTo>
                  <a:cubicBezTo>
                    <a:pt x="67" y="67"/>
                    <a:pt x="134" y="33"/>
                    <a:pt x="134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7"/>
            <p:cNvSpPr/>
            <p:nvPr/>
          </p:nvSpPr>
          <p:spPr>
            <a:xfrm>
              <a:off x="2878900" y="2127600"/>
              <a:ext cx="8350" cy="12000"/>
            </a:xfrm>
            <a:custGeom>
              <a:avLst/>
              <a:gdLst/>
              <a:ahLst/>
              <a:cxnLst/>
              <a:rect l="l" t="t" r="r" b="b"/>
              <a:pathLst>
                <a:path w="334" h="480" extrusionOk="0">
                  <a:moveTo>
                    <a:pt x="121" y="0"/>
                  </a:moveTo>
                  <a:cubicBezTo>
                    <a:pt x="75" y="0"/>
                    <a:pt x="34" y="25"/>
                    <a:pt x="0" y="75"/>
                  </a:cubicBezTo>
                  <a:lnTo>
                    <a:pt x="0" y="275"/>
                  </a:lnTo>
                  <a:lnTo>
                    <a:pt x="0" y="475"/>
                  </a:lnTo>
                  <a:cubicBezTo>
                    <a:pt x="25" y="478"/>
                    <a:pt x="48" y="479"/>
                    <a:pt x="69" y="479"/>
                  </a:cubicBezTo>
                  <a:cubicBezTo>
                    <a:pt x="333" y="479"/>
                    <a:pt x="329" y="291"/>
                    <a:pt x="267" y="75"/>
                  </a:cubicBezTo>
                  <a:cubicBezTo>
                    <a:pt x="217" y="25"/>
                    <a:pt x="167" y="0"/>
                    <a:pt x="121" y="0"/>
                  </a:cubicBezTo>
                  <a:close/>
                </a:path>
              </a:pathLst>
            </a:custGeom>
            <a:solidFill>
              <a:srgbClr val="EE9C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7"/>
            <p:cNvSpPr/>
            <p:nvPr/>
          </p:nvSpPr>
          <p:spPr>
            <a:xfrm>
              <a:off x="2878900" y="2118625"/>
              <a:ext cx="8350" cy="10875"/>
            </a:xfrm>
            <a:custGeom>
              <a:avLst/>
              <a:gdLst/>
              <a:ahLst/>
              <a:cxnLst/>
              <a:rect l="l" t="t" r="r" b="b"/>
              <a:pathLst>
                <a:path w="334" h="435" extrusionOk="0">
                  <a:moveTo>
                    <a:pt x="200" y="1"/>
                  </a:moveTo>
                  <a:cubicBezTo>
                    <a:pt x="34" y="101"/>
                    <a:pt x="0" y="267"/>
                    <a:pt x="0" y="434"/>
                  </a:cubicBezTo>
                  <a:lnTo>
                    <a:pt x="200" y="434"/>
                  </a:lnTo>
                  <a:cubicBezTo>
                    <a:pt x="300" y="267"/>
                    <a:pt x="334" y="134"/>
                    <a:pt x="200" y="1"/>
                  </a:cubicBezTo>
                  <a:close/>
                </a:path>
              </a:pathLst>
            </a:custGeom>
            <a:solidFill>
              <a:srgbClr val="FFA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7"/>
            <p:cNvSpPr/>
            <p:nvPr/>
          </p:nvSpPr>
          <p:spPr>
            <a:xfrm>
              <a:off x="2782150" y="2376000"/>
              <a:ext cx="78425" cy="573525"/>
            </a:xfrm>
            <a:custGeom>
              <a:avLst/>
              <a:gdLst/>
              <a:ahLst/>
              <a:cxnLst/>
              <a:rect l="l" t="t" r="r" b="b"/>
              <a:pathLst>
                <a:path w="3137" h="22941" extrusionOk="0">
                  <a:moveTo>
                    <a:pt x="2864" y="0"/>
                  </a:moveTo>
                  <a:cubicBezTo>
                    <a:pt x="2760" y="0"/>
                    <a:pt x="2656" y="60"/>
                    <a:pt x="2569" y="146"/>
                  </a:cubicBezTo>
                  <a:cubicBezTo>
                    <a:pt x="2369" y="346"/>
                    <a:pt x="2302" y="680"/>
                    <a:pt x="2169" y="980"/>
                  </a:cubicBezTo>
                  <a:cubicBezTo>
                    <a:pt x="1835" y="1881"/>
                    <a:pt x="1835" y="2815"/>
                    <a:pt x="1835" y="3716"/>
                  </a:cubicBezTo>
                  <a:cubicBezTo>
                    <a:pt x="1835" y="4149"/>
                    <a:pt x="1802" y="4549"/>
                    <a:pt x="1235" y="4583"/>
                  </a:cubicBezTo>
                  <a:cubicBezTo>
                    <a:pt x="735" y="4583"/>
                    <a:pt x="568" y="4216"/>
                    <a:pt x="568" y="3816"/>
                  </a:cubicBezTo>
                  <a:lnTo>
                    <a:pt x="568" y="2014"/>
                  </a:lnTo>
                  <a:lnTo>
                    <a:pt x="568" y="2014"/>
                  </a:lnTo>
                  <a:cubicBezTo>
                    <a:pt x="234" y="2915"/>
                    <a:pt x="234" y="3849"/>
                    <a:pt x="668" y="4683"/>
                  </a:cubicBezTo>
                  <a:cubicBezTo>
                    <a:pt x="868" y="5050"/>
                    <a:pt x="1002" y="5417"/>
                    <a:pt x="868" y="5817"/>
                  </a:cubicBezTo>
                  <a:cubicBezTo>
                    <a:pt x="535" y="6818"/>
                    <a:pt x="701" y="7852"/>
                    <a:pt x="701" y="8853"/>
                  </a:cubicBezTo>
                  <a:cubicBezTo>
                    <a:pt x="701" y="9420"/>
                    <a:pt x="535" y="10020"/>
                    <a:pt x="668" y="10520"/>
                  </a:cubicBezTo>
                  <a:cubicBezTo>
                    <a:pt x="801" y="11054"/>
                    <a:pt x="801" y="11521"/>
                    <a:pt x="701" y="12055"/>
                  </a:cubicBezTo>
                  <a:cubicBezTo>
                    <a:pt x="601" y="12589"/>
                    <a:pt x="735" y="13089"/>
                    <a:pt x="735" y="13656"/>
                  </a:cubicBezTo>
                  <a:cubicBezTo>
                    <a:pt x="668" y="15824"/>
                    <a:pt x="268" y="17926"/>
                    <a:pt x="401" y="20094"/>
                  </a:cubicBezTo>
                  <a:cubicBezTo>
                    <a:pt x="434" y="20928"/>
                    <a:pt x="401" y="21862"/>
                    <a:pt x="1" y="22662"/>
                  </a:cubicBezTo>
                  <a:cubicBezTo>
                    <a:pt x="242" y="22848"/>
                    <a:pt x="514" y="22940"/>
                    <a:pt x="788" y="22940"/>
                  </a:cubicBezTo>
                  <a:cubicBezTo>
                    <a:pt x="1007" y="22940"/>
                    <a:pt x="1228" y="22881"/>
                    <a:pt x="1435" y="22763"/>
                  </a:cubicBezTo>
                  <a:cubicBezTo>
                    <a:pt x="1835" y="22596"/>
                    <a:pt x="2236" y="22496"/>
                    <a:pt x="2636" y="22329"/>
                  </a:cubicBezTo>
                  <a:cubicBezTo>
                    <a:pt x="2903" y="21662"/>
                    <a:pt x="3036" y="20928"/>
                    <a:pt x="3003" y="20227"/>
                  </a:cubicBezTo>
                  <a:lnTo>
                    <a:pt x="2870" y="15224"/>
                  </a:lnTo>
                  <a:cubicBezTo>
                    <a:pt x="2836" y="14190"/>
                    <a:pt x="2703" y="13156"/>
                    <a:pt x="2836" y="12155"/>
                  </a:cubicBezTo>
                  <a:cubicBezTo>
                    <a:pt x="3036" y="10320"/>
                    <a:pt x="2703" y="8486"/>
                    <a:pt x="3036" y="6651"/>
                  </a:cubicBezTo>
                  <a:cubicBezTo>
                    <a:pt x="2970" y="4483"/>
                    <a:pt x="2836" y="2315"/>
                    <a:pt x="3136" y="180"/>
                  </a:cubicBezTo>
                  <a:cubicBezTo>
                    <a:pt x="3056" y="51"/>
                    <a:pt x="2961" y="0"/>
                    <a:pt x="2864" y="0"/>
                  </a:cubicBezTo>
                  <a:close/>
                </a:path>
              </a:pathLst>
            </a:custGeom>
            <a:solidFill>
              <a:srgbClr val="FFA5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7"/>
            <p:cNvSpPr/>
            <p:nvPr/>
          </p:nvSpPr>
          <p:spPr>
            <a:xfrm>
              <a:off x="2696275" y="2751475"/>
              <a:ext cx="48375" cy="153575"/>
            </a:xfrm>
            <a:custGeom>
              <a:avLst/>
              <a:gdLst/>
              <a:ahLst/>
              <a:cxnLst/>
              <a:rect l="l" t="t" r="r" b="b"/>
              <a:pathLst>
                <a:path w="1935" h="6143" extrusionOk="0">
                  <a:moveTo>
                    <a:pt x="1159" y="1"/>
                  </a:moveTo>
                  <a:cubicBezTo>
                    <a:pt x="904" y="1"/>
                    <a:pt x="734" y="194"/>
                    <a:pt x="734" y="738"/>
                  </a:cubicBezTo>
                  <a:cubicBezTo>
                    <a:pt x="1001" y="1172"/>
                    <a:pt x="901" y="1506"/>
                    <a:pt x="600" y="1839"/>
                  </a:cubicBezTo>
                  <a:cubicBezTo>
                    <a:pt x="100" y="3140"/>
                    <a:pt x="0" y="4508"/>
                    <a:pt x="267" y="5876"/>
                  </a:cubicBezTo>
                  <a:cubicBezTo>
                    <a:pt x="300" y="6042"/>
                    <a:pt x="434" y="6142"/>
                    <a:pt x="600" y="6142"/>
                  </a:cubicBezTo>
                  <a:cubicBezTo>
                    <a:pt x="967" y="6076"/>
                    <a:pt x="1168" y="5842"/>
                    <a:pt x="1334" y="5409"/>
                  </a:cubicBezTo>
                  <a:cubicBezTo>
                    <a:pt x="1168" y="5308"/>
                    <a:pt x="834" y="5475"/>
                    <a:pt x="801" y="5175"/>
                  </a:cubicBezTo>
                  <a:cubicBezTo>
                    <a:pt x="801" y="5142"/>
                    <a:pt x="801" y="5075"/>
                    <a:pt x="834" y="5075"/>
                  </a:cubicBezTo>
                  <a:cubicBezTo>
                    <a:pt x="934" y="5042"/>
                    <a:pt x="967" y="5042"/>
                    <a:pt x="1067" y="5042"/>
                  </a:cubicBezTo>
                  <a:cubicBezTo>
                    <a:pt x="1801" y="5042"/>
                    <a:pt x="1935" y="4875"/>
                    <a:pt x="1534" y="4341"/>
                  </a:cubicBezTo>
                  <a:cubicBezTo>
                    <a:pt x="1268" y="3974"/>
                    <a:pt x="1268" y="3407"/>
                    <a:pt x="801" y="3040"/>
                  </a:cubicBezTo>
                  <a:cubicBezTo>
                    <a:pt x="879" y="2996"/>
                    <a:pt x="974" y="2985"/>
                    <a:pt x="1069" y="2985"/>
                  </a:cubicBezTo>
                  <a:cubicBezTo>
                    <a:pt x="1178" y="2985"/>
                    <a:pt x="1287" y="3000"/>
                    <a:pt x="1374" y="3000"/>
                  </a:cubicBezTo>
                  <a:cubicBezTo>
                    <a:pt x="1500" y="3000"/>
                    <a:pt x="1578" y="2967"/>
                    <a:pt x="1534" y="2807"/>
                  </a:cubicBezTo>
                  <a:cubicBezTo>
                    <a:pt x="1434" y="2340"/>
                    <a:pt x="1835" y="1973"/>
                    <a:pt x="1668" y="1506"/>
                  </a:cubicBezTo>
                  <a:cubicBezTo>
                    <a:pt x="1501" y="1072"/>
                    <a:pt x="1668" y="672"/>
                    <a:pt x="1801" y="238"/>
                  </a:cubicBezTo>
                  <a:cubicBezTo>
                    <a:pt x="1565" y="99"/>
                    <a:pt x="1340" y="1"/>
                    <a:pt x="1159" y="1"/>
                  </a:cubicBezTo>
                  <a:close/>
                </a:path>
              </a:pathLst>
            </a:custGeom>
            <a:solidFill>
              <a:srgbClr val="FFB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7"/>
            <p:cNvSpPr/>
            <p:nvPr/>
          </p:nvSpPr>
          <p:spPr>
            <a:xfrm>
              <a:off x="2695425" y="2644825"/>
              <a:ext cx="53400" cy="126800"/>
            </a:xfrm>
            <a:custGeom>
              <a:avLst/>
              <a:gdLst/>
              <a:ahLst/>
              <a:cxnLst/>
              <a:rect l="l" t="t" r="r" b="b"/>
              <a:pathLst>
                <a:path w="2136" h="5072" extrusionOk="0">
                  <a:moveTo>
                    <a:pt x="1802" y="1"/>
                  </a:moveTo>
                  <a:cubicBezTo>
                    <a:pt x="1535" y="101"/>
                    <a:pt x="1268" y="168"/>
                    <a:pt x="1001" y="268"/>
                  </a:cubicBezTo>
                  <a:cubicBezTo>
                    <a:pt x="268" y="1068"/>
                    <a:pt x="601" y="2002"/>
                    <a:pt x="668" y="2936"/>
                  </a:cubicBezTo>
                  <a:cubicBezTo>
                    <a:pt x="534" y="3070"/>
                    <a:pt x="1101" y="3170"/>
                    <a:pt x="668" y="3303"/>
                  </a:cubicBezTo>
                  <a:cubicBezTo>
                    <a:pt x="434" y="3837"/>
                    <a:pt x="268" y="4437"/>
                    <a:pt x="1" y="4971"/>
                  </a:cubicBezTo>
                  <a:cubicBezTo>
                    <a:pt x="268" y="5004"/>
                    <a:pt x="468" y="5004"/>
                    <a:pt x="701" y="5071"/>
                  </a:cubicBezTo>
                  <a:cubicBezTo>
                    <a:pt x="872" y="4656"/>
                    <a:pt x="1133" y="4527"/>
                    <a:pt x="1443" y="4527"/>
                  </a:cubicBezTo>
                  <a:cubicBezTo>
                    <a:pt x="1557" y="4527"/>
                    <a:pt x="1677" y="4544"/>
                    <a:pt x="1802" y="4571"/>
                  </a:cubicBezTo>
                  <a:cubicBezTo>
                    <a:pt x="1502" y="4004"/>
                    <a:pt x="1669" y="3503"/>
                    <a:pt x="1869" y="3070"/>
                  </a:cubicBezTo>
                  <a:cubicBezTo>
                    <a:pt x="1798" y="2956"/>
                    <a:pt x="1709" y="2939"/>
                    <a:pt x="1617" y="2939"/>
                  </a:cubicBezTo>
                  <a:cubicBezTo>
                    <a:pt x="1578" y="2939"/>
                    <a:pt x="1538" y="2943"/>
                    <a:pt x="1499" y="2943"/>
                  </a:cubicBezTo>
                  <a:cubicBezTo>
                    <a:pt x="1415" y="2943"/>
                    <a:pt x="1334" y="2928"/>
                    <a:pt x="1268" y="2836"/>
                  </a:cubicBezTo>
                  <a:cubicBezTo>
                    <a:pt x="1168" y="2636"/>
                    <a:pt x="1135" y="2436"/>
                    <a:pt x="1268" y="2236"/>
                  </a:cubicBezTo>
                  <a:cubicBezTo>
                    <a:pt x="1300" y="2079"/>
                    <a:pt x="1301" y="1833"/>
                    <a:pt x="1469" y="1833"/>
                  </a:cubicBezTo>
                  <a:cubicBezTo>
                    <a:pt x="1479" y="1833"/>
                    <a:pt x="1490" y="1834"/>
                    <a:pt x="1502" y="1836"/>
                  </a:cubicBezTo>
                  <a:cubicBezTo>
                    <a:pt x="1560" y="1848"/>
                    <a:pt x="1609" y="1854"/>
                    <a:pt x="1651" y="1854"/>
                  </a:cubicBezTo>
                  <a:cubicBezTo>
                    <a:pt x="1945" y="1854"/>
                    <a:pt x="1869" y="1569"/>
                    <a:pt x="1869" y="1335"/>
                  </a:cubicBezTo>
                  <a:cubicBezTo>
                    <a:pt x="1769" y="1268"/>
                    <a:pt x="1669" y="1135"/>
                    <a:pt x="1802" y="1002"/>
                  </a:cubicBezTo>
                  <a:cubicBezTo>
                    <a:pt x="2136" y="635"/>
                    <a:pt x="2102" y="334"/>
                    <a:pt x="1802" y="1"/>
                  </a:cubicBezTo>
                  <a:close/>
                </a:path>
              </a:pathLst>
            </a:custGeom>
            <a:solidFill>
              <a:srgbClr val="FFB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7"/>
            <p:cNvSpPr/>
            <p:nvPr/>
          </p:nvSpPr>
          <p:spPr>
            <a:xfrm>
              <a:off x="2728775" y="2709925"/>
              <a:ext cx="16425" cy="11700"/>
            </a:xfrm>
            <a:custGeom>
              <a:avLst/>
              <a:gdLst/>
              <a:ahLst/>
              <a:cxnLst/>
              <a:rect l="l" t="t" r="r" b="b"/>
              <a:pathLst>
                <a:path w="657" h="468" extrusionOk="0">
                  <a:moveTo>
                    <a:pt x="523" y="1"/>
                  </a:moveTo>
                  <a:cubicBezTo>
                    <a:pt x="455" y="1"/>
                    <a:pt x="352" y="59"/>
                    <a:pt x="201" y="199"/>
                  </a:cubicBezTo>
                  <a:cubicBezTo>
                    <a:pt x="168" y="232"/>
                    <a:pt x="68" y="232"/>
                    <a:pt x="1" y="232"/>
                  </a:cubicBezTo>
                  <a:cubicBezTo>
                    <a:pt x="108" y="446"/>
                    <a:pt x="278" y="467"/>
                    <a:pt x="479" y="467"/>
                  </a:cubicBezTo>
                  <a:cubicBezTo>
                    <a:pt x="529" y="467"/>
                    <a:pt x="581" y="466"/>
                    <a:pt x="635" y="466"/>
                  </a:cubicBezTo>
                  <a:cubicBezTo>
                    <a:pt x="656" y="205"/>
                    <a:pt x="650" y="1"/>
                    <a:pt x="523" y="1"/>
                  </a:cubicBezTo>
                  <a:close/>
                </a:path>
              </a:pathLst>
            </a:custGeom>
            <a:solidFill>
              <a:srgbClr val="FFB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7"/>
            <p:cNvSpPr/>
            <p:nvPr/>
          </p:nvSpPr>
          <p:spPr>
            <a:xfrm>
              <a:off x="2721275" y="2700700"/>
              <a:ext cx="10875" cy="15050"/>
            </a:xfrm>
            <a:custGeom>
              <a:avLst/>
              <a:gdLst/>
              <a:ahLst/>
              <a:cxnLst/>
              <a:rect l="l" t="t" r="r" b="b"/>
              <a:pathLst>
                <a:path w="435" h="602" extrusionOk="0">
                  <a:moveTo>
                    <a:pt x="301" y="1"/>
                  </a:moveTo>
                  <a:cubicBezTo>
                    <a:pt x="1" y="201"/>
                    <a:pt x="1" y="401"/>
                    <a:pt x="301" y="601"/>
                  </a:cubicBezTo>
                  <a:cubicBezTo>
                    <a:pt x="434" y="401"/>
                    <a:pt x="434" y="201"/>
                    <a:pt x="301" y="1"/>
                  </a:cubicBezTo>
                  <a:close/>
                </a:path>
              </a:pathLst>
            </a:custGeom>
            <a:solidFill>
              <a:srgbClr val="FFB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7"/>
            <p:cNvSpPr/>
            <p:nvPr/>
          </p:nvSpPr>
          <p:spPr>
            <a:xfrm>
              <a:off x="2794675" y="2323775"/>
              <a:ext cx="4175" cy="5850"/>
            </a:xfrm>
            <a:custGeom>
              <a:avLst/>
              <a:gdLst/>
              <a:ahLst/>
              <a:cxnLst/>
              <a:rect l="l" t="t" r="r" b="b"/>
              <a:pathLst>
                <a:path w="167" h="234" extrusionOk="0">
                  <a:moveTo>
                    <a:pt x="167" y="0"/>
                  </a:moveTo>
                  <a:cubicBezTo>
                    <a:pt x="0" y="100"/>
                    <a:pt x="0" y="134"/>
                    <a:pt x="167" y="234"/>
                  </a:cubicBezTo>
                  <a:lnTo>
                    <a:pt x="167" y="0"/>
                  </a:lnTo>
                  <a:close/>
                </a:path>
              </a:pathLst>
            </a:custGeom>
            <a:solidFill>
              <a:srgbClr val="FFB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7"/>
            <p:cNvSpPr/>
            <p:nvPr/>
          </p:nvSpPr>
          <p:spPr>
            <a:xfrm>
              <a:off x="2794675" y="2302100"/>
              <a:ext cx="2525" cy="5025"/>
            </a:xfrm>
            <a:custGeom>
              <a:avLst/>
              <a:gdLst/>
              <a:ahLst/>
              <a:cxnLst/>
              <a:rect l="l" t="t" r="r" b="b"/>
              <a:pathLst>
                <a:path w="101" h="201" extrusionOk="0">
                  <a:moveTo>
                    <a:pt x="100" y="0"/>
                  </a:moveTo>
                  <a:cubicBezTo>
                    <a:pt x="0" y="100"/>
                    <a:pt x="0" y="167"/>
                    <a:pt x="100" y="200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rgbClr val="FFB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7"/>
            <p:cNvSpPr/>
            <p:nvPr/>
          </p:nvSpPr>
          <p:spPr>
            <a:xfrm>
              <a:off x="2743800" y="2676525"/>
              <a:ext cx="2525" cy="1700"/>
            </a:xfrm>
            <a:custGeom>
              <a:avLst/>
              <a:gdLst/>
              <a:ahLst/>
              <a:cxnLst/>
              <a:rect l="l" t="t" r="r" b="b"/>
              <a:pathLst>
                <a:path w="101" h="68" extrusionOk="0">
                  <a:moveTo>
                    <a:pt x="34" y="0"/>
                  </a:moveTo>
                  <a:cubicBezTo>
                    <a:pt x="34" y="0"/>
                    <a:pt x="0" y="34"/>
                    <a:pt x="0" y="67"/>
                  </a:cubicBezTo>
                  <a:cubicBezTo>
                    <a:pt x="100" y="34"/>
                    <a:pt x="100" y="0"/>
                    <a:pt x="34" y="0"/>
                  </a:cubicBezTo>
                  <a:close/>
                </a:path>
              </a:pathLst>
            </a:custGeom>
            <a:solidFill>
              <a:srgbClr val="FFB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7"/>
            <p:cNvSpPr/>
            <p:nvPr/>
          </p:nvSpPr>
          <p:spPr>
            <a:xfrm>
              <a:off x="2837200" y="2118100"/>
              <a:ext cx="75900" cy="254075"/>
            </a:xfrm>
            <a:custGeom>
              <a:avLst/>
              <a:gdLst/>
              <a:ahLst/>
              <a:cxnLst/>
              <a:rect l="l" t="t" r="r" b="b"/>
              <a:pathLst>
                <a:path w="3036" h="10163" extrusionOk="0">
                  <a:moveTo>
                    <a:pt x="2315" y="0"/>
                  </a:moveTo>
                  <a:cubicBezTo>
                    <a:pt x="2206" y="0"/>
                    <a:pt x="2073" y="26"/>
                    <a:pt x="1950" y="26"/>
                  </a:cubicBezTo>
                  <a:cubicBezTo>
                    <a:pt x="1922" y="26"/>
                    <a:pt x="1895" y="25"/>
                    <a:pt x="1868" y="22"/>
                  </a:cubicBezTo>
                  <a:lnTo>
                    <a:pt x="1868" y="455"/>
                  </a:lnTo>
                  <a:cubicBezTo>
                    <a:pt x="1868" y="622"/>
                    <a:pt x="1835" y="789"/>
                    <a:pt x="1702" y="889"/>
                  </a:cubicBezTo>
                  <a:cubicBezTo>
                    <a:pt x="1702" y="1356"/>
                    <a:pt x="1802" y="1823"/>
                    <a:pt x="1702" y="2290"/>
                  </a:cubicBezTo>
                  <a:cubicBezTo>
                    <a:pt x="1401" y="3958"/>
                    <a:pt x="1235" y="5559"/>
                    <a:pt x="1201" y="7227"/>
                  </a:cubicBezTo>
                  <a:cubicBezTo>
                    <a:pt x="1201" y="7994"/>
                    <a:pt x="1168" y="8861"/>
                    <a:pt x="67" y="8995"/>
                  </a:cubicBezTo>
                  <a:cubicBezTo>
                    <a:pt x="34" y="8995"/>
                    <a:pt x="34" y="9028"/>
                    <a:pt x="0" y="9061"/>
                  </a:cubicBezTo>
                  <a:cubicBezTo>
                    <a:pt x="237" y="9006"/>
                    <a:pt x="460" y="8977"/>
                    <a:pt x="669" y="8977"/>
                  </a:cubicBezTo>
                  <a:cubicBezTo>
                    <a:pt x="1345" y="8977"/>
                    <a:pt x="1871" y="9282"/>
                    <a:pt x="2202" y="9995"/>
                  </a:cubicBezTo>
                  <a:cubicBezTo>
                    <a:pt x="2269" y="10062"/>
                    <a:pt x="2335" y="10129"/>
                    <a:pt x="2369" y="10162"/>
                  </a:cubicBezTo>
                  <a:cubicBezTo>
                    <a:pt x="2335" y="9628"/>
                    <a:pt x="2269" y="9028"/>
                    <a:pt x="2369" y="8494"/>
                  </a:cubicBezTo>
                  <a:cubicBezTo>
                    <a:pt x="2669" y="7327"/>
                    <a:pt x="2435" y="6159"/>
                    <a:pt x="2669" y="4992"/>
                  </a:cubicBezTo>
                  <a:cubicBezTo>
                    <a:pt x="2936" y="3824"/>
                    <a:pt x="2669" y="2623"/>
                    <a:pt x="2936" y="1456"/>
                  </a:cubicBezTo>
                  <a:cubicBezTo>
                    <a:pt x="3036" y="956"/>
                    <a:pt x="2636" y="622"/>
                    <a:pt x="2536" y="155"/>
                  </a:cubicBezTo>
                  <a:cubicBezTo>
                    <a:pt x="2520" y="30"/>
                    <a:pt x="2432" y="0"/>
                    <a:pt x="2315" y="0"/>
                  </a:cubicBezTo>
                  <a:close/>
                </a:path>
              </a:pathLst>
            </a:custGeom>
            <a:solidFill>
              <a:srgbClr val="E684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7"/>
            <p:cNvSpPr/>
            <p:nvPr/>
          </p:nvSpPr>
          <p:spPr>
            <a:xfrm>
              <a:off x="2810500" y="1203800"/>
              <a:ext cx="2550" cy="1700"/>
            </a:xfrm>
            <a:custGeom>
              <a:avLst/>
              <a:gdLst/>
              <a:ahLst/>
              <a:cxnLst/>
              <a:rect l="l" t="t" r="r" b="b"/>
              <a:pathLst>
                <a:path w="102" h="68" extrusionOk="0">
                  <a:moveTo>
                    <a:pt x="34" y="1"/>
                  </a:moveTo>
                  <a:cubicBezTo>
                    <a:pt x="34" y="1"/>
                    <a:pt x="1" y="34"/>
                    <a:pt x="1" y="67"/>
                  </a:cubicBezTo>
                  <a:cubicBezTo>
                    <a:pt x="101" y="34"/>
                    <a:pt x="101" y="1"/>
                    <a:pt x="34" y="1"/>
                  </a:cubicBezTo>
                  <a:close/>
                </a:path>
              </a:pathLst>
            </a:custGeom>
            <a:solidFill>
              <a:srgbClr val="FF89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7"/>
            <p:cNvSpPr/>
            <p:nvPr/>
          </p:nvSpPr>
          <p:spPr>
            <a:xfrm>
              <a:off x="2998150" y="1112075"/>
              <a:ext cx="5850" cy="5850"/>
            </a:xfrm>
            <a:custGeom>
              <a:avLst/>
              <a:gdLst/>
              <a:ahLst/>
              <a:cxnLst/>
              <a:rect l="l" t="t" r="r" b="b"/>
              <a:pathLst>
                <a:path w="234" h="234" extrusionOk="0">
                  <a:moveTo>
                    <a:pt x="34" y="0"/>
                  </a:moveTo>
                  <a:cubicBezTo>
                    <a:pt x="34" y="34"/>
                    <a:pt x="0" y="100"/>
                    <a:pt x="0" y="167"/>
                  </a:cubicBezTo>
                  <a:cubicBezTo>
                    <a:pt x="0" y="201"/>
                    <a:pt x="100" y="201"/>
                    <a:pt x="167" y="234"/>
                  </a:cubicBezTo>
                  <a:cubicBezTo>
                    <a:pt x="200" y="167"/>
                    <a:pt x="234" y="100"/>
                    <a:pt x="200" y="67"/>
                  </a:cubicBezTo>
                  <a:cubicBezTo>
                    <a:pt x="200" y="34"/>
                    <a:pt x="67" y="34"/>
                    <a:pt x="34" y="0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7"/>
            <p:cNvSpPr/>
            <p:nvPr/>
          </p:nvSpPr>
          <p:spPr>
            <a:xfrm>
              <a:off x="2945600" y="1226325"/>
              <a:ext cx="3375" cy="4200"/>
            </a:xfrm>
            <a:custGeom>
              <a:avLst/>
              <a:gdLst/>
              <a:ahLst/>
              <a:cxnLst/>
              <a:rect l="l" t="t" r="r" b="b"/>
              <a:pathLst>
                <a:path w="135" h="168" extrusionOk="0">
                  <a:moveTo>
                    <a:pt x="101" y="0"/>
                  </a:moveTo>
                  <a:cubicBezTo>
                    <a:pt x="1" y="34"/>
                    <a:pt x="1" y="100"/>
                    <a:pt x="101" y="167"/>
                  </a:cubicBezTo>
                  <a:cubicBezTo>
                    <a:pt x="101" y="134"/>
                    <a:pt x="134" y="134"/>
                    <a:pt x="134" y="100"/>
                  </a:cubicBezTo>
                  <a:cubicBezTo>
                    <a:pt x="134" y="34"/>
                    <a:pt x="101" y="34"/>
                    <a:pt x="101" y="0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7"/>
            <p:cNvSpPr/>
            <p:nvPr/>
          </p:nvSpPr>
          <p:spPr>
            <a:xfrm>
              <a:off x="2681250" y="2940875"/>
              <a:ext cx="53400" cy="273550"/>
            </a:xfrm>
            <a:custGeom>
              <a:avLst/>
              <a:gdLst/>
              <a:ahLst/>
              <a:cxnLst/>
              <a:rect l="l" t="t" r="r" b="b"/>
              <a:pathLst>
                <a:path w="2136" h="10942" extrusionOk="0">
                  <a:moveTo>
                    <a:pt x="801" y="1"/>
                  </a:moveTo>
                  <a:cubicBezTo>
                    <a:pt x="534" y="1368"/>
                    <a:pt x="701" y="2803"/>
                    <a:pt x="534" y="4204"/>
                  </a:cubicBezTo>
                  <a:cubicBezTo>
                    <a:pt x="301" y="5972"/>
                    <a:pt x="301" y="7673"/>
                    <a:pt x="234" y="9441"/>
                  </a:cubicBezTo>
                  <a:cubicBezTo>
                    <a:pt x="234" y="9641"/>
                    <a:pt x="201" y="9841"/>
                    <a:pt x="1" y="9975"/>
                  </a:cubicBezTo>
                  <a:cubicBezTo>
                    <a:pt x="368" y="10308"/>
                    <a:pt x="768" y="10608"/>
                    <a:pt x="1168" y="10909"/>
                  </a:cubicBezTo>
                  <a:cubicBezTo>
                    <a:pt x="1249" y="10922"/>
                    <a:pt x="1325" y="10941"/>
                    <a:pt x="1395" y="10941"/>
                  </a:cubicBezTo>
                  <a:cubicBezTo>
                    <a:pt x="1498" y="10941"/>
                    <a:pt x="1589" y="10900"/>
                    <a:pt x="1668" y="10742"/>
                  </a:cubicBezTo>
                  <a:cubicBezTo>
                    <a:pt x="1769" y="10275"/>
                    <a:pt x="1902" y="9841"/>
                    <a:pt x="1568" y="9441"/>
                  </a:cubicBezTo>
                  <a:cubicBezTo>
                    <a:pt x="1402" y="9241"/>
                    <a:pt x="1335" y="9107"/>
                    <a:pt x="1602" y="8974"/>
                  </a:cubicBezTo>
                  <a:cubicBezTo>
                    <a:pt x="1869" y="8907"/>
                    <a:pt x="1735" y="8740"/>
                    <a:pt x="1769" y="8574"/>
                  </a:cubicBezTo>
                  <a:cubicBezTo>
                    <a:pt x="1935" y="7606"/>
                    <a:pt x="1735" y="6672"/>
                    <a:pt x="1668" y="5772"/>
                  </a:cubicBezTo>
                  <a:cubicBezTo>
                    <a:pt x="1535" y="5671"/>
                    <a:pt x="1435" y="5571"/>
                    <a:pt x="1302" y="5505"/>
                  </a:cubicBezTo>
                  <a:cubicBezTo>
                    <a:pt x="1298" y="5503"/>
                    <a:pt x="1295" y="5502"/>
                    <a:pt x="1291" y="5502"/>
                  </a:cubicBezTo>
                  <a:cubicBezTo>
                    <a:pt x="1243" y="5502"/>
                    <a:pt x="1156" y="5631"/>
                    <a:pt x="1067" y="5631"/>
                  </a:cubicBezTo>
                  <a:cubicBezTo>
                    <a:pt x="1022" y="5631"/>
                    <a:pt x="977" y="5599"/>
                    <a:pt x="935" y="5505"/>
                  </a:cubicBezTo>
                  <a:cubicBezTo>
                    <a:pt x="868" y="5305"/>
                    <a:pt x="1068" y="5171"/>
                    <a:pt x="1235" y="5171"/>
                  </a:cubicBezTo>
                  <a:cubicBezTo>
                    <a:pt x="1735" y="5171"/>
                    <a:pt x="1802" y="4838"/>
                    <a:pt x="1902" y="4437"/>
                  </a:cubicBezTo>
                  <a:cubicBezTo>
                    <a:pt x="2035" y="3803"/>
                    <a:pt x="2135" y="3203"/>
                    <a:pt x="1735" y="2636"/>
                  </a:cubicBezTo>
                  <a:cubicBezTo>
                    <a:pt x="1602" y="2469"/>
                    <a:pt x="1735" y="2302"/>
                    <a:pt x="1769" y="2136"/>
                  </a:cubicBezTo>
                  <a:cubicBezTo>
                    <a:pt x="1135" y="1635"/>
                    <a:pt x="901" y="1001"/>
                    <a:pt x="1268" y="268"/>
                  </a:cubicBezTo>
                  <a:cubicBezTo>
                    <a:pt x="1135" y="101"/>
                    <a:pt x="968" y="1"/>
                    <a:pt x="801" y="1"/>
                  </a:cubicBezTo>
                  <a:close/>
                </a:path>
              </a:pathLst>
            </a:custGeom>
            <a:solidFill>
              <a:srgbClr val="FFBA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7"/>
            <p:cNvSpPr/>
            <p:nvPr/>
          </p:nvSpPr>
          <p:spPr>
            <a:xfrm>
              <a:off x="3119075" y="4433625"/>
              <a:ext cx="1675" cy="2550"/>
            </a:xfrm>
            <a:custGeom>
              <a:avLst/>
              <a:gdLst/>
              <a:ahLst/>
              <a:cxnLst/>
              <a:rect l="l" t="t" r="r" b="b"/>
              <a:pathLst>
                <a:path w="67" h="102" extrusionOk="0">
                  <a:moveTo>
                    <a:pt x="0" y="0"/>
                  </a:moveTo>
                  <a:cubicBezTo>
                    <a:pt x="22" y="65"/>
                    <a:pt x="29" y="102"/>
                    <a:pt x="41" y="102"/>
                  </a:cubicBezTo>
                  <a:cubicBezTo>
                    <a:pt x="47" y="102"/>
                    <a:pt x="55" y="90"/>
                    <a:pt x="67" y="67"/>
                  </a:cubicBezTo>
                  <a:cubicBezTo>
                    <a:pt x="67" y="67"/>
                    <a:pt x="33" y="0"/>
                    <a:pt x="0" y="0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7"/>
            <p:cNvSpPr/>
            <p:nvPr/>
          </p:nvSpPr>
          <p:spPr>
            <a:xfrm>
              <a:off x="4072250" y="3462075"/>
              <a:ext cx="10850" cy="11800"/>
            </a:xfrm>
            <a:custGeom>
              <a:avLst/>
              <a:gdLst/>
              <a:ahLst/>
              <a:cxnLst/>
              <a:rect l="l" t="t" r="r" b="b"/>
              <a:pathLst>
                <a:path w="434" h="472" extrusionOk="0">
                  <a:moveTo>
                    <a:pt x="334" y="1"/>
                  </a:moveTo>
                  <a:cubicBezTo>
                    <a:pt x="134" y="1"/>
                    <a:pt x="67" y="168"/>
                    <a:pt x="0" y="335"/>
                  </a:cubicBezTo>
                  <a:cubicBezTo>
                    <a:pt x="67" y="401"/>
                    <a:pt x="100" y="468"/>
                    <a:pt x="134" y="468"/>
                  </a:cubicBezTo>
                  <a:cubicBezTo>
                    <a:pt x="149" y="470"/>
                    <a:pt x="163" y="472"/>
                    <a:pt x="176" y="472"/>
                  </a:cubicBezTo>
                  <a:cubicBezTo>
                    <a:pt x="339" y="472"/>
                    <a:pt x="372" y="289"/>
                    <a:pt x="434" y="134"/>
                  </a:cubicBezTo>
                  <a:cubicBezTo>
                    <a:pt x="434" y="101"/>
                    <a:pt x="401" y="1"/>
                    <a:pt x="334" y="1"/>
                  </a:cubicBezTo>
                  <a:close/>
                </a:path>
              </a:pathLst>
            </a:custGeom>
            <a:solidFill>
              <a:srgbClr val="64B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7"/>
            <p:cNvSpPr/>
            <p:nvPr/>
          </p:nvSpPr>
          <p:spPr>
            <a:xfrm>
              <a:off x="3999700" y="3115175"/>
              <a:ext cx="3350" cy="2525"/>
            </a:xfrm>
            <a:custGeom>
              <a:avLst/>
              <a:gdLst/>
              <a:ahLst/>
              <a:cxnLst/>
              <a:rect l="l" t="t" r="r" b="b"/>
              <a:pathLst>
                <a:path w="134" h="101" extrusionOk="0">
                  <a:moveTo>
                    <a:pt x="134" y="0"/>
                  </a:moveTo>
                  <a:cubicBezTo>
                    <a:pt x="0" y="34"/>
                    <a:pt x="0" y="34"/>
                    <a:pt x="67" y="100"/>
                  </a:cubicBezTo>
                  <a:cubicBezTo>
                    <a:pt x="67" y="100"/>
                    <a:pt x="134" y="34"/>
                    <a:pt x="134" y="0"/>
                  </a:cubicBezTo>
                  <a:close/>
                </a:path>
              </a:pathLst>
            </a:custGeom>
            <a:solidFill>
              <a:srgbClr val="77BE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7"/>
            <p:cNvSpPr/>
            <p:nvPr/>
          </p:nvSpPr>
          <p:spPr>
            <a:xfrm>
              <a:off x="3061525" y="3078475"/>
              <a:ext cx="36725" cy="47200"/>
            </a:xfrm>
            <a:custGeom>
              <a:avLst/>
              <a:gdLst/>
              <a:ahLst/>
              <a:cxnLst/>
              <a:rect l="l" t="t" r="r" b="b"/>
              <a:pathLst>
                <a:path w="1469" h="1888" extrusionOk="0">
                  <a:moveTo>
                    <a:pt x="1035" y="1"/>
                  </a:moveTo>
                  <a:cubicBezTo>
                    <a:pt x="668" y="1"/>
                    <a:pt x="401" y="234"/>
                    <a:pt x="534" y="501"/>
                  </a:cubicBezTo>
                  <a:cubicBezTo>
                    <a:pt x="801" y="1135"/>
                    <a:pt x="401" y="1368"/>
                    <a:pt x="0" y="1635"/>
                  </a:cubicBezTo>
                  <a:cubicBezTo>
                    <a:pt x="151" y="1816"/>
                    <a:pt x="308" y="1888"/>
                    <a:pt x="476" y="1888"/>
                  </a:cubicBezTo>
                  <a:cubicBezTo>
                    <a:pt x="679" y="1888"/>
                    <a:pt x="897" y="1782"/>
                    <a:pt x="1135" y="1635"/>
                  </a:cubicBezTo>
                  <a:cubicBezTo>
                    <a:pt x="1468" y="1435"/>
                    <a:pt x="1401" y="1135"/>
                    <a:pt x="1235" y="835"/>
                  </a:cubicBezTo>
                  <a:cubicBezTo>
                    <a:pt x="1168" y="735"/>
                    <a:pt x="1168" y="601"/>
                    <a:pt x="1235" y="468"/>
                  </a:cubicBezTo>
                  <a:cubicBezTo>
                    <a:pt x="1468" y="234"/>
                    <a:pt x="1468" y="1"/>
                    <a:pt x="1035" y="1"/>
                  </a:cubicBezTo>
                  <a:close/>
                </a:path>
              </a:pathLst>
            </a:custGeom>
            <a:solidFill>
              <a:srgbClr val="FFB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7"/>
            <p:cNvSpPr/>
            <p:nvPr/>
          </p:nvSpPr>
          <p:spPr>
            <a:xfrm>
              <a:off x="3060700" y="2974250"/>
              <a:ext cx="26700" cy="69325"/>
            </a:xfrm>
            <a:custGeom>
              <a:avLst/>
              <a:gdLst/>
              <a:ahLst/>
              <a:cxnLst/>
              <a:rect l="l" t="t" r="r" b="b"/>
              <a:pathLst>
                <a:path w="1068" h="2773" extrusionOk="0">
                  <a:moveTo>
                    <a:pt x="67" y="0"/>
                  </a:moveTo>
                  <a:lnTo>
                    <a:pt x="67" y="267"/>
                  </a:lnTo>
                  <a:cubicBezTo>
                    <a:pt x="67" y="267"/>
                    <a:pt x="33" y="300"/>
                    <a:pt x="33" y="334"/>
                  </a:cubicBezTo>
                  <a:cubicBezTo>
                    <a:pt x="0" y="367"/>
                    <a:pt x="33" y="434"/>
                    <a:pt x="67" y="467"/>
                  </a:cubicBezTo>
                  <a:lnTo>
                    <a:pt x="267" y="667"/>
                  </a:lnTo>
                  <a:cubicBezTo>
                    <a:pt x="334" y="1268"/>
                    <a:pt x="334" y="1901"/>
                    <a:pt x="367" y="2468"/>
                  </a:cubicBezTo>
                  <a:cubicBezTo>
                    <a:pt x="367" y="2635"/>
                    <a:pt x="434" y="2702"/>
                    <a:pt x="601" y="2769"/>
                  </a:cubicBezTo>
                  <a:cubicBezTo>
                    <a:pt x="618" y="2772"/>
                    <a:pt x="635" y="2773"/>
                    <a:pt x="651" y="2773"/>
                  </a:cubicBezTo>
                  <a:cubicBezTo>
                    <a:pt x="818" y="2773"/>
                    <a:pt x="909" y="2621"/>
                    <a:pt x="1001" y="2468"/>
                  </a:cubicBezTo>
                  <a:cubicBezTo>
                    <a:pt x="1068" y="2268"/>
                    <a:pt x="934" y="2135"/>
                    <a:pt x="901" y="1968"/>
                  </a:cubicBezTo>
                  <a:cubicBezTo>
                    <a:pt x="767" y="1568"/>
                    <a:pt x="701" y="1101"/>
                    <a:pt x="701" y="634"/>
                  </a:cubicBezTo>
                  <a:cubicBezTo>
                    <a:pt x="601" y="600"/>
                    <a:pt x="567" y="500"/>
                    <a:pt x="500" y="434"/>
                  </a:cubicBezTo>
                  <a:lnTo>
                    <a:pt x="500" y="0"/>
                  </a:lnTo>
                  <a:close/>
                </a:path>
              </a:pathLst>
            </a:custGeom>
            <a:solidFill>
              <a:srgbClr val="FFB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7"/>
            <p:cNvSpPr/>
            <p:nvPr/>
          </p:nvSpPr>
          <p:spPr>
            <a:xfrm>
              <a:off x="3071525" y="2813300"/>
              <a:ext cx="39125" cy="35200"/>
            </a:xfrm>
            <a:custGeom>
              <a:avLst/>
              <a:gdLst/>
              <a:ahLst/>
              <a:cxnLst/>
              <a:rect l="l" t="t" r="r" b="b"/>
              <a:pathLst>
                <a:path w="1565" h="1408" extrusionOk="0">
                  <a:moveTo>
                    <a:pt x="735" y="0"/>
                  </a:moveTo>
                  <a:cubicBezTo>
                    <a:pt x="501" y="0"/>
                    <a:pt x="268" y="234"/>
                    <a:pt x="1" y="367"/>
                  </a:cubicBezTo>
                  <a:cubicBezTo>
                    <a:pt x="168" y="667"/>
                    <a:pt x="334" y="901"/>
                    <a:pt x="501" y="1168"/>
                  </a:cubicBezTo>
                  <a:cubicBezTo>
                    <a:pt x="606" y="1246"/>
                    <a:pt x="691" y="1408"/>
                    <a:pt x="819" y="1408"/>
                  </a:cubicBezTo>
                  <a:cubicBezTo>
                    <a:pt x="854" y="1408"/>
                    <a:pt x="892" y="1396"/>
                    <a:pt x="935" y="1368"/>
                  </a:cubicBezTo>
                  <a:cubicBezTo>
                    <a:pt x="1168" y="1234"/>
                    <a:pt x="1435" y="1034"/>
                    <a:pt x="1502" y="767"/>
                  </a:cubicBezTo>
                  <a:cubicBezTo>
                    <a:pt x="1565" y="610"/>
                    <a:pt x="1450" y="364"/>
                    <a:pt x="1325" y="364"/>
                  </a:cubicBezTo>
                  <a:cubicBezTo>
                    <a:pt x="1317" y="364"/>
                    <a:pt x="1309" y="365"/>
                    <a:pt x="1302" y="367"/>
                  </a:cubicBezTo>
                  <a:cubicBezTo>
                    <a:pt x="1247" y="383"/>
                    <a:pt x="1199" y="390"/>
                    <a:pt x="1158" y="390"/>
                  </a:cubicBezTo>
                  <a:cubicBezTo>
                    <a:pt x="847" y="390"/>
                    <a:pt x="882" y="0"/>
                    <a:pt x="735" y="0"/>
                  </a:cubicBez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7"/>
            <p:cNvSpPr/>
            <p:nvPr/>
          </p:nvSpPr>
          <p:spPr>
            <a:xfrm>
              <a:off x="3015650" y="2832475"/>
              <a:ext cx="33400" cy="31575"/>
            </a:xfrm>
            <a:custGeom>
              <a:avLst/>
              <a:gdLst/>
              <a:ahLst/>
              <a:cxnLst/>
              <a:rect l="l" t="t" r="r" b="b"/>
              <a:pathLst>
                <a:path w="1336" h="1263" extrusionOk="0">
                  <a:moveTo>
                    <a:pt x="901" y="0"/>
                  </a:moveTo>
                  <a:lnTo>
                    <a:pt x="901" y="0"/>
                  </a:lnTo>
                  <a:cubicBezTo>
                    <a:pt x="740" y="323"/>
                    <a:pt x="622" y="666"/>
                    <a:pt x="287" y="666"/>
                  </a:cubicBezTo>
                  <a:cubicBezTo>
                    <a:pt x="205" y="666"/>
                    <a:pt x="111" y="646"/>
                    <a:pt x="1" y="601"/>
                  </a:cubicBezTo>
                  <a:lnTo>
                    <a:pt x="1" y="601"/>
                  </a:lnTo>
                  <a:cubicBezTo>
                    <a:pt x="26" y="1136"/>
                    <a:pt x="32" y="1262"/>
                    <a:pt x="317" y="1262"/>
                  </a:cubicBezTo>
                  <a:cubicBezTo>
                    <a:pt x="404" y="1262"/>
                    <a:pt x="518" y="1250"/>
                    <a:pt x="668" y="1235"/>
                  </a:cubicBezTo>
                  <a:cubicBezTo>
                    <a:pt x="1335" y="768"/>
                    <a:pt x="1335" y="667"/>
                    <a:pt x="901" y="0"/>
                  </a:cubicBezTo>
                  <a:close/>
                </a:path>
              </a:pathLst>
            </a:custGeom>
            <a:solidFill>
              <a:srgbClr val="FFB8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7"/>
            <p:cNvSpPr/>
            <p:nvPr/>
          </p:nvSpPr>
          <p:spPr>
            <a:xfrm>
              <a:off x="3029825" y="3173675"/>
              <a:ext cx="16725" cy="10750"/>
            </a:xfrm>
            <a:custGeom>
              <a:avLst/>
              <a:gdLst/>
              <a:ahLst/>
              <a:cxnLst/>
              <a:rect l="l" t="t" r="r" b="b"/>
              <a:pathLst>
                <a:path w="669" h="430" extrusionOk="0">
                  <a:moveTo>
                    <a:pt x="312" y="1"/>
                  </a:moveTo>
                  <a:cubicBezTo>
                    <a:pt x="189" y="1"/>
                    <a:pt x="82" y="73"/>
                    <a:pt x="1" y="196"/>
                  </a:cubicBezTo>
                  <a:cubicBezTo>
                    <a:pt x="134" y="362"/>
                    <a:pt x="301" y="429"/>
                    <a:pt x="468" y="429"/>
                  </a:cubicBezTo>
                  <a:cubicBezTo>
                    <a:pt x="601" y="329"/>
                    <a:pt x="668" y="162"/>
                    <a:pt x="568" y="95"/>
                  </a:cubicBezTo>
                  <a:cubicBezTo>
                    <a:pt x="477" y="30"/>
                    <a:pt x="391" y="1"/>
                    <a:pt x="312" y="1"/>
                  </a:cubicBezTo>
                  <a:close/>
                </a:path>
              </a:pathLst>
            </a:custGeom>
            <a:solidFill>
              <a:srgbClr val="FFC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7"/>
            <p:cNvSpPr/>
            <p:nvPr/>
          </p:nvSpPr>
          <p:spPr>
            <a:xfrm>
              <a:off x="3074025" y="298507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67"/>
                    <a:pt x="134" y="134"/>
                    <a:pt x="201" y="20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7"/>
            <p:cNvSpPr/>
            <p:nvPr/>
          </p:nvSpPr>
          <p:spPr>
            <a:xfrm>
              <a:off x="3062350" y="298507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1" y="1"/>
                  </a:moveTo>
                  <a:lnTo>
                    <a:pt x="201" y="201"/>
                  </a:ln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7"/>
            <p:cNvSpPr/>
            <p:nvPr/>
          </p:nvSpPr>
          <p:spPr>
            <a:xfrm>
              <a:off x="3059025" y="2980075"/>
              <a:ext cx="3350" cy="5025"/>
            </a:xfrm>
            <a:custGeom>
              <a:avLst/>
              <a:gdLst/>
              <a:ahLst/>
              <a:cxnLst/>
              <a:rect l="l" t="t" r="r" b="b"/>
              <a:pathLst>
                <a:path w="134" h="201" extrusionOk="0">
                  <a:moveTo>
                    <a:pt x="134" y="1"/>
                  </a:moveTo>
                  <a:cubicBezTo>
                    <a:pt x="0" y="67"/>
                    <a:pt x="0" y="134"/>
                    <a:pt x="134" y="201"/>
                  </a:cubicBezTo>
                  <a:lnTo>
                    <a:pt x="134" y="1"/>
                  </a:ln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7"/>
            <p:cNvSpPr/>
            <p:nvPr/>
          </p:nvSpPr>
          <p:spPr>
            <a:xfrm>
              <a:off x="3058275" y="3119350"/>
              <a:ext cx="2450" cy="1900"/>
            </a:xfrm>
            <a:custGeom>
              <a:avLst/>
              <a:gdLst/>
              <a:ahLst/>
              <a:cxnLst/>
              <a:rect l="l" t="t" r="r" b="b"/>
              <a:pathLst>
                <a:path w="98" h="76" extrusionOk="0">
                  <a:moveTo>
                    <a:pt x="97" y="0"/>
                  </a:moveTo>
                  <a:cubicBezTo>
                    <a:pt x="16" y="27"/>
                    <a:pt x="1" y="76"/>
                    <a:pt x="15" y="76"/>
                  </a:cubicBezTo>
                  <a:cubicBezTo>
                    <a:pt x="19" y="76"/>
                    <a:pt x="24" y="73"/>
                    <a:pt x="30" y="67"/>
                  </a:cubicBezTo>
                  <a:cubicBezTo>
                    <a:pt x="30" y="67"/>
                    <a:pt x="97" y="34"/>
                    <a:pt x="97" y="0"/>
                  </a:cubicBezTo>
                  <a:close/>
                </a:path>
              </a:pathLst>
            </a:custGeom>
            <a:solidFill>
              <a:srgbClr val="FFB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7"/>
            <p:cNvSpPr/>
            <p:nvPr/>
          </p:nvSpPr>
          <p:spPr>
            <a:xfrm>
              <a:off x="3111550" y="3603025"/>
              <a:ext cx="3375" cy="2525"/>
            </a:xfrm>
            <a:custGeom>
              <a:avLst/>
              <a:gdLst/>
              <a:ahLst/>
              <a:cxnLst/>
              <a:rect l="l" t="t" r="r" b="b"/>
              <a:pathLst>
                <a:path w="135" h="101" extrusionOk="0">
                  <a:moveTo>
                    <a:pt x="34" y="0"/>
                  </a:moveTo>
                  <a:cubicBezTo>
                    <a:pt x="34" y="0"/>
                    <a:pt x="1" y="34"/>
                    <a:pt x="1" y="100"/>
                  </a:cubicBezTo>
                  <a:cubicBezTo>
                    <a:pt x="134" y="34"/>
                    <a:pt x="134" y="0"/>
                    <a:pt x="34" y="0"/>
                  </a:cubicBezTo>
                  <a:close/>
                </a:path>
              </a:pathLst>
            </a:custGeom>
            <a:solidFill>
              <a:srgbClr val="FFB0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7"/>
            <p:cNvSpPr/>
            <p:nvPr/>
          </p:nvSpPr>
          <p:spPr>
            <a:xfrm>
              <a:off x="3073200" y="2843875"/>
              <a:ext cx="1700" cy="2800"/>
            </a:xfrm>
            <a:custGeom>
              <a:avLst/>
              <a:gdLst/>
              <a:ahLst/>
              <a:cxnLst/>
              <a:rect l="l" t="t" r="r" b="b"/>
              <a:pathLst>
                <a:path w="68" h="112" extrusionOk="0">
                  <a:moveTo>
                    <a:pt x="15" y="1"/>
                  </a:moveTo>
                  <a:cubicBezTo>
                    <a:pt x="6" y="1"/>
                    <a:pt x="0" y="17"/>
                    <a:pt x="0" y="45"/>
                  </a:cubicBezTo>
                  <a:cubicBezTo>
                    <a:pt x="0" y="45"/>
                    <a:pt x="34" y="111"/>
                    <a:pt x="67" y="111"/>
                  </a:cubicBezTo>
                  <a:cubicBezTo>
                    <a:pt x="48" y="33"/>
                    <a:pt x="28" y="1"/>
                    <a:pt x="15" y="1"/>
                  </a:cubicBez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7"/>
            <p:cNvSpPr/>
            <p:nvPr/>
          </p:nvSpPr>
          <p:spPr>
            <a:xfrm>
              <a:off x="3084050" y="3627625"/>
              <a:ext cx="11700" cy="9600"/>
            </a:xfrm>
            <a:custGeom>
              <a:avLst/>
              <a:gdLst/>
              <a:ahLst/>
              <a:cxnLst/>
              <a:rect l="l" t="t" r="r" b="b"/>
              <a:pathLst>
                <a:path w="468" h="384" extrusionOk="0">
                  <a:moveTo>
                    <a:pt x="186" y="1"/>
                  </a:moveTo>
                  <a:cubicBezTo>
                    <a:pt x="130" y="1"/>
                    <a:pt x="68" y="7"/>
                    <a:pt x="0" y="17"/>
                  </a:cubicBezTo>
                  <a:cubicBezTo>
                    <a:pt x="67" y="150"/>
                    <a:pt x="67" y="284"/>
                    <a:pt x="100" y="384"/>
                  </a:cubicBezTo>
                  <a:cubicBezTo>
                    <a:pt x="234" y="317"/>
                    <a:pt x="334" y="284"/>
                    <a:pt x="467" y="184"/>
                  </a:cubicBezTo>
                  <a:cubicBezTo>
                    <a:pt x="420" y="42"/>
                    <a:pt x="322" y="1"/>
                    <a:pt x="186" y="1"/>
                  </a:cubicBez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7"/>
            <p:cNvSpPr/>
            <p:nvPr/>
          </p:nvSpPr>
          <p:spPr>
            <a:xfrm>
              <a:off x="3113225" y="3653050"/>
              <a:ext cx="5875" cy="5025"/>
            </a:xfrm>
            <a:custGeom>
              <a:avLst/>
              <a:gdLst/>
              <a:ahLst/>
              <a:cxnLst/>
              <a:rect l="l" t="t" r="r" b="b"/>
              <a:pathLst>
                <a:path w="235" h="201" extrusionOk="0">
                  <a:moveTo>
                    <a:pt x="1" y="1"/>
                  </a:moveTo>
                  <a:lnTo>
                    <a:pt x="1" y="1"/>
                  </a:lnTo>
                  <a:cubicBezTo>
                    <a:pt x="67" y="101"/>
                    <a:pt x="134" y="134"/>
                    <a:pt x="234" y="20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7"/>
            <p:cNvSpPr/>
            <p:nvPr/>
          </p:nvSpPr>
          <p:spPr>
            <a:xfrm>
              <a:off x="3107400" y="3648050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0" y="1"/>
                  </a:moveTo>
                  <a:lnTo>
                    <a:pt x="200" y="201"/>
                  </a:lnTo>
                  <a:cubicBezTo>
                    <a:pt x="167" y="101"/>
                    <a:pt x="67" y="34"/>
                    <a:pt x="0" y="1"/>
                  </a:cubicBez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7"/>
            <p:cNvSpPr/>
            <p:nvPr/>
          </p:nvSpPr>
          <p:spPr>
            <a:xfrm>
              <a:off x="3102375" y="3637225"/>
              <a:ext cx="5050" cy="5850"/>
            </a:xfrm>
            <a:custGeom>
              <a:avLst/>
              <a:gdLst/>
              <a:ahLst/>
              <a:cxnLst/>
              <a:rect l="l" t="t" r="r" b="b"/>
              <a:pathLst>
                <a:path w="202" h="234" extrusionOk="0">
                  <a:moveTo>
                    <a:pt x="201" y="23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7"/>
            <p:cNvSpPr/>
            <p:nvPr/>
          </p:nvSpPr>
          <p:spPr>
            <a:xfrm>
              <a:off x="3096550" y="3632200"/>
              <a:ext cx="5850" cy="5025"/>
            </a:xfrm>
            <a:custGeom>
              <a:avLst/>
              <a:gdLst/>
              <a:ahLst/>
              <a:cxnLst/>
              <a:rect l="l" t="t" r="r" b="b"/>
              <a:pathLst>
                <a:path w="234" h="201" extrusionOk="0">
                  <a:moveTo>
                    <a:pt x="0" y="1"/>
                  </a:moveTo>
                  <a:lnTo>
                    <a:pt x="0" y="1"/>
                  </a:lnTo>
                  <a:cubicBezTo>
                    <a:pt x="67" y="101"/>
                    <a:pt x="134" y="134"/>
                    <a:pt x="234" y="2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7"/>
            <p:cNvSpPr/>
            <p:nvPr/>
          </p:nvSpPr>
          <p:spPr>
            <a:xfrm>
              <a:off x="3141575" y="2533925"/>
              <a:ext cx="28375" cy="65700"/>
            </a:xfrm>
            <a:custGeom>
              <a:avLst/>
              <a:gdLst/>
              <a:ahLst/>
              <a:cxnLst/>
              <a:rect l="l" t="t" r="r" b="b"/>
              <a:pathLst>
                <a:path w="1135" h="2628" extrusionOk="0">
                  <a:moveTo>
                    <a:pt x="1" y="0"/>
                  </a:moveTo>
                  <a:cubicBezTo>
                    <a:pt x="1" y="868"/>
                    <a:pt x="34" y="1702"/>
                    <a:pt x="67" y="2536"/>
                  </a:cubicBezTo>
                  <a:cubicBezTo>
                    <a:pt x="158" y="2558"/>
                    <a:pt x="310" y="2627"/>
                    <a:pt x="399" y="2627"/>
                  </a:cubicBezTo>
                  <a:cubicBezTo>
                    <a:pt x="440" y="2627"/>
                    <a:pt x="468" y="2612"/>
                    <a:pt x="468" y="2569"/>
                  </a:cubicBezTo>
                  <a:cubicBezTo>
                    <a:pt x="534" y="1902"/>
                    <a:pt x="1135" y="1201"/>
                    <a:pt x="434" y="567"/>
                  </a:cubicBezTo>
                  <a:cubicBezTo>
                    <a:pt x="201" y="401"/>
                    <a:pt x="268" y="100"/>
                    <a:pt x="1" y="0"/>
                  </a:cubicBezTo>
                  <a:close/>
                </a:path>
              </a:pathLst>
            </a:custGeom>
            <a:solidFill>
              <a:srgbClr val="EFA2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7"/>
            <p:cNvSpPr/>
            <p:nvPr/>
          </p:nvSpPr>
          <p:spPr>
            <a:xfrm>
              <a:off x="3144925" y="2319600"/>
              <a:ext cx="5850" cy="15875"/>
            </a:xfrm>
            <a:custGeom>
              <a:avLst/>
              <a:gdLst/>
              <a:ahLst/>
              <a:cxnLst/>
              <a:rect l="l" t="t" r="r" b="b"/>
              <a:pathLst>
                <a:path w="234" h="635" extrusionOk="0">
                  <a:moveTo>
                    <a:pt x="234" y="1"/>
                  </a:moveTo>
                  <a:cubicBezTo>
                    <a:pt x="0" y="234"/>
                    <a:pt x="0" y="434"/>
                    <a:pt x="234" y="634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EA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7"/>
            <p:cNvSpPr/>
            <p:nvPr/>
          </p:nvSpPr>
          <p:spPr>
            <a:xfrm>
              <a:off x="3146575" y="2340450"/>
              <a:ext cx="12550" cy="10875"/>
            </a:xfrm>
            <a:custGeom>
              <a:avLst/>
              <a:gdLst/>
              <a:ahLst/>
              <a:cxnLst/>
              <a:rect l="l" t="t" r="r" b="b"/>
              <a:pathLst>
                <a:path w="502" h="435" extrusionOk="0">
                  <a:moveTo>
                    <a:pt x="234" y="1"/>
                  </a:moveTo>
                  <a:cubicBezTo>
                    <a:pt x="68" y="134"/>
                    <a:pt x="1" y="267"/>
                    <a:pt x="1" y="434"/>
                  </a:cubicBezTo>
                  <a:cubicBezTo>
                    <a:pt x="134" y="334"/>
                    <a:pt x="501" y="301"/>
                    <a:pt x="234" y="1"/>
                  </a:cubicBezTo>
                  <a:close/>
                </a:path>
              </a:pathLst>
            </a:custGeom>
            <a:solidFill>
              <a:srgbClr val="EEA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7"/>
            <p:cNvSpPr/>
            <p:nvPr/>
          </p:nvSpPr>
          <p:spPr>
            <a:xfrm>
              <a:off x="3061525" y="2550600"/>
              <a:ext cx="3350" cy="1700"/>
            </a:xfrm>
            <a:custGeom>
              <a:avLst/>
              <a:gdLst/>
              <a:ahLst/>
              <a:cxnLst/>
              <a:rect l="l" t="t" r="r" b="b"/>
              <a:pathLst>
                <a:path w="134" h="68" extrusionOk="0">
                  <a:moveTo>
                    <a:pt x="34" y="1"/>
                  </a:moveTo>
                  <a:cubicBezTo>
                    <a:pt x="34" y="1"/>
                    <a:pt x="0" y="34"/>
                    <a:pt x="0" y="67"/>
                  </a:cubicBezTo>
                  <a:cubicBezTo>
                    <a:pt x="67" y="34"/>
                    <a:pt x="134" y="1"/>
                    <a:pt x="34" y="1"/>
                  </a:cubicBezTo>
                  <a:close/>
                </a:path>
              </a:pathLst>
            </a:custGeom>
            <a:solidFill>
              <a:srgbClr val="FFB8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7"/>
            <p:cNvSpPr/>
            <p:nvPr/>
          </p:nvSpPr>
          <p:spPr>
            <a:xfrm>
              <a:off x="2891400" y="3381200"/>
              <a:ext cx="2000" cy="2125"/>
            </a:xfrm>
            <a:custGeom>
              <a:avLst/>
              <a:gdLst/>
              <a:ahLst/>
              <a:cxnLst/>
              <a:rect l="l" t="t" r="r" b="b"/>
              <a:pathLst>
                <a:path w="80" h="85" extrusionOk="0">
                  <a:moveTo>
                    <a:pt x="1" y="0"/>
                  </a:moveTo>
                  <a:cubicBezTo>
                    <a:pt x="22" y="43"/>
                    <a:pt x="56" y="85"/>
                    <a:pt x="70" y="85"/>
                  </a:cubicBezTo>
                  <a:cubicBezTo>
                    <a:pt x="78" y="85"/>
                    <a:pt x="80" y="70"/>
                    <a:pt x="67" y="34"/>
                  </a:cubicBezTo>
                  <a:cubicBezTo>
                    <a:pt x="67" y="34"/>
                    <a:pt x="34" y="0"/>
                    <a:pt x="1" y="0"/>
                  </a:cubicBezTo>
                  <a:close/>
                </a:path>
              </a:pathLst>
            </a:custGeom>
            <a:solidFill>
              <a:srgbClr val="DF7C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7"/>
            <p:cNvSpPr/>
            <p:nvPr/>
          </p:nvSpPr>
          <p:spPr>
            <a:xfrm>
              <a:off x="3045675" y="2870000"/>
              <a:ext cx="6700" cy="6700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01" y="0"/>
                  </a:moveTo>
                  <a:cubicBezTo>
                    <a:pt x="34" y="0"/>
                    <a:pt x="34" y="134"/>
                    <a:pt x="1" y="167"/>
                  </a:cubicBezTo>
                  <a:cubicBezTo>
                    <a:pt x="34" y="234"/>
                    <a:pt x="134" y="267"/>
                    <a:pt x="167" y="267"/>
                  </a:cubicBezTo>
                  <a:cubicBezTo>
                    <a:pt x="201" y="267"/>
                    <a:pt x="201" y="134"/>
                    <a:pt x="268" y="100"/>
                  </a:cubicBezTo>
                  <a:cubicBezTo>
                    <a:pt x="201" y="67"/>
                    <a:pt x="134" y="0"/>
                    <a:pt x="101" y="0"/>
                  </a:cubicBezTo>
                  <a:close/>
                </a:path>
              </a:pathLst>
            </a:custGeom>
            <a:solidFill>
              <a:srgbClr val="FFB8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7"/>
            <p:cNvSpPr/>
            <p:nvPr/>
          </p:nvSpPr>
          <p:spPr>
            <a:xfrm>
              <a:off x="3074025" y="2428025"/>
              <a:ext cx="1700" cy="2775"/>
            </a:xfrm>
            <a:custGeom>
              <a:avLst/>
              <a:gdLst/>
              <a:ahLst/>
              <a:cxnLst/>
              <a:rect l="l" t="t" r="r" b="b"/>
              <a:pathLst>
                <a:path w="68" h="111" extrusionOk="0">
                  <a:moveTo>
                    <a:pt x="1" y="0"/>
                  </a:moveTo>
                  <a:cubicBezTo>
                    <a:pt x="20" y="78"/>
                    <a:pt x="40" y="111"/>
                    <a:pt x="53" y="111"/>
                  </a:cubicBezTo>
                  <a:cubicBezTo>
                    <a:pt x="62" y="111"/>
                    <a:pt x="68" y="94"/>
                    <a:pt x="68" y="67"/>
                  </a:cubicBezTo>
                  <a:cubicBezTo>
                    <a:pt x="68" y="67"/>
                    <a:pt x="34" y="0"/>
                    <a:pt x="1" y="0"/>
                  </a:cubicBezTo>
                  <a:close/>
                </a:path>
              </a:pathLst>
            </a:custGeom>
            <a:solidFill>
              <a:srgbClr val="FFBE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7"/>
            <p:cNvSpPr/>
            <p:nvPr/>
          </p:nvSpPr>
          <p:spPr>
            <a:xfrm>
              <a:off x="3019000" y="3092650"/>
              <a:ext cx="2525" cy="2525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67" y="1"/>
                  </a:moveTo>
                  <a:cubicBezTo>
                    <a:pt x="67" y="1"/>
                    <a:pt x="34" y="34"/>
                    <a:pt x="0" y="34"/>
                  </a:cubicBezTo>
                  <a:cubicBezTo>
                    <a:pt x="0" y="67"/>
                    <a:pt x="34" y="67"/>
                    <a:pt x="34" y="101"/>
                  </a:cubicBezTo>
                  <a:cubicBezTo>
                    <a:pt x="34" y="101"/>
                    <a:pt x="67" y="67"/>
                    <a:pt x="100" y="67"/>
                  </a:cubicBezTo>
                  <a:cubicBezTo>
                    <a:pt x="67" y="34"/>
                    <a:pt x="67" y="34"/>
                    <a:pt x="67" y="1"/>
                  </a:cubicBezTo>
                  <a:close/>
                </a:path>
              </a:pathLst>
            </a:custGeom>
            <a:solidFill>
              <a:srgbClr val="FFB5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7"/>
            <p:cNvSpPr/>
            <p:nvPr/>
          </p:nvSpPr>
          <p:spPr>
            <a:xfrm>
              <a:off x="3029825" y="3189400"/>
              <a:ext cx="11700" cy="4650"/>
            </a:xfrm>
            <a:custGeom>
              <a:avLst/>
              <a:gdLst/>
              <a:ahLst/>
              <a:cxnLst/>
              <a:rect l="l" t="t" r="r" b="b"/>
              <a:pathLst>
                <a:path w="468" h="186" extrusionOk="0">
                  <a:moveTo>
                    <a:pt x="168" y="0"/>
                  </a:moveTo>
                  <a:lnTo>
                    <a:pt x="1" y="67"/>
                  </a:lnTo>
                  <a:cubicBezTo>
                    <a:pt x="45" y="156"/>
                    <a:pt x="105" y="185"/>
                    <a:pt x="169" y="185"/>
                  </a:cubicBezTo>
                  <a:cubicBezTo>
                    <a:pt x="201" y="185"/>
                    <a:pt x="234" y="178"/>
                    <a:pt x="268" y="167"/>
                  </a:cubicBezTo>
                  <a:cubicBezTo>
                    <a:pt x="334" y="134"/>
                    <a:pt x="401" y="34"/>
                    <a:pt x="468" y="0"/>
                  </a:cubicBezTo>
                  <a:close/>
                </a:path>
              </a:pathLst>
            </a:custGeom>
            <a:solidFill>
              <a:srgbClr val="FFB8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7"/>
            <p:cNvSpPr/>
            <p:nvPr/>
          </p:nvSpPr>
          <p:spPr>
            <a:xfrm>
              <a:off x="2722950" y="3084325"/>
              <a:ext cx="2525" cy="1675"/>
            </a:xfrm>
            <a:custGeom>
              <a:avLst/>
              <a:gdLst/>
              <a:ahLst/>
              <a:cxnLst/>
              <a:rect l="l" t="t" r="r" b="b"/>
              <a:pathLst>
                <a:path w="101" h="67" extrusionOk="0">
                  <a:moveTo>
                    <a:pt x="34" y="0"/>
                  </a:moveTo>
                  <a:cubicBezTo>
                    <a:pt x="34" y="0"/>
                    <a:pt x="0" y="34"/>
                    <a:pt x="0" y="67"/>
                  </a:cubicBezTo>
                  <a:cubicBezTo>
                    <a:pt x="101" y="34"/>
                    <a:pt x="101" y="0"/>
                    <a:pt x="34" y="0"/>
                  </a:cubicBezTo>
                  <a:close/>
                </a:path>
              </a:pathLst>
            </a:custGeom>
            <a:solidFill>
              <a:srgbClr val="FFBA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7"/>
            <p:cNvSpPr/>
            <p:nvPr/>
          </p:nvSpPr>
          <p:spPr>
            <a:xfrm>
              <a:off x="4001350" y="2513900"/>
              <a:ext cx="154325" cy="302500"/>
            </a:xfrm>
            <a:custGeom>
              <a:avLst/>
              <a:gdLst/>
              <a:ahLst/>
              <a:cxnLst/>
              <a:rect l="l" t="t" r="r" b="b"/>
              <a:pathLst>
                <a:path w="6173" h="12100" extrusionOk="0">
                  <a:moveTo>
                    <a:pt x="3437" y="1"/>
                  </a:moveTo>
                  <a:lnTo>
                    <a:pt x="3437" y="1"/>
                  </a:lnTo>
                  <a:cubicBezTo>
                    <a:pt x="3470" y="334"/>
                    <a:pt x="3337" y="535"/>
                    <a:pt x="2970" y="701"/>
                  </a:cubicBezTo>
                  <a:cubicBezTo>
                    <a:pt x="2569" y="901"/>
                    <a:pt x="2169" y="1235"/>
                    <a:pt x="2403" y="1869"/>
                  </a:cubicBezTo>
                  <a:cubicBezTo>
                    <a:pt x="2469" y="2169"/>
                    <a:pt x="2336" y="2469"/>
                    <a:pt x="2069" y="2536"/>
                  </a:cubicBezTo>
                  <a:cubicBezTo>
                    <a:pt x="1669" y="2636"/>
                    <a:pt x="1535" y="3036"/>
                    <a:pt x="1168" y="3036"/>
                  </a:cubicBezTo>
                  <a:cubicBezTo>
                    <a:pt x="1102" y="3036"/>
                    <a:pt x="1068" y="3036"/>
                    <a:pt x="1002" y="3070"/>
                  </a:cubicBezTo>
                  <a:cubicBezTo>
                    <a:pt x="968" y="3170"/>
                    <a:pt x="868" y="3203"/>
                    <a:pt x="802" y="3303"/>
                  </a:cubicBezTo>
                  <a:cubicBezTo>
                    <a:pt x="668" y="3370"/>
                    <a:pt x="701" y="3570"/>
                    <a:pt x="601" y="3703"/>
                  </a:cubicBezTo>
                  <a:cubicBezTo>
                    <a:pt x="501" y="3737"/>
                    <a:pt x="468" y="3837"/>
                    <a:pt x="368" y="3904"/>
                  </a:cubicBezTo>
                  <a:cubicBezTo>
                    <a:pt x="301" y="4170"/>
                    <a:pt x="168" y="4337"/>
                    <a:pt x="168" y="4571"/>
                  </a:cubicBezTo>
                  <a:cubicBezTo>
                    <a:pt x="101" y="5138"/>
                    <a:pt x="101" y="5705"/>
                    <a:pt x="1" y="6305"/>
                  </a:cubicBezTo>
                  <a:lnTo>
                    <a:pt x="1" y="6505"/>
                  </a:lnTo>
                  <a:lnTo>
                    <a:pt x="234" y="6706"/>
                  </a:lnTo>
                  <a:cubicBezTo>
                    <a:pt x="335" y="6839"/>
                    <a:pt x="335" y="6972"/>
                    <a:pt x="234" y="7139"/>
                  </a:cubicBezTo>
                  <a:cubicBezTo>
                    <a:pt x="668" y="7573"/>
                    <a:pt x="1335" y="7540"/>
                    <a:pt x="1836" y="7873"/>
                  </a:cubicBezTo>
                  <a:cubicBezTo>
                    <a:pt x="2002" y="8007"/>
                    <a:pt x="2369" y="8073"/>
                    <a:pt x="2203" y="8373"/>
                  </a:cubicBezTo>
                  <a:cubicBezTo>
                    <a:pt x="1936" y="8874"/>
                    <a:pt x="2203" y="9307"/>
                    <a:pt x="2336" y="9741"/>
                  </a:cubicBezTo>
                  <a:cubicBezTo>
                    <a:pt x="2503" y="10342"/>
                    <a:pt x="2803" y="10575"/>
                    <a:pt x="3370" y="10675"/>
                  </a:cubicBezTo>
                  <a:cubicBezTo>
                    <a:pt x="3503" y="10675"/>
                    <a:pt x="3604" y="10909"/>
                    <a:pt x="3704" y="11042"/>
                  </a:cubicBezTo>
                  <a:cubicBezTo>
                    <a:pt x="4029" y="11747"/>
                    <a:pt x="4486" y="12099"/>
                    <a:pt x="5165" y="12099"/>
                  </a:cubicBezTo>
                  <a:cubicBezTo>
                    <a:pt x="5322" y="12099"/>
                    <a:pt x="5490" y="12080"/>
                    <a:pt x="5672" y="12043"/>
                  </a:cubicBezTo>
                  <a:lnTo>
                    <a:pt x="6105" y="12043"/>
                  </a:lnTo>
                  <a:cubicBezTo>
                    <a:pt x="6139" y="11876"/>
                    <a:pt x="6139" y="11709"/>
                    <a:pt x="6172" y="11409"/>
                  </a:cubicBezTo>
                  <a:lnTo>
                    <a:pt x="6172" y="11409"/>
                  </a:lnTo>
                  <a:cubicBezTo>
                    <a:pt x="5947" y="11548"/>
                    <a:pt x="5764" y="11608"/>
                    <a:pt x="5603" y="11608"/>
                  </a:cubicBezTo>
                  <a:cubicBezTo>
                    <a:pt x="5262" y="11608"/>
                    <a:pt x="5022" y="11338"/>
                    <a:pt x="4704" y="10975"/>
                  </a:cubicBezTo>
                  <a:cubicBezTo>
                    <a:pt x="4037" y="10141"/>
                    <a:pt x="4471" y="9141"/>
                    <a:pt x="4004" y="8307"/>
                  </a:cubicBezTo>
                  <a:cubicBezTo>
                    <a:pt x="3837" y="7973"/>
                    <a:pt x="3837" y="7473"/>
                    <a:pt x="3503" y="7206"/>
                  </a:cubicBezTo>
                  <a:cubicBezTo>
                    <a:pt x="3103" y="6906"/>
                    <a:pt x="3003" y="6372"/>
                    <a:pt x="2736" y="6005"/>
                  </a:cubicBezTo>
                  <a:cubicBezTo>
                    <a:pt x="2603" y="5872"/>
                    <a:pt x="2536" y="5738"/>
                    <a:pt x="2670" y="5638"/>
                  </a:cubicBezTo>
                  <a:cubicBezTo>
                    <a:pt x="3270" y="5138"/>
                    <a:pt x="3003" y="4371"/>
                    <a:pt x="3137" y="3737"/>
                  </a:cubicBezTo>
                  <a:cubicBezTo>
                    <a:pt x="3202" y="3213"/>
                    <a:pt x="3075" y="2368"/>
                    <a:pt x="4047" y="2368"/>
                  </a:cubicBezTo>
                  <a:cubicBezTo>
                    <a:pt x="4066" y="2368"/>
                    <a:pt x="4085" y="2369"/>
                    <a:pt x="4104" y="2369"/>
                  </a:cubicBezTo>
                  <a:cubicBezTo>
                    <a:pt x="4271" y="2369"/>
                    <a:pt x="4571" y="2036"/>
                    <a:pt x="4337" y="1802"/>
                  </a:cubicBezTo>
                  <a:cubicBezTo>
                    <a:pt x="4071" y="1368"/>
                    <a:pt x="4237" y="1002"/>
                    <a:pt x="4271" y="568"/>
                  </a:cubicBezTo>
                  <a:cubicBezTo>
                    <a:pt x="4325" y="271"/>
                    <a:pt x="4226" y="106"/>
                    <a:pt x="3993" y="106"/>
                  </a:cubicBezTo>
                  <a:cubicBezTo>
                    <a:pt x="3937" y="106"/>
                    <a:pt x="3874" y="115"/>
                    <a:pt x="3804" y="134"/>
                  </a:cubicBezTo>
                  <a:cubicBezTo>
                    <a:pt x="3796" y="138"/>
                    <a:pt x="3788" y="140"/>
                    <a:pt x="3778" y="140"/>
                  </a:cubicBezTo>
                  <a:cubicBezTo>
                    <a:pt x="3701" y="140"/>
                    <a:pt x="3556" y="31"/>
                    <a:pt x="3437" y="1"/>
                  </a:cubicBezTo>
                  <a:close/>
                </a:path>
              </a:pathLst>
            </a:custGeom>
            <a:solidFill>
              <a:srgbClr val="E0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7"/>
            <p:cNvSpPr/>
            <p:nvPr/>
          </p:nvSpPr>
          <p:spPr>
            <a:xfrm>
              <a:off x="3988025" y="2627100"/>
              <a:ext cx="37550" cy="42775"/>
            </a:xfrm>
            <a:custGeom>
              <a:avLst/>
              <a:gdLst/>
              <a:ahLst/>
              <a:cxnLst/>
              <a:rect l="l" t="t" r="r" b="b"/>
              <a:pathLst>
                <a:path w="1502" h="1711" extrusionOk="0">
                  <a:moveTo>
                    <a:pt x="952" y="1"/>
                  </a:moveTo>
                  <a:cubicBezTo>
                    <a:pt x="857" y="1"/>
                    <a:pt x="764" y="9"/>
                    <a:pt x="667" y="9"/>
                  </a:cubicBezTo>
                  <a:cubicBezTo>
                    <a:pt x="0" y="543"/>
                    <a:pt x="501" y="1177"/>
                    <a:pt x="501" y="1711"/>
                  </a:cubicBezTo>
                  <a:cubicBezTo>
                    <a:pt x="868" y="1210"/>
                    <a:pt x="401" y="310"/>
                    <a:pt x="1501" y="176"/>
                  </a:cubicBezTo>
                  <a:cubicBezTo>
                    <a:pt x="1289" y="28"/>
                    <a:pt x="1117" y="1"/>
                    <a:pt x="952" y="1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7"/>
            <p:cNvSpPr/>
            <p:nvPr/>
          </p:nvSpPr>
          <p:spPr>
            <a:xfrm>
              <a:off x="4015550" y="2594800"/>
              <a:ext cx="5025" cy="10875"/>
            </a:xfrm>
            <a:custGeom>
              <a:avLst/>
              <a:gdLst/>
              <a:ahLst/>
              <a:cxnLst/>
              <a:rect l="l" t="t" r="r" b="b"/>
              <a:pathLst>
                <a:path w="201" h="435" extrusionOk="0">
                  <a:moveTo>
                    <a:pt x="200" y="0"/>
                  </a:moveTo>
                  <a:lnTo>
                    <a:pt x="200" y="0"/>
                  </a:lnTo>
                  <a:cubicBezTo>
                    <a:pt x="33" y="134"/>
                    <a:pt x="0" y="267"/>
                    <a:pt x="0" y="434"/>
                  </a:cubicBezTo>
                  <a:cubicBezTo>
                    <a:pt x="133" y="334"/>
                    <a:pt x="200" y="167"/>
                    <a:pt x="200" y="0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7"/>
            <p:cNvSpPr/>
            <p:nvPr/>
          </p:nvSpPr>
          <p:spPr>
            <a:xfrm>
              <a:off x="4007200" y="2681525"/>
              <a:ext cx="5025" cy="10875"/>
            </a:xfrm>
            <a:custGeom>
              <a:avLst/>
              <a:gdLst/>
              <a:ahLst/>
              <a:cxnLst/>
              <a:rect l="l" t="t" r="r" b="b"/>
              <a:pathLst>
                <a:path w="201" h="435" extrusionOk="0">
                  <a:moveTo>
                    <a:pt x="0" y="1"/>
                  </a:moveTo>
                  <a:lnTo>
                    <a:pt x="0" y="434"/>
                  </a:lnTo>
                  <a:cubicBezTo>
                    <a:pt x="201" y="301"/>
                    <a:pt x="201" y="134"/>
                    <a:pt x="0" y="1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7"/>
            <p:cNvSpPr/>
            <p:nvPr/>
          </p:nvSpPr>
          <p:spPr>
            <a:xfrm>
              <a:off x="4009700" y="2606475"/>
              <a:ext cx="5875" cy="5025"/>
            </a:xfrm>
            <a:custGeom>
              <a:avLst/>
              <a:gdLst/>
              <a:ahLst/>
              <a:cxnLst/>
              <a:rect l="l" t="t" r="r" b="b"/>
              <a:pathLst>
                <a:path w="235" h="201" extrusionOk="0">
                  <a:moveTo>
                    <a:pt x="234" y="0"/>
                  </a:moveTo>
                  <a:lnTo>
                    <a:pt x="234" y="0"/>
                  </a:lnTo>
                  <a:cubicBezTo>
                    <a:pt x="134" y="34"/>
                    <a:pt x="101" y="134"/>
                    <a:pt x="1" y="201"/>
                  </a:cubicBezTo>
                  <a:cubicBezTo>
                    <a:pt x="101" y="167"/>
                    <a:pt x="134" y="67"/>
                    <a:pt x="234" y="0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7"/>
            <p:cNvSpPr/>
            <p:nvPr/>
          </p:nvSpPr>
          <p:spPr>
            <a:xfrm>
              <a:off x="4020550" y="2589800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200" y="0"/>
                  </a:moveTo>
                  <a:lnTo>
                    <a:pt x="0" y="200"/>
                  </a:lnTo>
                  <a:cubicBezTo>
                    <a:pt x="67" y="167"/>
                    <a:pt x="134" y="100"/>
                    <a:pt x="200" y="0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7"/>
            <p:cNvSpPr/>
            <p:nvPr/>
          </p:nvSpPr>
          <p:spPr>
            <a:xfrm>
              <a:off x="4000525" y="267652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1" y="0"/>
                  </a:moveTo>
                  <a:cubicBezTo>
                    <a:pt x="101" y="67"/>
                    <a:pt x="167" y="134"/>
                    <a:pt x="201" y="201"/>
                  </a:cubicBezTo>
                  <a:cubicBezTo>
                    <a:pt x="167" y="134"/>
                    <a:pt x="101" y="34"/>
                    <a:pt x="1" y="0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7"/>
            <p:cNvSpPr/>
            <p:nvPr/>
          </p:nvSpPr>
          <p:spPr>
            <a:xfrm>
              <a:off x="3275000" y="2819375"/>
              <a:ext cx="71750" cy="67325"/>
            </a:xfrm>
            <a:custGeom>
              <a:avLst/>
              <a:gdLst/>
              <a:ahLst/>
              <a:cxnLst/>
              <a:rect l="l" t="t" r="r" b="b"/>
              <a:pathLst>
                <a:path w="2870" h="2693" extrusionOk="0">
                  <a:moveTo>
                    <a:pt x="2066" y="1"/>
                  </a:moveTo>
                  <a:cubicBezTo>
                    <a:pt x="1984" y="1"/>
                    <a:pt x="1897" y="24"/>
                    <a:pt x="1802" y="91"/>
                  </a:cubicBezTo>
                  <a:cubicBezTo>
                    <a:pt x="1602" y="157"/>
                    <a:pt x="1369" y="257"/>
                    <a:pt x="1469" y="524"/>
                  </a:cubicBezTo>
                  <a:cubicBezTo>
                    <a:pt x="1583" y="810"/>
                    <a:pt x="1868" y="1193"/>
                    <a:pt x="1425" y="1193"/>
                  </a:cubicBezTo>
                  <a:cubicBezTo>
                    <a:pt x="1351" y="1193"/>
                    <a:pt x="1255" y="1182"/>
                    <a:pt x="1135" y="1158"/>
                  </a:cubicBezTo>
                  <a:cubicBezTo>
                    <a:pt x="1126" y="1156"/>
                    <a:pt x="1118" y="1155"/>
                    <a:pt x="1111" y="1155"/>
                  </a:cubicBezTo>
                  <a:cubicBezTo>
                    <a:pt x="1002" y="1155"/>
                    <a:pt x="1008" y="1367"/>
                    <a:pt x="1102" y="1492"/>
                  </a:cubicBezTo>
                  <a:cubicBezTo>
                    <a:pt x="1168" y="1625"/>
                    <a:pt x="1435" y="1625"/>
                    <a:pt x="1369" y="1925"/>
                  </a:cubicBezTo>
                  <a:lnTo>
                    <a:pt x="768" y="1925"/>
                  </a:lnTo>
                  <a:cubicBezTo>
                    <a:pt x="835" y="2459"/>
                    <a:pt x="101" y="2192"/>
                    <a:pt x="1" y="2693"/>
                  </a:cubicBezTo>
                  <a:cubicBezTo>
                    <a:pt x="501" y="2693"/>
                    <a:pt x="835" y="2492"/>
                    <a:pt x="1202" y="2326"/>
                  </a:cubicBezTo>
                  <a:cubicBezTo>
                    <a:pt x="1702" y="2292"/>
                    <a:pt x="1969" y="1792"/>
                    <a:pt x="2436" y="1692"/>
                  </a:cubicBezTo>
                  <a:cubicBezTo>
                    <a:pt x="2803" y="1625"/>
                    <a:pt x="2870" y="1458"/>
                    <a:pt x="2803" y="1091"/>
                  </a:cubicBezTo>
                  <a:cubicBezTo>
                    <a:pt x="2770" y="825"/>
                    <a:pt x="2836" y="591"/>
                    <a:pt x="2870" y="324"/>
                  </a:cubicBezTo>
                  <a:cubicBezTo>
                    <a:pt x="2836" y="257"/>
                    <a:pt x="2770" y="191"/>
                    <a:pt x="2669" y="124"/>
                  </a:cubicBezTo>
                  <a:cubicBezTo>
                    <a:pt x="2653" y="126"/>
                    <a:pt x="2637" y="127"/>
                    <a:pt x="2622" y="127"/>
                  </a:cubicBezTo>
                  <a:cubicBezTo>
                    <a:pt x="2427" y="127"/>
                    <a:pt x="2258" y="1"/>
                    <a:pt x="2066" y="1"/>
                  </a:cubicBezTo>
                  <a:close/>
                </a:path>
              </a:pathLst>
            </a:custGeom>
            <a:solidFill>
              <a:srgbClr val="FFB7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7"/>
            <p:cNvSpPr/>
            <p:nvPr/>
          </p:nvSpPr>
          <p:spPr>
            <a:xfrm>
              <a:off x="3212475" y="2863325"/>
              <a:ext cx="51725" cy="39575"/>
            </a:xfrm>
            <a:custGeom>
              <a:avLst/>
              <a:gdLst/>
              <a:ahLst/>
              <a:cxnLst/>
              <a:rect l="l" t="t" r="r" b="b"/>
              <a:pathLst>
                <a:path w="2069" h="1583" extrusionOk="0">
                  <a:moveTo>
                    <a:pt x="1801" y="1"/>
                  </a:moveTo>
                  <a:lnTo>
                    <a:pt x="1801" y="1"/>
                  </a:lnTo>
                  <a:cubicBezTo>
                    <a:pt x="1345" y="92"/>
                    <a:pt x="889" y="238"/>
                    <a:pt x="433" y="238"/>
                  </a:cubicBezTo>
                  <a:cubicBezTo>
                    <a:pt x="389" y="238"/>
                    <a:pt x="345" y="237"/>
                    <a:pt x="300" y="234"/>
                  </a:cubicBezTo>
                  <a:lnTo>
                    <a:pt x="300" y="234"/>
                  </a:lnTo>
                  <a:cubicBezTo>
                    <a:pt x="334" y="668"/>
                    <a:pt x="300" y="1035"/>
                    <a:pt x="0" y="1402"/>
                  </a:cubicBezTo>
                  <a:cubicBezTo>
                    <a:pt x="199" y="1492"/>
                    <a:pt x="369" y="1582"/>
                    <a:pt x="519" y="1582"/>
                  </a:cubicBezTo>
                  <a:cubicBezTo>
                    <a:pt x="647" y="1582"/>
                    <a:pt x="761" y="1518"/>
                    <a:pt x="867" y="1335"/>
                  </a:cubicBezTo>
                  <a:cubicBezTo>
                    <a:pt x="967" y="1168"/>
                    <a:pt x="1168" y="901"/>
                    <a:pt x="1334" y="901"/>
                  </a:cubicBezTo>
                  <a:cubicBezTo>
                    <a:pt x="2068" y="868"/>
                    <a:pt x="1935" y="434"/>
                    <a:pt x="1801" y="1"/>
                  </a:cubicBezTo>
                  <a:close/>
                </a:path>
              </a:pathLst>
            </a:custGeom>
            <a:solidFill>
              <a:srgbClr val="FFB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7"/>
            <p:cNvSpPr/>
            <p:nvPr/>
          </p:nvSpPr>
          <p:spPr>
            <a:xfrm>
              <a:off x="3224975" y="3045950"/>
              <a:ext cx="8375" cy="10050"/>
            </a:xfrm>
            <a:custGeom>
              <a:avLst/>
              <a:gdLst/>
              <a:ahLst/>
              <a:cxnLst/>
              <a:rect l="l" t="t" r="r" b="b"/>
              <a:pathLst>
                <a:path w="335" h="402" extrusionOk="0">
                  <a:moveTo>
                    <a:pt x="201" y="1"/>
                  </a:moveTo>
                  <a:cubicBezTo>
                    <a:pt x="34" y="1"/>
                    <a:pt x="0" y="101"/>
                    <a:pt x="34" y="234"/>
                  </a:cubicBezTo>
                  <a:lnTo>
                    <a:pt x="201" y="401"/>
                  </a:lnTo>
                  <a:cubicBezTo>
                    <a:pt x="267" y="301"/>
                    <a:pt x="267" y="268"/>
                    <a:pt x="301" y="168"/>
                  </a:cubicBezTo>
                  <a:cubicBezTo>
                    <a:pt x="334" y="101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7"/>
            <p:cNvSpPr/>
            <p:nvPr/>
          </p:nvSpPr>
          <p:spPr>
            <a:xfrm>
              <a:off x="3244150" y="3045750"/>
              <a:ext cx="4200" cy="2725"/>
            </a:xfrm>
            <a:custGeom>
              <a:avLst/>
              <a:gdLst/>
              <a:ahLst/>
              <a:cxnLst/>
              <a:rect l="l" t="t" r="r" b="b"/>
              <a:pathLst>
                <a:path w="168" h="109" extrusionOk="0">
                  <a:moveTo>
                    <a:pt x="84" y="0"/>
                  </a:moveTo>
                  <a:cubicBezTo>
                    <a:pt x="59" y="0"/>
                    <a:pt x="34" y="25"/>
                    <a:pt x="1" y="75"/>
                  </a:cubicBezTo>
                  <a:cubicBezTo>
                    <a:pt x="34" y="75"/>
                    <a:pt x="34" y="109"/>
                    <a:pt x="67" y="109"/>
                  </a:cubicBezTo>
                  <a:cubicBezTo>
                    <a:pt x="101" y="109"/>
                    <a:pt x="101" y="75"/>
                    <a:pt x="167" y="75"/>
                  </a:cubicBezTo>
                  <a:cubicBezTo>
                    <a:pt x="134" y="25"/>
                    <a:pt x="109" y="0"/>
                    <a:pt x="84" y="0"/>
                  </a:cubicBez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7"/>
            <p:cNvSpPr/>
            <p:nvPr/>
          </p:nvSpPr>
          <p:spPr>
            <a:xfrm>
              <a:off x="3224975" y="2852475"/>
              <a:ext cx="5025" cy="10875"/>
            </a:xfrm>
            <a:custGeom>
              <a:avLst/>
              <a:gdLst/>
              <a:ahLst/>
              <a:cxnLst/>
              <a:rect l="l" t="t" r="r" b="b"/>
              <a:pathLst>
                <a:path w="201" h="435" extrusionOk="0">
                  <a:moveTo>
                    <a:pt x="201" y="1"/>
                  </a:moveTo>
                  <a:lnTo>
                    <a:pt x="201" y="1"/>
                  </a:lnTo>
                  <a:cubicBezTo>
                    <a:pt x="34" y="101"/>
                    <a:pt x="0" y="268"/>
                    <a:pt x="0" y="435"/>
                  </a:cubicBezTo>
                  <a:cubicBezTo>
                    <a:pt x="167" y="334"/>
                    <a:pt x="201" y="168"/>
                    <a:pt x="201" y="1"/>
                  </a:cubicBezTo>
                  <a:close/>
                </a:path>
              </a:pathLst>
            </a:custGeom>
            <a:solidFill>
              <a:srgbClr val="FFB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7"/>
            <p:cNvSpPr/>
            <p:nvPr/>
          </p:nvSpPr>
          <p:spPr>
            <a:xfrm>
              <a:off x="4166475" y="3116950"/>
              <a:ext cx="66750" cy="165750"/>
            </a:xfrm>
            <a:custGeom>
              <a:avLst/>
              <a:gdLst/>
              <a:ahLst/>
              <a:cxnLst/>
              <a:rect l="l" t="t" r="r" b="b"/>
              <a:pathLst>
                <a:path w="2670" h="6630" extrusionOk="0">
                  <a:moveTo>
                    <a:pt x="1727" y="0"/>
                  </a:moveTo>
                  <a:cubicBezTo>
                    <a:pt x="1546" y="0"/>
                    <a:pt x="1301" y="59"/>
                    <a:pt x="968" y="163"/>
                  </a:cubicBezTo>
                  <a:cubicBezTo>
                    <a:pt x="968" y="430"/>
                    <a:pt x="1001" y="697"/>
                    <a:pt x="735" y="863"/>
                  </a:cubicBezTo>
                  <a:cubicBezTo>
                    <a:pt x="835" y="1430"/>
                    <a:pt x="568" y="2031"/>
                    <a:pt x="534" y="2598"/>
                  </a:cubicBezTo>
                  <a:cubicBezTo>
                    <a:pt x="468" y="3599"/>
                    <a:pt x="167" y="4566"/>
                    <a:pt x="1" y="5567"/>
                  </a:cubicBezTo>
                  <a:cubicBezTo>
                    <a:pt x="34" y="5800"/>
                    <a:pt x="34" y="6100"/>
                    <a:pt x="34" y="6401"/>
                  </a:cubicBezTo>
                  <a:cubicBezTo>
                    <a:pt x="237" y="6474"/>
                    <a:pt x="430" y="6630"/>
                    <a:pt x="618" y="6630"/>
                  </a:cubicBezTo>
                  <a:cubicBezTo>
                    <a:pt x="770" y="6630"/>
                    <a:pt x="919" y="6528"/>
                    <a:pt x="1068" y="6201"/>
                  </a:cubicBezTo>
                  <a:cubicBezTo>
                    <a:pt x="1235" y="5867"/>
                    <a:pt x="1402" y="5400"/>
                    <a:pt x="1702" y="5066"/>
                  </a:cubicBezTo>
                  <a:cubicBezTo>
                    <a:pt x="2035" y="5066"/>
                    <a:pt x="2069" y="4800"/>
                    <a:pt x="2202" y="4599"/>
                  </a:cubicBezTo>
                  <a:cubicBezTo>
                    <a:pt x="2202" y="3632"/>
                    <a:pt x="2669" y="2631"/>
                    <a:pt x="2302" y="1631"/>
                  </a:cubicBezTo>
                  <a:cubicBezTo>
                    <a:pt x="2236" y="1430"/>
                    <a:pt x="2236" y="1230"/>
                    <a:pt x="2236" y="997"/>
                  </a:cubicBezTo>
                  <a:cubicBezTo>
                    <a:pt x="2213" y="285"/>
                    <a:pt x="2127" y="0"/>
                    <a:pt x="1727" y="0"/>
                  </a:cubicBezTo>
                  <a:close/>
                </a:path>
              </a:pathLst>
            </a:custGeom>
            <a:solidFill>
              <a:srgbClr val="A7E7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7"/>
            <p:cNvSpPr/>
            <p:nvPr/>
          </p:nvSpPr>
          <p:spPr>
            <a:xfrm>
              <a:off x="4141450" y="3294475"/>
              <a:ext cx="13175" cy="7825"/>
            </a:xfrm>
            <a:custGeom>
              <a:avLst/>
              <a:gdLst/>
              <a:ahLst/>
              <a:cxnLst/>
              <a:rect l="l" t="t" r="r" b="b"/>
              <a:pathLst>
                <a:path w="527" h="313" extrusionOk="0">
                  <a:moveTo>
                    <a:pt x="301" y="0"/>
                  </a:moveTo>
                  <a:cubicBezTo>
                    <a:pt x="101" y="0"/>
                    <a:pt x="34" y="34"/>
                    <a:pt x="1" y="167"/>
                  </a:cubicBezTo>
                  <a:cubicBezTo>
                    <a:pt x="68" y="200"/>
                    <a:pt x="201" y="234"/>
                    <a:pt x="301" y="300"/>
                  </a:cubicBezTo>
                  <a:cubicBezTo>
                    <a:pt x="325" y="308"/>
                    <a:pt x="350" y="312"/>
                    <a:pt x="375" y="312"/>
                  </a:cubicBezTo>
                  <a:cubicBezTo>
                    <a:pt x="455" y="312"/>
                    <a:pt x="527" y="269"/>
                    <a:pt x="501" y="167"/>
                  </a:cubicBezTo>
                  <a:cubicBezTo>
                    <a:pt x="468" y="67"/>
                    <a:pt x="335" y="34"/>
                    <a:pt x="301" y="0"/>
                  </a:cubicBezTo>
                  <a:close/>
                </a:path>
              </a:pathLst>
            </a:custGeom>
            <a:solidFill>
              <a:srgbClr val="77BE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7"/>
            <p:cNvSpPr/>
            <p:nvPr/>
          </p:nvSpPr>
          <p:spPr>
            <a:xfrm>
              <a:off x="4015550" y="3048450"/>
              <a:ext cx="5025" cy="6200"/>
            </a:xfrm>
            <a:custGeom>
              <a:avLst/>
              <a:gdLst/>
              <a:ahLst/>
              <a:cxnLst/>
              <a:rect l="l" t="t" r="r" b="b"/>
              <a:pathLst>
                <a:path w="201" h="248" extrusionOk="0">
                  <a:moveTo>
                    <a:pt x="67" y="1"/>
                  </a:moveTo>
                  <a:cubicBezTo>
                    <a:pt x="33" y="34"/>
                    <a:pt x="0" y="101"/>
                    <a:pt x="0" y="168"/>
                  </a:cubicBezTo>
                  <a:cubicBezTo>
                    <a:pt x="0" y="223"/>
                    <a:pt x="20" y="247"/>
                    <a:pt x="50" y="247"/>
                  </a:cubicBezTo>
                  <a:cubicBezTo>
                    <a:pt x="74" y="247"/>
                    <a:pt x="103" y="231"/>
                    <a:pt x="133" y="201"/>
                  </a:cubicBezTo>
                  <a:cubicBezTo>
                    <a:pt x="133" y="201"/>
                    <a:pt x="200" y="168"/>
                    <a:pt x="200" y="134"/>
                  </a:cubicBezTo>
                  <a:cubicBezTo>
                    <a:pt x="200" y="34"/>
                    <a:pt x="133" y="1"/>
                    <a:pt x="67" y="1"/>
                  </a:cubicBezTo>
                  <a:close/>
                </a:path>
              </a:pathLst>
            </a:custGeom>
            <a:solidFill>
              <a:srgbClr val="77BE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7"/>
            <p:cNvSpPr/>
            <p:nvPr/>
          </p:nvSpPr>
          <p:spPr>
            <a:xfrm>
              <a:off x="4136450" y="3298625"/>
              <a:ext cx="5025" cy="2550"/>
            </a:xfrm>
            <a:custGeom>
              <a:avLst/>
              <a:gdLst/>
              <a:ahLst/>
              <a:cxnLst/>
              <a:rect l="l" t="t" r="r" b="b"/>
              <a:pathLst>
                <a:path w="201" h="102" extrusionOk="0">
                  <a:moveTo>
                    <a:pt x="1" y="1"/>
                  </a:moveTo>
                  <a:cubicBezTo>
                    <a:pt x="34" y="68"/>
                    <a:pt x="59" y="101"/>
                    <a:pt x="88" y="101"/>
                  </a:cubicBezTo>
                  <a:cubicBezTo>
                    <a:pt x="118" y="101"/>
                    <a:pt x="151" y="68"/>
                    <a:pt x="201" y="1"/>
                  </a:cubicBezTo>
                  <a:close/>
                </a:path>
              </a:pathLst>
            </a:custGeom>
            <a:solidFill>
              <a:srgbClr val="77BE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7"/>
            <p:cNvSpPr/>
            <p:nvPr/>
          </p:nvSpPr>
          <p:spPr>
            <a:xfrm>
              <a:off x="4214025" y="3093500"/>
              <a:ext cx="422600" cy="325250"/>
            </a:xfrm>
            <a:custGeom>
              <a:avLst/>
              <a:gdLst/>
              <a:ahLst/>
              <a:cxnLst/>
              <a:rect l="l" t="t" r="r" b="b"/>
              <a:pathLst>
                <a:path w="16904" h="13010" extrusionOk="0">
                  <a:moveTo>
                    <a:pt x="6738" y="0"/>
                  </a:moveTo>
                  <a:cubicBezTo>
                    <a:pt x="6229" y="23"/>
                    <a:pt x="5751" y="191"/>
                    <a:pt x="5273" y="191"/>
                  </a:cubicBezTo>
                  <a:cubicBezTo>
                    <a:pt x="5062" y="191"/>
                    <a:pt x="4851" y="159"/>
                    <a:pt x="4637" y="67"/>
                  </a:cubicBezTo>
                  <a:cubicBezTo>
                    <a:pt x="4625" y="61"/>
                    <a:pt x="4608" y="58"/>
                    <a:pt x="4587" y="58"/>
                  </a:cubicBezTo>
                  <a:cubicBezTo>
                    <a:pt x="4492" y="58"/>
                    <a:pt x="4325" y="118"/>
                    <a:pt x="4270" y="200"/>
                  </a:cubicBezTo>
                  <a:cubicBezTo>
                    <a:pt x="4136" y="334"/>
                    <a:pt x="4270" y="500"/>
                    <a:pt x="4336" y="667"/>
                  </a:cubicBezTo>
                  <a:cubicBezTo>
                    <a:pt x="4486" y="877"/>
                    <a:pt x="4636" y="1006"/>
                    <a:pt x="4882" y="1006"/>
                  </a:cubicBezTo>
                  <a:cubicBezTo>
                    <a:pt x="4910" y="1006"/>
                    <a:pt x="4940" y="1004"/>
                    <a:pt x="4970" y="1001"/>
                  </a:cubicBezTo>
                  <a:cubicBezTo>
                    <a:pt x="5041" y="977"/>
                    <a:pt x="5116" y="954"/>
                    <a:pt x="5191" y="954"/>
                  </a:cubicBezTo>
                  <a:cubicBezTo>
                    <a:pt x="5327" y="954"/>
                    <a:pt x="5463" y="1032"/>
                    <a:pt x="5571" y="1334"/>
                  </a:cubicBezTo>
                  <a:cubicBezTo>
                    <a:pt x="4910" y="1478"/>
                    <a:pt x="4299" y="1795"/>
                    <a:pt x="3631" y="1795"/>
                  </a:cubicBezTo>
                  <a:cubicBezTo>
                    <a:pt x="3523" y="1795"/>
                    <a:pt x="3414" y="1787"/>
                    <a:pt x="3302" y="1768"/>
                  </a:cubicBezTo>
                  <a:cubicBezTo>
                    <a:pt x="2856" y="1709"/>
                    <a:pt x="2490" y="1596"/>
                    <a:pt x="2013" y="1596"/>
                  </a:cubicBezTo>
                  <a:cubicBezTo>
                    <a:pt x="1955" y="1596"/>
                    <a:pt x="1896" y="1598"/>
                    <a:pt x="1835" y="1601"/>
                  </a:cubicBezTo>
                  <a:cubicBezTo>
                    <a:pt x="1758" y="1601"/>
                    <a:pt x="1693" y="1596"/>
                    <a:pt x="1638" y="1596"/>
                  </a:cubicBezTo>
                  <a:cubicBezTo>
                    <a:pt x="1500" y="1596"/>
                    <a:pt x="1425" y="1630"/>
                    <a:pt x="1401" y="1868"/>
                  </a:cubicBezTo>
                  <a:cubicBezTo>
                    <a:pt x="1401" y="2007"/>
                    <a:pt x="1355" y="2192"/>
                    <a:pt x="1204" y="2192"/>
                  </a:cubicBezTo>
                  <a:cubicBezTo>
                    <a:pt x="1174" y="2192"/>
                    <a:pt x="1140" y="2185"/>
                    <a:pt x="1101" y="2168"/>
                  </a:cubicBezTo>
                  <a:cubicBezTo>
                    <a:pt x="934" y="2068"/>
                    <a:pt x="1001" y="1835"/>
                    <a:pt x="967" y="1668"/>
                  </a:cubicBezTo>
                  <a:lnTo>
                    <a:pt x="967" y="1668"/>
                  </a:lnTo>
                  <a:cubicBezTo>
                    <a:pt x="667" y="1701"/>
                    <a:pt x="567" y="1835"/>
                    <a:pt x="567" y="2135"/>
                  </a:cubicBezTo>
                  <a:cubicBezTo>
                    <a:pt x="567" y="2268"/>
                    <a:pt x="467" y="2402"/>
                    <a:pt x="334" y="2535"/>
                  </a:cubicBezTo>
                  <a:cubicBezTo>
                    <a:pt x="167" y="3536"/>
                    <a:pt x="0" y="4537"/>
                    <a:pt x="0" y="5537"/>
                  </a:cubicBezTo>
                  <a:cubicBezTo>
                    <a:pt x="201" y="5652"/>
                    <a:pt x="352" y="5965"/>
                    <a:pt x="497" y="5965"/>
                  </a:cubicBezTo>
                  <a:cubicBezTo>
                    <a:pt x="521" y="5965"/>
                    <a:pt x="544" y="5956"/>
                    <a:pt x="567" y="5938"/>
                  </a:cubicBezTo>
                  <a:cubicBezTo>
                    <a:pt x="729" y="5857"/>
                    <a:pt x="877" y="5825"/>
                    <a:pt x="1016" y="5825"/>
                  </a:cubicBezTo>
                  <a:cubicBezTo>
                    <a:pt x="1452" y="5825"/>
                    <a:pt x="1805" y="6137"/>
                    <a:pt x="2235" y="6238"/>
                  </a:cubicBezTo>
                  <a:cubicBezTo>
                    <a:pt x="2802" y="6371"/>
                    <a:pt x="3336" y="6405"/>
                    <a:pt x="3769" y="6872"/>
                  </a:cubicBezTo>
                  <a:cubicBezTo>
                    <a:pt x="3830" y="6947"/>
                    <a:pt x="3910" y="6981"/>
                    <a:pt x="3989" y="6981"/>
                  </a:cubicBezTo>
                  <a:cubicBezTo>
                    <a:pt x="4086" y="6981"/>
                    <a:pt x="4181" y="6930"/>
                    <a:pt x="4236" y="6838"/>
                  </a:cubicBezTo>
                  <a:cubicBezTo>
                    <a:pt x="4837" y="5704"/>
                    <a:pt x="6571" y="6271"/>
                    <a:pt x="7105" y="5004"/>
                  </a:cubicBezTo>
                  <a:cubicBezTo>
                    <a:pt x="7115" y="4962"/>
                    <a:pt x="7135" y="4947"/>
                    <a:pt x="7159" y="4947"/>
                  </a:cubicBezTo>
                  <a:cubicBezTo>
                    <a:pt x="7212" y="4947"/>
                    <a:pt x="7282" y="5024"/>
                    <a:pt x="7305" y="5070"/>
                  </a:cubicBezTo>
                  <a:cubicBezTo>
                    <a:pt x="7430" y="5245"/>
                    <a:pt x="7583" y="5284"/>
                    <a:pt x="7748" y="5284"/>
                  </a:cubicBezTo>
                  <a:cubicBezTo>
                    <a:pt x="7883" y="5284"/>
                    <a:pt x="8027" y="5258"/>
                    <a:pt x="8170" y="5258"/>
                  </a:cubicBezTo>
                  <a:cubicBezTo>
                    <a:pt x="8319" y="5258"/>
                    <a:pt x="8468" y="5287"/>
                    <a:pt x="8606" y="5404"/>
                  </a:cubicBezTo>
                  <a:cubicBezTo>
                    <a:pt x="7906" y="5404"/>
                    <a:pt x="7138" y="5437"/>
                    <a:pt x="7105" y="6371"/>
                  </a:cubicBezTo>
                  <a:cubicBezTo>
                    <a:pt x="7072" y="7105"/>
                    <a:pt x="8339" y="7005"/>
                    <a:pt x="8173" y="7906"/>
                  </a:cubicBezTo>
                  <a:cubicBezTo>
                    <a:pt x="8150" y="7995"/>
                    <a:pt x="8350" y="8039"/>
                    <a:pt x="8556" y="8039"/>
                  </a:cubicBezTo>
                  <a:cubicBezTo>
                    <a:pt x="8658" y="8039"/>
                    <a:pt x="8762" y="8028"/>
                    <a:pt x="8840" y="8006"/>
                  </a:cubicBezTo>
                  <a:cubicBezTo>
                    <a:pt x="8913" y="7957"/>
                    <a:pt x="8950" y="7926"/>
                    <a:pt x="8978" y="7926"/>
                  </a:cubicBezTo>
                  <a:cubicBezTo>
                    <a:pt x="8989" y="7926"/>
                    <a:pt x="8998" y="7930"/>
                    <a:pt x="9006" y="7939"/>
                  </a:cubicBezTo>
                  <a:cubicBezTo>
                    <a:pt x="8976" y="8371"/>
                    <a:pt x="8716" y="8918"/>
                    <a:pt x="9418" y="8918"/>
                  </a:cubicBezTo>
                  <a:cubicBezTo>
                    <a:pt x="9474" y="8918"/>
                    <a:pt x="9537" y="8914"/>
                    <a:pt x="9607" y="8906"/>
                  </a:cubicBezTo>
                  <a:cubicBezTo>
                    <a:pt x="9611" y="8906"/>
                    <a:pt x="9614" y="8906"/>
                    <a:pt x="9618" y="8906"/>
                  </a:cubicBezTo>
                  <a:cubicBezTo>
                    <a:pt x="9850" y="8906"/>
                    <a:pt x="10137" y="9910"/>
                    <a:pt x="9940" y="10107"/>
                  </a:cubicBezTo>
                  <a:cubicBezTo>
                    <a:pt x="9407" y="10708"/>
                    <a:pt x="9440" y="11575"/>
                    <a:pt x="8906" y="12175"/>
                  </a:cubicBezTo>
                  <a:cubicBezTo>
                    <a:pt x="8640" y="12409"/>
                    <a:pt x="8940" y="12743"/>
                    <a:pt x="9173" y="12943"/>
                  </a:cubicBezTo>
                  <a:cubicBezTo>
                    <a:pt x="9273" y="13009"/>
                    <a:pt x="9407" y="13009"/>
                    <a:pt x="9473" y="13009"/>
                  </a:cubicBezTo>
                  <a:cubicBezTo>
                    <a:pt x="9940" y="12242"/>
                    <a:pt x="10774" y="12743"/>
                    <a:pt x="11308" y="12376"/>
                  </a:cubicBezTo>
                  <a:cubicBezTo>
                    <a:pt x="12109" y="12042"/>
                    <a:pt x="12009" y="11208"/>
                    <a:pt x="12342" y="10608"/>
                  </a:cubicBezTo>
                  <a:cubicBezTo>
                    <a:pt x="12342" y="10541"/>
                    <a:pt x="12309" y="10441"/>
                    <a:pt x="12209" y="10374"/>
                  </a:cubicBezTo>
                  <a:cubicBezTo>
                    <a:pt x="11975" y="10207"/>
                    <a:pt x="11808" y="9941"/>
                    <a:pt x="12009" y="9674"/>
                  </a:cubicBezTo>
                  <a:cubicBezTo>
                    <a:pt x="12084" y="9553"/>
                    <a:pt x="12187" y="9514"/>
                    <a:pt x="12296" y="9514"/>
                  </a:cubicBezTo>
                  <a:cubicBezTo>
                    <a:pt x="12427" y="9514"/>
                    <a:pt x="12566" y="9570"/>
                    <a:pt x="12676" y="9607"/>
                  </a:cubicBezTo>
                  <a:cubicBezTo>
                    <a:pt x="12886" y="9682"/>
                    <a:pt x="13103" y="9717"/>
                    <a:pt x="13327" y="9717"/>
                  </a:cubicBezTo>
                  <a:cubicBezTo>
                    <a:pt x="13600" y="9717"/>
                    <a:pt x="13884" y="9665"/>
                    <a:pt x="14177" y="9574"/>
                  </a:cubicBezTo>
                  <a:lnTo>
                    <a:pt x="14177" y="9574"/>
                  </a:lnTo>
                  <a:cubicBezTo>
                    <a:pt x="13977" y="9907"/>
                    <a:pt x="13510" y="10074"/>
                    <a:pt x="13777" y="10441"/>
                  </a:cubicBezTo>
                  <a:cubicBezTo>
                    <a:pt x="13887" y="10625"/>
                    <a:pt x="14048" y="10697"/>
                    <a:pt x="14220" y="10697"/>
                  </a:cubicBezTo>
                  <a:cubicBezTo>
                    <a:pt x="14361" y="10697"/>
                    <a:pt x="14509" y="10649"/>
                    <a:pt x="14644" y="10574"/>
                  </a:cubicBezTo>
                  <a:cubicBezTo>
                    <a:pt x="14977" y="10408"/>
                    <a:pt x="15311" y="10408"/>
                    <a:pt x="15678" y="10408"/>
                  </a:cubicBezTo>
                  <a:cubicBezTo>
                    <a:pt x="15703" y="10409"/>
                    <a:pt x="15728" y="10409"/>
                    <a:pt x="15753" y="10409"/>
                  </a:cubicBezTo>
                  <a:cubicBezTo>
                    <a:pt x="16505" y="10409"/>
                    <a:pt x="16904" y="9917"/>
                    <a:pt x="16645" y="9207"/>
                  </a:cubicBezTo>
                  <a:cubicBezTo>
                    <a:pt x="16445" y="8540"/>
                    <a:pt x="15611" y="8173"/>
                    <a:pt x="15645" y="7339"/>
                  </a:cubicBezTo>
                  <a:lnTo>
                    <a:pt x="15444" y="7339"/>
                  </a:lnTo>
                  <a:cubicBezTo>
                    <a:pt x="15361" y="7339"/>
                    <a:pt x="15324" y="7455"/>
                    <a:pt x="15275" y="7455"/>
                  </a:cubicBezTo>
                  <a:cubicBezTo>
                    <a:pt x="15266" y="7455"/>
                    <a:pt x="15255" y="7450"/>
                    <a:pt x="15244" y="7439"/>
                  </a:cubicBezTo>
                  <a:cubicBezTo>
                    <a:pt x="15178" y="7405"/>
                    <a:pt x="15311" y="7272"/>
                    <a:pt x="15244" y="7205"/>
                  </a:cubicBezTo>
                  <a:cubicBezTo>
                    <a:pt x="15072" y="7004"/>
                    <a:pt x="14925" y="6915"/>
                    <a:pt x="14794" y="6915"/>
                  </a:cubicBezTo>
                  <a:cubicBezTo>
                    <a:pt x="14621" y="6915"/>
                    <a:pt x="14477" y="7072"/>
                    <a:pt x="14344" y="7339"/>
                  </a:cubicBezTo>
                  <a:cubicBezTo>
                    <a:pt x="14209" y="7635"/>
                    <a:pt x="14031" y="7801"/>
                    <a:pt x="13774" y="7801"/>
                  </a:cubicBezTo>
                  <a:cubicBezTo>
                    <a:pt x="13712" y="7801"/>
                    <a:pt x="13647" y="7792"/>
                    <a:pt x="13576" y="7772"/>
                  </a:cubicBezTo>
                  <a:cubicBezTo>
                    <a:pt x="13576" y="7205"/>
                    <a:pt x="14077" y="6538"/>
                    <a:pt x="13643" y="6238"/>
                  </a:cubicBezTo>
                  <a:cubicBezTo>
                    <a:pt x="13076" y="5838"/>
                    <a:pt x="12976" y="5271"/>
                    <a:pt x="12776" y="4737"/>
                  </a:cubicBezTo>
                  <a:cubicBezTo>
                    <a:pt x="12609" y="4603"/>
                    <a:pt x="12676" y="4537"/>
                    <a:pt x="12843" y="4537"/>
                  </a:cubicBezTo>
                  <a:cubicBezTo>
                    <a:pt x="13410" y="4003"/>
                    <a:pt x="12776" y="3503"/>
                    <a:pt x="12776" y="3002"/>
                  </a:cubicBezTo>
                  <a:lnTo>
                    <a:pt x="12776" y="3002"/>
                  </a:lnTo>
                  <a:cubicBezTo>
                    <a:pt x="13093" y="3435"/>
                    <a:pt x="14358" y="3942"/>
                    <a:pt x="15018" y="3942"/>
                  </a:cubicBezTo>
                  <a:cubicBezTo>
                    <a:pt x="15121" y="3942"/>
                    <a:pt x="15210" y="3930"/>
                    <a:pt x="15278" y="3903"/>
                  </a:cubicBezTo>
                  <a:cubicBezTo>
                    <a:pt x="15611" y="3769"/>
                    <a:pt x="15745" y="3536"/>
                    <a:pt x="15444" y="3236"/>
                  </a:cubicBezTo>
                  <a:cubicBezTo>
                    <a:pt x="15165" y="2956"/>
                    <a:pt x="15117" y="2872"/>
                    <a:pt x="15168" y="2872"/>
                  </a:cubicBezTo>
                  <a:cubicBezTo>
                    <a:pt x="15245" y="2872"/>
                    <a:pt x="15551" y="3069"/>
                    <a:pt x="15612" y="3069"/>
                  </a:cubicBezTo>
                  <a:cubicBezTo>
                    <a:pt x="15625" y="3069"/>
                    <a:pt x="15627" y="3059"/>
                    <a:pt x="15611" y="3036"/>
                  </a:cubicBezTo>
                  <a:cubicBezTo>
                    <a:pt x="15811" y="3002"/>
                    <a:pt x="15845" y="2869"/>
                    <a:pt x="15911" y="2669"/>
                  </a:cubicBezTo>
                  <a:cubicBezTo>
                    <a:pt x="16011" y="1935"/>
                    <a:pt x="15611" y="1401"/>
                    <a:pt x="14911" y="1234"/>
                  </a:cubicBezTo>
                  <a:cubicBezTo>
                    <a:pt x="14693" y="1203"/>
                    <a:pt x="14471" y="1196"/>
                    <a:pt x="14248" y="1196"/>
                  </a:cubicBezTo>
                  <a:cubicBezTo>
                    <a:pt x="14041" y="1196"/>
                    <a:pt x="13833" y="1202"/>
                    <a:pt x="13626" y="1202"/>
                  </a:cubicBezTo>
                  <a:cubicBezTo>
                    <a:pt x="13102" y="1202"/>
                    <a:pt x="12585" y="1161"/>
                    <a:pt x="12109" y="867"/>
                  </a:cubicBezTo>
                  <a:cubicBezTo>
                    <a:pt x="11909" y="667"/>
                    <a:pt x="11575" y="601"/>
                    <a:pt x="11308" y="567"/>
                  </a:cubicBezTo>
                  <a:cubicBezTo>
                    <a:pt x="9807" y="367"/>
                    <a:pt x="8273" y="200"/>
                    <a:pt x="6738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7"/>
            <p:cNvSpPr/>
            <p:nvPr/>
          </p:nvSpPr>
          <p:spPr>
            <a:xfrm>
              <a:off x="4165650" y="3073450"/>
              <a:ext cx="19200" cy="24225"/>
            </a:xfrm>
            <a:custGeom>
              <a:avLst/>
              <a:gdLst/>
              <a:ahLst/>
              <a:cxnLst/>
              <a:rect l="l" t="t" r="r" b="b"/>
              <a:pathLst>
                <a:path w="768" h="969" extrusionOk="0">
                  <a:moveTo>
                    <a:pt x="459" y="0"/>
                  </a:moveTo>
                  <a:cubicBezTo>
                    <a:pt x="423" y="0"/>
                    <a:pt x="391" y="11"/>
                    <a:pt x="367" y="35"/>
                  </a:cubicBezTo>
                  <a:cubicBezTo>
                    <a:pt x="0" y="335"/>
                    <a:pt x="367" y="602"/>
                    <a:pt x="401" y="869"/>
                  </a:cubicBezTo>
                  <a:cubicBezTo>
                    <a:pt x="401" y="869"/>
                    <a:pt x="434" y="936"/>
                    <a:pt x="567" y="969"/>
                  </a:cubicBezTo>
                  <a:cubicBezTo>
                    <a:pt x="768" y="435"/>
                    <a:pt x="768" y="268"/>
                    <a:pt x="667" y="102"/>
                  </a:cubicBezTo>
                  <a:cubicBezTo>
                    <a:pt x="603" y="37"/>
                    <a:pt x="524" y="0"/>
                    <a:pt x="459" y="0"/>
                  </a:cubicBezTo>
                  <a:close/>
                </a:path>
              </a:pathLst>
            </a:custGeom>
            <a:solidFill>
              <a:srgbClr val="8ACB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7"/>
            <p:cNvSpPr/>
            <p:nvPr/>
          </p:nvSpPr>
          <p:spPr>
            <a:xfrm>
              <a:off x="4308250" y="3121275"/>
              <a:ext cx="5850" cy="5600"/>
            </a:xfrm>
            <a:custGeom>
              <a:avLst/>
              <a:gdLst/>
              <a:ahLst/>
              <a:cxnLst/>
              <a:rect l="l" t="t" r="r" b="b"/>
              <a:pathLst>
                <a:path w="234" h="224" extrusionOk="0">
                  <a:moveTo>
                    <a:pt x="129" y="1"/>
                  </a:moveTo>
                  <a:cubicBezTo>
                    <a:pt x="111" y="1"/>
                    <a:pt x="91" y="7"/>
                    <a:pt x="67" y="23"/>
                  </a:cubicBezTo>
                  <a:cubicBezTo>
                    <a:pt x="0" y="23"/>
                    <a:pt x="0" y="90"/>
                    <a:pt x="34" y="190"/>
                  </a:cubicBezTo>
                  <a:cubicBezTo>
                    <a:pt x="34" y="190"/>
                    <a:pt x="67" y="223"/>
                    <a:pt x="100" y="223"/>
                  </a:cubicBezTo>
                  <a:cubicBezTo>
                    <a:pt x="201" y="223"/>
                    <a:pt x="234" y="190"/>
                    <a:pt x="234" y="90"/>
                  </a:cubicBezTo>
                  <a:cubicBezTo>
                    <a:pt x="209" y="65"/>
                    <a:pt x="183" y="1"/>
                    <a:pt x="129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7"/>
            <p:cNvSpPr/>
            <p:nvPr/>
          </p:nvSpPr>
          <p:spPr>
            <a:xfrm>
              <a:off x="4238200" y="3132675"/>
              <a:ext cx="3350" cy="2525"/>
            </a:xfrm>
            <a:custGeom>
              <a:avLst/>
              <a:gdLst/>
              <a:ahLst/>
              <a:cxnLst/>
              <a:rect l="l" t="t" r="r" b="b"/>
              <a:pathLst>
                <a:path w="134" h="101" extrusionOk="0">
                  <a:moveTo>
                    <a:pt x="34" y="1"/>
                  </a:moveTo>
                  <a:cubicBezTo>
                    <a:pt x="34" y="1"/>
                    <a:pt x="0" y="34"/>
                    <a:pt x="0" y="101"/>
                  </a:cubicBezTo>
                  <a:cubicBezTo>
                    <a:pt x="134" y="68"/>
                    <a:pt x="134" y="1"/>
                    <a:pt x="34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7"/>
            <p:cNvSpPr/>
            <p:nvPr/>
          </p:nvSpPr>
          <p:spPr>
            <a:xfrm>
              <a:off x="4188150" y="3118425"/>
              <a:ext cx="2550" cy="1775"/>
            </a:xfrm>
            <a:custGeom>
              <a:avLst/>
              <a:gdLst/>
              <a:ahLst/>
              <a:cxnLst/>
              <a:rect l="l" t="t" r="r" b="b"/>
              <a:pathLst>
                <a:path w="102" h="71" extrusionOk="0">
                  <a:moveTo>
                    <a:pt x="16" y="1"/>
                  </a:moveTo>
                  <a:cubicBezTo>
                    <a:pt x="6" y="1"/>
                    <a:pt x="1" y="12"/>
                    <a:pt x="1" y="37"/>
                  </a:cubicBezTo>
                  <a:cubicBezTo>
                    <a:pt x="1" y="37"/>
                    <a:pt x="34" y="71"/>
                    <a:pt x="101" y="71"/>
                  </a:cubicBezTo>
                  <a:cubicBezTo>
                    <a:pt x="60" y="29"/>
                    <a:pt x="31" y="1"/>
                    <a:pt x="16" y="1"/>
                  </a:cubicBezTo>
                  <a:close/>
                </a:path>
              </a:pathLst>
            </a:custGeom>
            <a:solidFill>
              <a:srgbClr val="8ACB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7"/>
            <p:cNvSpPr/>
            <p:nvPr/>
          </p:nvSpPr>
          <p:spPr>
            <a:xfrm>
              <a:off x="4157300" y="3386200"/>
              <a:ext cx="5875" cy="5850"/>
            </a:xfrm>
            <a:custGeom>
              <a:avLst/>
              <a:gdLst/>
              <a:ahLst/>
              <a:cxnLst/>
              <a:rect l="l" t="t" r="r" b="b"/>
              <a:pathLst>
                <a:path w="235" h="234" extrusionOk="0">
                  <a:moveTo>
                    <a:pt x="168" y="0"/>
                  </a:moveTo>
                  <a:cubicBezTo>
                    <a:pt x="101" y="0"/>
                    <a:pt x="34" y="34"/>
                    <a:pt x="1" y="101"/>
                  </a:cubicBezTo>
                  <a:cubicBezTo>
                    <a:pt x="34" y="134"/>
                    <a:pt x="34" y="234"/>
                    <a:pt x="67" y="234"/>
                  </a:cubicBezTo>
                  <a:cubicBezTo>
                    <a:pt x="101" y="234"/>
                    <a:pt x="201" y="201"/>
                    <a:pt x="234" y="167"/>
                  </a:cubicBezTo>
                  <a:cubicBezTo>
                    <a:pt x="201" y="101"/>
                    <a:pt x="201" y="0"/>
                    <a:pt x="168" y="0"/>
                  </a:cubicBezTo>
                  <a:close/>
                </a:path>
              </a:pathLst>
            </a:custGeom>
            <a:solidFill>
              <a:srgbClr val="95E4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7"/>
            <p:cNvSpPr/>
            <p:nvPr/>
          </p:nvSpPr>
          <p:spPr>
            <a:xfrm>
              <a:off x="4201500" y="3204900"/>
              <a:ext cx="420325" cy="294750"/>
            </a:xfrm>
            <a:custGeom>
              <a:avLst/>
              <a:gdLst/>
              <a:ahLst/>
              <a:cxnLst/>
              <a:rect l="l" t="t" r="r" b="b"/>
              <a:pathLst>
                <a:path w="16813" h="11790" extrusionOk="0">
                  <a:moveTo>
                    <a:pt x="7620" y="0"/>
                  </a:moveTo>
                  <a:cubicBezTo>
                    <a:pt x="7564" y="0"/>
                    <a:pt x="7503" y="15"/>
                    <a:pt x="7439" y="47"/>
                  </a:cubicBezTo>
                  <a:cubicBezTo>
                    <a:pt x="7306" y="114"/>
                    <a:pt x="7172" y="214"/>
                    <a:pt x="7306" y="381"/>
                  </a:cubicBezTo>
                  <a:cubicBezTo>
                    <a:pt x="7473" y="581"/>
                    <a:pt x="7439" y="748"/>
                    <a:pt x="7273" y="915"/>
                  </a:cubicBezTo>
                  <a:cubicBezTo>
                    <a:pt x="7108" y="1079"/>
                    <a:pt x="6921" y="1199"/>
                    <a:pt x="6729" y="1199"/>
                  </a:cubicBezTo>
                  <a:cubicBezTo>
                    <a:pt x="6688" y="1199"/>
                    <a:pt x="6647" y="1193"/>
                    <a:pt x="6605" y="1181"/>
                  </a:cubicBezTo>
                  <a:cubicBezTo>
                    <a:pt x="6474" y="1141"/>
                    <a:pt x="6361" y="1119"/>
                    <a:pt x="6262" y="1119"/>
                  </a:cubicBezTo>
                  <a:cubicBezTo>
                    <a:pt x="6033" y="1119"/>
                    <a:pt x="5878" y="1236"/>
                    <a:pt x="5738" y="1515"/>
                  </a:cubicBezTo>
                  <a:cubicBezTo>
                    <a:pt x="5686" y="1541"/>
                    <a:pt x="5635" y="1647"/>
                    <a:pt x="5568" y="1647"/>
                  </a:cubicBezTo>
                  <a:cubicBezTo>
                    <a:pt x="5548" y="1647"/>
                    <a:pt x="5527" y="1638"/>
                    <a:pt x="5505" y="1615"/>
                  </a:cubicBezTo>
                  <a:cubicBezTo>
                    <a:pt x="5280" y="1390"/>
                    <a:pt x="5136" y="1303"/>
                    <a:pt x="5042" y="1303"/>
                  </a:cubicBezTo>
                  <a:cubicBezTo>
                    <a:pt x="4831" y="1303"/>
                    <a:pt x="4874" y="1748"/>
                    <a:pt x="4804" y="2049"/>
                  </a:cubicBezTo>
                  <a:cubicBezTo>
                    <a:pt x="4771" y="2182"/>
                    <a:pt x="4737" y="2349"/>
                    <a:pt x="4571" y="2349"/>
                  </a:cubicBezTo>
                  <a:cubicBezTo>
                    <a:pt x="4548" y="2352"/>
                    <a:pt x="4526" y="2353"/>
                    <a:pt x="4507" y="2353"/>
                  </a:cubicBezTo>
                  <a:cubicBezTo>
                    <a:pt x="4304" y="2353"/>
                    <a:pt x="4304" y="2198"/>
                    <a:pt x="4304" y="2015"/>
                  </a:cubicBezTo>
                  <a:cubicBezTo>
                    <a:pt x="4304" y="1782"/>
                    <a:pt x="4104" y="1782"/>
                    <a:pt x="3937" y="1749"/>
                  </a:cubicBezTo>
                  <a:cubicBezTo>
                    <a:pt x="3613" y="1695"/>
                    <a:pt x="3376" y="1597"/>
                    <a:pt x="3068" y="1597"/>
                  </a:cubicBezTo>
                  <a:cubicBezTo>
                    <a:pt x="2996" y="1597"/>
                    <a:pt x="2919" y="1602"/>
                    <a:pt x="2836" y="1615"/>
                  </a:cubicBezTo>
                  <a:cubicBezTo>
                    <a:pt x="2817" y="1620"/>
                    <a:pt x="2798" y="1622"/>
                    <a:pt x="2778" y="1622"/>
                  </a:cubicBezTo>
                  <a:cubicBezTo>
                    <a:pt x="2513" y="1622"/>
                    <a:pt x="2145" y="1234"/>
                    <a:pt x="1835" y="1048"/>
                  </a:cubicBezTo>
                  <a:cubicBezTo>
                    <a:pt x="1800" y="1013"/>
                    <a:pt x="1757" y="999"/>
                    <a:pt x="1712" y="999"/>
                  </a:cubicBezTo>
                  <a:cubicBezTo>
                    <a:pt x="1627" y="999"/>
                    <a:pt x="1534" y="1050"/>
                    <a:pt x="1468" y="1115"/>
                  </a:cubicBezTo>
                  <a:cubicBezTo>
                    <a:pt x="1325" y="1274"/>
                    <a:pt x="1205" y="1357"/>
                    <a:pt x="1100" y="1357"/>
                  </a:cubicBezTo>
                  <a:cubicBezTo>
                    <a:pt x="985" y="1357"/>
                    <a:pt x="888" y="1257"/>
                    <a:pt x="801" y="1048"/>
                  </a:cubicBezTo>
                  <a:cubicBezTo>
                    <a:pt x="801" y="1048"/>
                    <a:pt x="601" y="1081"/>
                    <a:pt x="501" y="1115"/>
                  </a:cubicBezTo>
                  <a:cubicBezTo>
                    <a:pt x="501" y="1282"/>
                    <a:pt x="468" y="1448"/>
                    <a:pt x="301" y="1548"/>
                  </a:cubicBezTo>
                  <a:cubicBezTo>
                    <a:pt x="301" y="2082"/>
                    <a:pt x="334" y="2616"/>
                    <a:pt x="234" y="3216"/>
                  </a:cubicBezTo>
                  <a:cubicBezTo>
                    <a:pt x="101" y="3917"/>
                    <a:pt x="101" y="4617"/>
                    <a:pt x="1" y="5384"/>
                  </a:cubicBezTo>
                  <a:cubicBezTo>
                    <a:pt x="301" y="5218"/>
                    <a:pt x="134" y="4717"/>
                    <a:pt x="568" y="4617"/>
                  </a:cubicBezTo>
                  <a:cubicBezTo>
                    <a:pt x="668" y="4951"/>
                    <a:pt x="768" y="5251"/>
                    <a:pt x="668" y="5618"/>
                  </a:cubicBezTo>
                  <a:cubicBezTo>
                    <a:pt x="634" y="5918"/>
                    <a:pt x="901" y="6018"/>
                    <a:pt x="1101" y="6018"/>
                  </a:cubicBezTo>
                  <a:cubicBezTo>
                    <a:pt x="968" y="5618"/>
                    <a:pt x="1602" y="5751"/>
                    <a:pt x="1502" y="5384"/>
                  </a:cubicBezTo>
                  <a:cubicBezTo>
                    <a:pt x="1440" y="4951"/>
                    <a:pt x="1579" y="4747"/>
                    <a:pt x="2001" y="4747"/>
                  </a:cubicBezTo>
                  <a:cubicBezTo>
                    <a:pt x="2033" y="4747"/>
                    <a:pt x="2067" y="4748"/>
                    <a:pt x="2102" y="4751"/>
                  </a:cubicBezTo>
                  <a:cubicBezTo>
                    <a:pt x="2108" y="4754"/>
                    <a:pt x="2115" y="4755"/>
                    <a:pt x="2122" y="4755"/>
                  </a:cubicBezTo>
                  <a:cubicBezTo>
                    <a:pt x="2198" y="4755"/>
                    <a:pt x="2342" y="4608"/>
                    <a:pt x="2402" y="4517"/>
                  </a:cubicBezTo>
                  <a:cubicBezTo>
                    <a:pt x="2529" y="4120"/>
                    <a:pt x="2724" y="3977"/>
                    <a:pt x="2955" y="3977"/>
                  </a:cubicBezTo>
                  <a:cubicBezTo>
                    <a:pt x="3151" y="3977"/>
                    <a:pt x="3374" y="4079"/>
                    <a:pt x="3603" y="4217"/>
                  </a:cubicBezTo>
                  <a:cubicBezTo>
                    <a:pt x="3650" y="4263"/>
                    <a:pt x="3696" y="4326"/>
                    <a:pt x="3754" y="4326"/>
                  </a:cubicBezTo>
                  <a:cubicBezTo>
                    <a:pt x="3779" y="4326"/>
                    <a:pt x="3806" y="4314"/>
                    <a:pt x="3837" y="4284"/>
                  </a:cubicBezTo>
                  <a:cubicBezTo>
                    <a:pt x="3966" y="4191"/>
                    <a:pt x="4094" y="4158"/>
                    <a:pt x="4218" y="4158"/>
                  </a:cubicBezTo>
                  <a:cubicBezTo>
                    <a:pt x="4542" y="4158"/>
                    <a:pt x="4849" y="4384"/>
                    <a:pt x="5138" y="4384"/>
                  </a:cubicBezTo>
                  <a:cubicBezTo>
                    <a:pt x="5438" y="4384"/>
                    <a:pt x="5805" y="4717"/>
                    <a:pt x="5838" y="5084"/>
                  </a:cubicBezTo>
                  <a:cubicBezTo>
                    <a:pt x="5905" y="5418"/>
                    <a:pt x="5338" y="5251"/>
                    <a:pt x="5271" y="5551"/>
                  </a:cubicBezTo>
                  <a:cubicBezTo>
                    <a:pt x="5771" y="6018"/>
                    <a:pt x="5771" y="6018"/>
                    <a:pt x="6672" y="6252"/>
                  </a:cubicBezTo>
                  <a:cubicBezTo>
                    <a:pt x="6839" y="6285"/>
                    <a:pt x="6972" y="6419"/>
                    <a:pt x="6939" y="6719"/>
                  </a:cubicBezTo>
                  <a:cubicBezTo>
                    <a:pt x="6870" y="7316"/>
                    <a:pt x="6928" y="7550"/>
                    <a:pt x="7232" y="7550"/>
                  </a:cubicBezTo>
                  <a:cubicBezTo>
                    <a:pt x="7370" y="7550"/>
                    <a:pt x="7557" y="7502"/>
                    <a:pt x="7806" y="7419"/>
                  </a:cubicBezTo>
                  <a:cubicBezTo>
                    <a:pt x="7862" y="7405"/>
                    <a:pt x="7917" y="7397"/>
                    <a:pt x="7970" y="7397"/>
                  </a:cubicBezTo>
                  <a:cubicBezTo>
                    <a:pt x="8045" y="7397"/>
                    <a:pt x="8115" y="7414"/>
                    <a:pt x="8173" y="7453"/>
                  </a:cubicBezTo>
                  <a:cubicBezTo>
                    <a:pt x="8340" y="7586"/>
                    <a:pt x="8307" y="7719"/>
                    <a:pt x="8240" y="7853"/>
                  </a:cubicBezTo>
                  <a:cubicBezTo>
                    <a:pt x="8140" y="8053"/>
                    <a:pt x="7773" y="8186"/>
                    <a:pt x="8006" y="8453"/>
                  </a:cubicBezTo>
                  <a:cubicBezTo>
                    <a:pt x="8173" y="8620"/>
                    <a:pt x="8440" y="8720"/>
                    <a:pt x="8674" y="8720"/>
                  </a:cubicBezTo>
                  <a:cubicBezTo>
                    <a:pt x="8940" y="8720"/>
                    <a:pt x="9307" y="8787"/>
                    <a:pt x="9241" y="9054"/>
                  </a:cubicBezTo>
                  <a:cubicBezTo>
                    <a:pt x="8974" y="9621"/>
                    <a:pt x="9674" y="9688"/>
                    <a:pt x="9774" y="10054"/>
                  </a:cubicBezTo>
                  <a:cubicBezTo>
                    <a:pt x="9853" y="10117"/>
                    <a:pt x="9932" y="10151"/>
                    <a:pt x="10007" y="10151"/>
                  </a:cubicBezTo>
                  <a:cubicBezTo>
                    <a:pt x="10091" y="10151"/>
                    <a:pt x="10171" y="10109"/>
                    <a:pt x="10241" y="10021"/>
                  </a:cubicBezTo>
                  <a:cubicBezTo>
                    <a:pt x="10517" y="9625"/>
                    <a:pt x="10827" y="9487"/>
                    <a:pt x="11155" y="9487"/>
                  </a:cubicBezTo>
                  <a:cubicBezTo>
                    <a:pt x="11463" y="9487"/>
                    <a:pt x="11786" y="9609"/>
                    <a:pt x="12109" y="9754"/>
                  </a:cubicBezTo>
                  <a:lnTo>
                    <a:pt x="13844" y="10388"/>
                  </a:lnTo>
                  <a:cubicBezTo>
                    <a:pt x="13906" y="10419"/>
                    <a:pt x="13964" y="10432"/>
                    <a:pt x="14019" y="10432"/>
                  </a:cubicBezTo>
                  <a:cubicBezTo>
                    <a:pt x="14256" y="10432"/>
                    <a:pt x="14438" y="10197"/>
                    <a:pt x="14643" y="10197"/>
                  </a:cubicBezTo>
                  <a:cubicBezTo>
                    <a:pt x="14697" y="10197"/>
                    <a:pt x="14752" y="10213"/>
                    <a:pt x="14811" y="10255"/>
                  </a:cubicBezTo>
                  <a:cubicBezTo>
                    <a:pt x="14745" y="10955"/>
                    <a:pt x="15145" y="11389"/>
                    <a:pt x="15612" y="11789"/>
                  </a:cubicBezTo>
                  <a:cubicBezTo>
                    <a:pt x="15626" y="11545"/>
                    <a:pt x="15702" y="11480"/>
                    <a:pt x="15803" y="11480"/>
                  </a:cubicBezTo>
                  <a:cubicBezTo>
                    <a:pt x="15917" y="11480"/>
                    <a:pt x="16063" y="11563"/>
                    <a:pt x="16186" y="11563"/>
                  </a:cubicBezTo>
                  <a:cubicBezTo>
                    <a:pt x="16207" y="11563"/>
                    <a:pt x="16227" y="11561"/>
                    <a:pt x="16246" y="11556"/>
                  </a:cubicBezTo>
                  <a:cubicBezTo>
                    <a:pt x="16146" y="11422"/>
                    <a:pt x="16813" y="11222"/>
                    <a:pt x="16179" y="11122"/>
                  </a:cubicBezTo>
                  <a:cubicBezTo>
                    <a:pt x="16079" y="11089"/>
                    <a:pt x="15912" y="11089"/>
                    <a:pt x="15845" y="10888"/>
                  </a:cubicBezTo>
                  <a:cubicBezTo>
                    <a:pt x="16412" y="10788"/>
                    <a:pt x="16779" y="10588"/>
                    <a:pt x="16779" y="10021"/>
                  </a:cubicBezTo>
                  <a:cubicBezTo>
                    <a:pt x="16678" y="9940"/>
                    <a:pt x="16583" y="9910"/>
                    <a:pt x="16493" y="9910"/>
                  </a:cubicBezTo>
                  <a:cubicBezTo>
                    <a:pt x="16220" y="9910"/>
                    <a:pt x="15982" y="10184"/>
                    <a:pt x="15695" y="10184"/>
                  </a:cubicBezTo>
                  <a:cubicBezTo>
                    <a:pt x="15606" y="10184"/>
                    <a:pt x="15513" y="10157"/>
                    <a:pt x="15412" y="10088"/>
                  </a:cubicBezTo>
                  <a:cubicBezTo>
                    <a:pt x="14845" y="9754"/>
                    <a:pt x="15145" y="9120"/>
                    <a:pt x="14778" y="8754"/>
                  </a:cubicBezTo>
                  <a:cubicBezTo>
                    <a:pt x="14644" y="8787"/>
                    <a:pt x="14611" y="8854"/>
                    <a:pt x="14578" y="8887"/>
                  </a:cubicBezTo>
                  <a:cubicBezTo>
                    <a:pt x="14478" y="9054"/>
                    <a:pt x="14745" y="9287"/>
                    <a:pt x="14444" y="9421"/>
                  </a:cubicBezTo>
                  <a:cubicBezTo>
                    <a:pt x="14390" y="9442"/>
                    <a:pt x="14346" y="9452"/>
                    <a:pt x="14309" y="9452"/>
                  </a:cubicBezTo>
                  <a:cubicBezTo>
                    <a:pt x="14117" y="9452"/>
                    <a:pt x="14123" y="9199"/>
                    <a:pt x="14011" y="9087"/>
                  </a:cubicBezTo>
                  <a:cubicBezTo>
                    <a:pt x="13911" y="8954"/>
                    <a:pt x="13744" y="8920"/>
                    <a:pt x="13577" y="8854"/>
                  </a:cubicBezTo>
                  <a:cubicBezTo>
                    <a:pt x="13407" y="8674"/>
                    <a:pt x="13297" y="8608"/>
                    <a:pt x="13224" y="8608"/>
                  </a:cubicBezTo>
                  <a:cubicBezTo>
                    <a:pt x="13052" y="8608"/>
                    <a:pt x="13080" y="8970"/>
                    <a:pt x="13010" y="9087"/>
                  </a:cubicBezTo>
                  <a:cubicBezTo>
                    <a:pt x="12276" y="9087"/>
                    <a:pt x="12610" y="8353"/>
                    <a:pt x="12276" y="8020"/>
                  </a:cubicBezTo>
                  <a:cubicBezTo>
                    <a:pt x="12276" y="7953"/>
                    <a:pt x="12176" y="7920"/>
                    <a:pt x="12143" y="7886"/>
                  </a:cubicBezTo>
                  <a:cubicBezTo>
                    <a:pt x="12076" y="7886"/>
                    <a:pt x="12009" y="7853"/>
                    <a:pt x="11943" y="7853"/>
                  </a:cubicBezTo>
                  <a:lnTo>
                    <a:pt x="11842" y="7853"/>
                  </a:lnTo>
                  <a:cubicBezTo>
                    <a:pt x="11667" y="7888"/>
                    <a:pt x="11491" y="7932"/>
                    <a:pt x="11315" y="7932"/>
                  </a:cubicBezTo>
                  <a:cubicBezTo>
                    <a:pt x="11157" y="7932"/>
                    <a:pt x="11000" y="7897"/>
                    <a:pt x="10842" y="7786"/>
                  </a:cubicBezTo>
                  <a:cubicBezTo>
                    <a:pt x="10744" y="7737"/>
                    <a:pt x="10658" y="7714"/>
                    <a:pt x="10582" y="7714"/>
                  </a:cubicBezTo>
                  <a:cubicBezTo>
                    <a:pt x="10397" y="7714"/>
                    <a:pt x="10269" y="7850"/>
                    <a:pt x="10175" y="8086"/>
                  </a:cubicBezTo>
                  <a:cubicBezTo>
                    <a:pt x="10108" y="8253"/>
                    <a:pt x="10108" y="8420"/>
                    <a:pt x="9941" y="8553"/>
                  </a:cubicBezTo>
                  <a:cubicBezTo>
                    <a:pt x="9941" y="8220"/>
                    <a:pt x="9374" y="7953"/>
                    <a:pt x="9808" y="7719"/>
                  </a:cubicBezTo>
                  <a:cubicBezTo>
                    <a:pt x="10175" y="7353"/>
                    <a:pt x="10708" y="7019"/>
                    <a:pt x="10441" y="6285"/>
                  </a:cubicBezTo>
                  <a:cubicBezTo>
                    <a:pt x="10341" y="6185"/>
                    <a:pt x="10575" y="6085"/>
                    <a:pt x="10675" y="6018"/>
                  </a:cubicBezTo>
                  <a:cubicBezTo>
                    <a:pt x="10908" y="5851"/>
                    <a:pt x="11242" y="5918"/>
                    <a:pt x="11309" y="5618"/>
                  </a:cubicBezTo>
                  <a:cubicBezTo>
                    <a:pt x="11476" y="5118"/>
                    <a:pt x="10942" y="5384"/>
                    <a:pt x="10808" y="5218"/>
                  </a:cubicBezTo>
                  <a:cubicBezTo>
                    <a:pt x="10742" y="5084"/>
                    <a:pt x="10775" y="4917"/>
                    <a:pt x="10742" y="4784"/>
                  </a:cubicBezTo>
                  <a:cubicBezTo>
                    <a:pt x="10642" y="4551"/>
                    <a:pt x="10808" y="4284"/>
                    <a:pt x="10608" y="4117"/>
                  </a:cubicBezTo>
                  <a:cubicBezTo>
                    <a:pt x="10565" y="4097"/>
                    <a:pt x="10525" y="4089"/>
                    <a:pt x="10488" y="4089"/>
                  </a:cubicBezTo>
                  <a:cubicBezTo>
                    <a:pt x="10257" y="4089"/>
                    <a:pt x="10138" y="4423"/>
                    <a:pt x="9913" y="4423"/>
                  </a:cubicBezTo>
                  <a:cubicBezTo>
                    <a:pt x="9871" y="4423"/>
                    <a:pt x="9825" y="4412"/>
                    <a:pt x="9774" y="4384"/>
                  </a:cubicBezTo>
                  <a:cubicBezTo>
                    <a:pt x="9741" y="4017"/>
                    <a:pt x="9941" y="3617"/>
                    <a:pt x="9774" y="3283"/>
                  </a:cubicBezTo>
                  <a:lnTo>
                    <a:pt x="9674" y="3283"/>
                  </a:lnTo>
                  <a:cubicBezTo>
                    <a:pt x="9553" y="3439"/>
                    <a:pt x="9405" y="3496"/>
                    <a:pt x="9262" y="3496"/>
                  </a:cubicBezTo>
                  <a:cubicBezTo>
                    <a:pt x="9130" y="3496"/>
                    <a:pt x="9003" y="3447"/>
                    <a:pt x="8907" y="3383"/>
                  </a:cubicBezTo>
                  <a:cubicBezTo>
                    <a:pt x="8640" y="3250"/>
                    <a:pt x="8940" y="3016"/>
                    <a:pt x="8940" y="2783"/>
                  </a:cubicBezTo>
                  <a:cubicBezTo>
                    <a:pt x="8940" y="2407"/>
                    <a:pt x="8865" y="2163"/>
                    <a:pt x="8589" y="2163"/>
                  </a:cubicBezTo>
                  <a:cubicBezTo>
                    <a:pt x="8496" y="2163"/>
                    <a:pt x="8382" y="2191"/>
                    <a:pt x="8240" y="2249"/>
                  </a:cubicBezTo>
                  <a:cubicBezTo>
                    <a:pt x="8163" y="2279"/>
                    <a:pt x="8098" y="2291"/>
                    <a:pt x="8045" y="2291"/>
                  </a:cubicBezTo>
                  <a:cubicBezTo>
                    <a:pt x="7800" y="2291"/>
                    <a:pt x="7797" y="2019"/>
                    <a:pt x="7906" y="1882"/>
                  </a:cubicBezTo>
                  <a:cubicBezTo>
                    <a:pt x="8046" y="1659"/>
                    <a:pt x="8022" y="1226"/>
                    <a:pt x="8380" y="1226"/>
                  </a:cubicBezTo>
                  <a:cubicBezTo>
                    <a:pt x="8451" y="1226"/>
                    <a:pt x="8536" y="1243"/>
                    <a:pt x="8640" y="1282"/>
                  </a:cubicBezTo>
                  <a:cubicBezTo>
                    <a:pt x="8698" y="1305"/>
                    <a:pt x="8755" y="1315"/>
                    <a:pt x="8812" y="1315"/>
                  </a:cubicBezTo>
                  <a:cubicBezTo>
                    <a:pt x="9083" y="1315"/>
                    <a:pt x="9355" y="1086"/>
                    <a:pt x="9741" y="948"/>
                  </a:cubicBezTo>
                  <a:cubicBezTo>
                    <a:pt x="9264" y="892"/>
                    <a:pt x="9141" y="387"/>
                    <a:pt x="8896" y="387"/>
                  </a:cubicBezTo>
                  <a:cubicBezTo>
                    <a:pt x="8849" y="387"/>
                    <a:pt x="8799" y="405"/>
                    <a:pt x="8740" y="448"/>
                  </a:cubicBezTo>
                  <a:cubicBezTo>
                    <a:pt x="8536" y="592"/>
                    <a:pt x="8392" y="654"/>
                    <a:pt x="8284" y="654"/>
                  </a:cubicBezTo>
                  <a:cubicBezTo>
                    <a:pt x="8092" y="654"/>
                    <a:pt x="8013" y="458"/>
                    <a:pt x="7906" y="181"/>
                  </a:cubicBezTo>
                  <a:cubicBezTo>
                    <a:pt x="7838" y="67"/>
                    <a:pt x="7740" y="0"/>
                    <a:pt x="7620" y="0"/>
                  </a:cubicBezTo>
                  <a:close/>
                </a:path>
              </a:pathLst>
            </a:custGeom>
            <a:solidFill>
              <a:srgbClr val="7DC8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7"/>
            <p:cNvSpPr/>
            <p:nvPr/>
          </p:nvSpPr>
          <p:spPr>
            <a:xfrm>
              <a:off x="4496725" y="3121300"/>
              <a:ext cx="191825" cy="314975"/>
            </a:xfrm>
            <a:custGeom>
              <a:avLst/>
              <a:gdLst/>
              <a:ahLst/>
              <a:cxnLst/>
              <a:rect l="l" t="t" r="r" b="b"/>
              <a:pathLst>
                <a:path w="7673" h="12599" extrusionOk="0">
                  <a:moveTo>
                    <a:pt x="4137" y="0"/>
                  </a:moveTo>
                  <a:cubicBezTo>
                    <a:pt x="3964" y="0"/>
                    <a:pt x="3795" y="30"/>
                    <a:pt x="3636" y="122"/>
                  </a:cubicBezTo>
                  <a:cubicBezTo>
                    <a:pt x="4337" y="456"/>
                    <a:pt x="4370" y="1090"/>
                    <a:pt x="4403" y="1757"/>
                  </a:cubicBezTo>
                  <a:cubicBezTo>
                    <a:pt x="4031" y="1728"/>
                    <a:pt x="4101" y="1135"/>
                    <a:pt x="3729" y="1135"/>
                  </a:cubicBezTo>
                  <a:cubicBezTo>
                    <a:pt x="3667" y="1135"/>
                    <a:pt x="3593" y="1152"/>
                    <a:pt x="3503" y="1190"/>
                  </a:cubicBezTo>
                  <a:cubicBezTo>
                    <a:pt x="3636" y="1523"/>
                    <a:pt x="3636" y="1924"/>
                    <a:pt x="3970" y="2190"/>
                  </a:cubicBezTo>
                  <a:cubicBezTo>
                    <a:pt x="4103" y="2257"/>
                    <a:pt x="4303" y="2357"/>
                    <a:pt x="4103" y="2557"/>
                  </a:cubicBezTo>
                  <a:cubicBezTo>
                    <a:pt x="4028" y="2620"/>
                    <a:pt x="3967" y="2645"/>
                    <a:pt x="3912" y="2645"/>
                  </a:cubicBezTo>
                  <a:cubicBezTo>
                    <a:pt x="3819" y="2645"/>
                    <a:pt x="3741" y="2574"/>
                    <a:pt x="3636" y="2491"/>
                  </a:cubicBezTo>
                  <a:cubicBezTo>
                    <a:pt x="3469" y="2391"/>
                    <a:pt x="3536" y="2090"/>
                    <a:pt x="3302" y="2057"/>
                  </a:cubicBezTo>
                  <a:cubicBezTo>
                    <a:pt x="2955" y="2389"/>
                    <a:pt x="2727" y="2563"/>
                    <a:pt x="2545" y="2563"/>
                  </a:cubicBezTo>
                  <a:cubicBezTo>
                    <a:pt x="2342" y="2563"/>
                    <a:pt x="2195" y="2347"/>
                    <a:pt x="2002" y="1890"/>
                  </a:cubicBezTo>
                  <a:cubicBezTo>
                    <a:pt x="1867" y="1621"/>
                    <a:pt x="1602" y="1504"/>
                    <a:pt x="1452" y="1504"/>
                  </a:cubicBezTo>
                  <a:cubicBezTo>
                    <a:pt x="1416" y="1504"/>
                    <a:pt x="1387" y="1510"/>
                    <a:pt x="1368" y="1523"/>
                  </a:cubicBezTo>
                  <a:cubicBezTo>
                    <a:pt x="1134" y="1623"/>
                    <a:pt x="1201" y="1924"/>
                    <a:pt x="1334" y="2190"/>
                  </a:cubicBezTo>
                  <a:cubicBezTo>
                    <a:pt x="1468" y="2424"/>
                    <a:pt x="1535" y="2724"/>
                    <a:pt x="1635" y="2958"/>
                  </a:cubicBezTo>
                  <a:cubicBezTo>
                    <a:pt x="1701" y="3258"/>
                    <a:pt x="1535" y="3325"/>
                    <a:pt x="1334" y="3458"/>
                  </a:cubicBezTo>
                  <a:cubicBezTo>
                    <a:pt x="1301" y="3925"/>
                    <a:pt x="1635" y="4325"/>
                    <a:pt x="1568" y="4792"/>
                  </a:cubicBezTo>
                  <a:cubicBezTo>
                    <a:pt x="1547" y="5204"/>
                    <a:pt x="1730" y="5273"/>
                    <a:pt x="1944" y="5273"/>
                  </a:cubicBezTo>
                  <a:cubicBezTo>
                    <a:pt x="2050" y="5273"/>
                    <a:pt x="2164" y="5256"/>
                    <a:pt x="2265" y="5256"/>
                  </a:cubicBezTo>
                  <a:cubicBezTo>
                    <a:pt x="2289" y="5256"/>
                    <a:pt x="2313" y="5257"/>
                    <a:pt x="2335" y="5259"/>
                  </a:cubicBezTo>
                  <a:cubicBezTo>
                    <a:pt x="2035" y="6227"/>
                    <a:pt x="1901" y="6760"/>
                    <a:pt x="2002" y="7194"/>
                  </a:cubicBezTo>
                  <a:cubicBezTo>
                    <a:pt x="2027" y="7200"/>
                    <a:pt x="2051" y="7202"/>
                    <a:pt x="2074" y="7202"/>
                  </a:cubicBezTo>
                  <a:cubicBezTo>
                    <a:pt x="2318" y="7202"/>
                    <a:pt x="2470" y="6925"/>
                    <a:pt x="2643" y="6925"/>
                  </a:cubicBezTo>
                  <a:cubicBezTo>
                    <a:pt x="2651" y="6925"/>
                    <a:pt x="2660" y="6926"/>
                    <a:pt x="2669" y="6927"/>
                  </a:cubicBezTo>
                  <a:cubicBezTo>
                    <a:pt x="2786" y="6956"/>
                    <a:pt x="2884" y="6971"/>
                    <a:pt x="2965" y="6971"/>
                  </a:cubicBezTo>
                  <a:cubicBezTo>
                    <a:pt x="3253" y="6971"/>
                    <a:pt x="3329" y="6784"/>
                    <a:pt x="3302" y="6393"/>
                  </a:cubicBezTo>
                  <a:cubicBezTo>
                    <a:pt x="3302" y="6274"/>
                    <a:pt x="3382" y="6049"/>
                    <a:pt x="3565" y="6049"/>
                  </a:cubicBezTo>
                  <a:cubicBezTo>
                    <a:pt x="3587" y="6049"/>
                    <a:pt x="3611" y="6053"/>
                    <a:pt x="3636" y="6060"/>
                  </a:cubicBezTo>
                  <a:cubicBezTo>
                    <a:pt x="3836" y="6060"/>
                    <a:pt x="3903" y="6227"/>
                    <a:pt x="4003" y="6393"/>
                  </a:cubicBezTo>
                  <a:cubicBezTo>
                    <a:pt x="4029" y="6397"/>
                    <a:pt x="4057" y="6398"/>
                    <a:pt x="4087" y="6398"/>
                  </a:cubicBezTo>
                  <a:cubicBezTo>
                    <a:pt x="4146" y="6398"/>
                    <a:pt x="4211" y="6393"/>
                    <a:pt x="4270" y="6393"/>
                  </a:cubicBezTo>
                  <a:cubicBezTo>
                    <a:pt x="4448" y="6393"/>
                    <a:pt x="4581" y="6438"/>
                    <a:pt x="4403" y="6794"/>
                  </a:cubicBezTo>
                  <a:cubicBezTo>
                    <a:pt x="4337" y="6961"/>
                    <a:pt x="4203" y="7094"/>
                    <a:pt x="4136" y="7261"/>
                  </a:cubicBezTo>
                  <a:cubicBezTo>
                    <a:pt x="4036" y="7394"/>
                    <a:pt x="4036" y="7494"/>
                    <a:pt x="4136" y="7628"/>
                  </a:cubicBezTo>
                  <a:cubicBezTo>
                    <a:pt x="4166" y="7701"/>
                    <a:pt x="4208" y="7729"/>
                    <a:pt x="4258" y="7729"/>
                  </a:cubicBezTo>
                  <a:cubicBezTo>
                    <a:pt x="4321" y="7729"/>
                    <a:pt x="4395" y="7684"/>
                    <a:pt x="4470" y="7628"/>
                  </a:cubicBezTo>
                  <a:cubicBezTo>
                    <a:pt x="4583" y="7563"/>
                    <a:pt x="4678" y="7536"/>
                    <a:pt x="4759" y="7536"/>
                  </a:cubicBezTo>
                  <a:cubicBezTo>
                    <a:pt x="5014" y="7536"/>
                    <a:pt x="5128" y="7808"/>
                    <a:pt x="5204" y="8061"/>
                  </a:cubicBezTo>
                  <a:cubicBezTo>
                    <a:pt x="5331" y="8444"/>
                    <a:pt x="5063" y="9100"/>
                    <a:pt x="4864" y="9100"/>
                  </a:cubicBezTo>
                  <a:cubicBezTo>
                    <a:pt x="4855" y="9100"/>
                    <a:pt x="4846" y="9098"/>
                    <a:pt x="4837" y="9095"/>
                  </a:cubicBezTo>
                  <a:cubicBezTo>
                    <a:pt x="4629" y="9039"/>
                    <a:pt x="4426" y="9014"/>
                    <a:pt x="4227" y="9014"/>
                  </a:cubicBezTo>
                  <a:cubicBezTo>
                    <a:pt x="3725" y="9014"/>
                    <a:pt x="3247" y="9171"/>
                    <a:pt x="2769" y="9362"/>
                  </a:cubicBezTo>
                  <a:cubicBezTo>
                    <a:pt x="2769" y="9362"/>
                    <a:pt x="2669" y="9229"/>
                    <a:pt x="2635" y="9195"/>
                  </a:cubicBezTo>
                  <a:cubicBezTo>
                    <a:pt x="2702" y="8895"/>
                    <a:pt x="3102" y="8962"/>
                    <a:pt x="3169" y="8728"/>
                  </a:cubicBezTo>
                  <a:cubicBezTo>
                    <a:pt x="3202" y="8562"/>
                    <a:pt x="3503" y="8528"/>
                    <a:pt x="3369" y="8295"/>
                  </a:cubicBezTo>
                  <a:cubicBezTo>
                    <a:pt x="3309" y="8175"/>
                    <a:pt x="3189" y="8115"/>
                    <a:pt x="3067" y="8115"/>
                  </a:cubicBezTo>
                  <a:cubicBezTo>
                    <a:pt x="2985" y="8115"/>
                    <a:pt x="2902" y="8141"/>
                    <a:pt x="2835" y="8195"/>
                  </a:cubicBezTo>
                  <a:cubicBezTo>
                    <a:pt x="2609" y="8355"/>
                    <a:pt x="2382" y="8419"/>
                    <a:pt x="2157" y="8419"/>
                  </a:cubicBezTo>
                  <a:cubicBezTo>
                    <a:pt x="1820" y="8419"/>
                    <a:pt x="1488" y="8275"/>
                    <a:pt x="1168" y="8095"/>
                  </a:cubicBezTo>
                  <a:cubicBezTo>
                    <a:pt x="1023" y="8011"/>
                    <a:pt x="910" y="7965"/>
                    <a:pt x="817" y="7965"/>
                  </a:cubicBezTo>
                  <a:cubicBezTo>
                    <a:pt x="652" y="7965"/>
                    <a:pt x="553" y="8108"/>
                    <a:pt x="467" y="8428"/>
                  </a:cubicBezTo>
                  <a:cubicBezTo>
                    <a:pt x="300" y="9162"/>
                    <a:pt x="200" y="9162"/>
                    <a:pt x="1034" y="9429"/>
                  </a:cubicBezTo>
                  <a:cubicBezTo>
                    <a:pt x="967" y="9729"/>
                    <a:pt x="334" y="9629"/>
                    <a:pt x="500" y="9963"/>
                  </a:cubicBezTo>
                  <a:cubicBezTo>
                    <a:pt x="834" y="10630"/>
                    <a:pt x="167" y="10763"/>
                    <a:pt x="0" y="11164"/>
                  </a:cubicBezTo>
                  <a:lnTo>
                    <a:pt x="200" y="11397"/>
                  </a:lnTo>
                  <a:lnTo>
                    <a:pt x="467" y="11397"/>
                  </a:lnTo>
                  <a:cubicBezTo>
                    <a:pt x="703" y="11260"/>
                    <a:pt x="961" y="10984"/>
                    <a:pt x="1195" y="10984"/>
                  </a:cubicBezTo>
                  <a:cubicBezTo>
                    <a:pt x="1359" y="10984"/>
                    <a:pt x="1511" y="11119"/>
                    <a:pt x="1635" y="11530"/>
                  </a:cubicBezTo>
                  <a:cubicBezTo>
                    <a:pt x="1648" y="11558"/>
                    <a:pt x="1685" y="11574"/>
                    <a:pt x="1726" y="11574"/>
                  </a:cubicBezTo>
                  <a:cubicBezTo>
                    <a:pt x="1783" y="11574"/>
                    <a:pt x="1849" y="11542"/>
                    <a:pt x="1868" y="11464"/>
                  </a:cubicBezTo>
                  <a:cubicBezTo>
                    <a:pt x="1918" y="11280"/>
                    <a:pt x="1960" y="11214"/>
                    <a:pt x="2027" y="11214"/>
                  </a:cubicBezTo>
                  <a:cubicBezTo>
                    <a:pt x="2093" y="11214"/>
                    <a:pt x="2185" y="11280"/>
                    <a:pt x="2335" y="11364"/>
                  </a:cubicBezTo>
                  <a:cubicBezTo>
                    <a:pt x="2651" y="11532"/>
                    <a:pt x="2979" y="11766"/>
                    <a:pt x="3329" y="11766"/>
                  </a:cubicBezTo>
                  <a:cubicBezTo>
                    <a:pt x="3535" y="11766"/>
                    <a:pt x="3748" y="11686"/>
                    <a:pt x="3970" y="11464"/>
                  </a:cubicBezTo>
                  <a:lnTo>
                    <a:pt x="4003" y="11430"/>
                  </a:lnTo>
                  <a:lnTo>
                    <a:pt x="4036" y="11530"/>
                  </a:lnTo>
                  <a:lnTo>
                    <a:pt x="3970" y="11530"/>
                  </a:lnTo>
                  <a:cubicBezTo>
                    <a:pt x="3803" y="12431"/>
                    <a:pt x="3936" y="12565"/>
                    <a:pt x="4537" y="12598"/>
                  </a:cubicBezTo>
                  <a:cubicBezTo>
                    <a:pt x="4553" y="12599"/>
                    <a:pt x="4569" y="12599"/>
                    <a:pt x="4584" y="12599"/>
                  </a:cubicBezTo>
                  <a:cubicBezTo>
                    <a:pt x="5241" y="12599"/>
                    <a:pt x="4612" y="11897"/>
                    <a:pt x="4970" y="11864"/>
                  </a:cubicBezTo>
                  <a:cubicBezTo>
                    <a:pt x="5009" y="11851"/>
                    <a:pt x="5041" y="11846"/>
                    <a:pt x="5068" y="11846"/>
                  </a:cubicBezTo>
                  <a:cubicBezTo>
                    <a:pt x="5184" y="11846"/>
                    <a:pt x="5217" y="11944"/>
                    <a:pt x="5271" y="11997"/>
                  </a:cubicBezTo>
                  <a:cubicBezTo>
                    <a:pt x="5328" y="12228"/>
                    <a:pt x="5411" y="12484"/>
                    <a:pt x="5605" y="12484"/>
                  </a:cubicBezTo>
                  <a:cubicBezTo>
                    <a:pt x="5635" y="12484"/>
                    <a:pt x="5668" y="12478"/>
                    <a:pt x="5704" y="12464"/>
                  </a:cubicBezTo>
                  <a:cubicBezTo>
                    <a:pt x="5971" y="12364"/>
                    <a:pt x="6104" y="12064"/>
                    <a:pt x="6004" y="11764"/>
                  </a:cubicBezTo>
                  <a:cubicBezTo>
                    <a:pt x="6004" y="11631"/>
                    <a:pt x="5938" y="11564"/>
                    <a:pt x="5871" y="11464"/>
                  </a:cubicBezTo>
                  <a:cubicBezTo>
                    <a:pt x="6171" y="11297"/>
                    <a:pt x="6038" y="10963"/>
                    <a:pt x="6171" y="10730"/>
                  </a:cubicBezTo>
                  <a:cubicBezTo>
                    <a:pt x="6256" y="10560"/>
                    <a:pt x="6389" y="10415"/>
                    <a:pt x="6569" y="10415"/>
                  </a:cubicBezTo>
                  <a:cubicBezTo>
                    <a:pt x="6602" y="10415"/>
                    <a:pt x="6636" y="10419"/>
                    <a:pt x="6672" y="10430"/>
                  </a:cubicBezTo>
                  <a:cubicBezTo>
                    <a:pt x="6938" y="10463"/>
                    <a:pt x="6838" y="10697"/>
                    <a:pt x="6805" y="10863"/>
                  </a:cubicBezTo>
                  <a:cubicBezTo>
                    <a:pt x="6705" y="11164"/>
                    <a:pt x="6805" y="11397"/>
                    <a:pt x="7172" y="11430"/>
                  </a:cubicBezTo>
                  <a:cubicBezTo>
                    <a:pt x="7305" y="10396"/>
                    <a:pt x="7272" y="9396"/>
                    <a:pt x="7205" y="8362"/>
                  </a:cubicBezTo>
                  <a:cubicBezTo>
                    <a:pt x="7172" y="6961"/>
                    <a:pt x="7505" y="5626"/>
                    <a:pt x="7372" y="4292"/>
                  </a:cubicBezTo>
                  <a:cubicBezTo>
                    <a:pt x="7339" y="3892"/>
                    <a:pt x="7439" y="3525"/>
                    <a:pt x="7472" y="3124"/>
                  </a:cubicBezTo>
                  <a:cubicBezTo>
                    <a:pt x="7539" y="2190"/>
                    <a:pt x="7672" y="1223"/>
                    <a:pt x="7272" y="289"/>
                  </a:cubicBezTo>
                  <a:cubicBezTo>
                    <a:pt x="7216" y="278"/>
                    <a:pt x="7158" y="274"/>
                    <a:pt x="7098" y="274"/>
                  </a:cubicBezTo>
                  <a:cubicBezTo>
                    <a:pt x="6977" y="274"/>
                    <a:pt x="6849" y="289"/>
                    <a:pt x="6722" y="289"/>
                  </a:cubicBezTo>
                  <a:cubicBezTo>
                    <a:pt x="6530" y="289"/>
                    <a:pt x="6338" y="256"/>
                    <a:pt x="6171" y="89"/>
                  </a:cubicBezTo>
                  <a:cubicBezTo>
                    <a:pt x="5904" y="89"/>
                    <a:pt x="5623" y="104"/>
                    <a:pt x="5346" y="104"/>
                  </a:cubicBezTo>
                  <a:cubicBezTo>
                    <a:pt x="5208" y="104"/>
                    <a:pt x="5070" y="100"/>
                    <a:pt x="4937" y="89"/>
                  </a:cubicBezTo>
                  <a:cubicBezTo>
                    <a:pt x="4675" y="69"/>
                    <a:pt x="4401" y="0"/>
                    <a:pt x="4137" y="0"/>
                  </a:cubicBez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7"/>
            <p:cNvSpPr/>
            <p:nvPr/>
          </p:nvSpPr>
          <p:spPr>
            <a:xfrm>
              <a:off x="4461700" y="2692650"/>
              <a:ext cx="144275" cy="141600"/>
            </a:xfrm>
            <a:custGeom>
              <a:avLst/>
              <a:gdLst/>
              <a:ahLst/>
              <a:cxnLst/>
              <a:rect l="l" t="t" r="r" b="b"/>
              <a:pathLst>
                <a:path w="5771" h="5664" extrusionOk="0">
                  <a:moveTo>
                    <a:pt x="3506" y="1"/>
                  </a:moveTo>
                  <a:cubicBezTo>
                    <a:pt x="3054" y="1"/>
                    <a:pt x="2555" y="215"/>
                    <a:pt x="2035" y="656"/>
                  </a:cubicBezTo>
                  <a:cubicBezTo>
                    <a:pt x="834" y="1657"/>
                    <a:pt x="367" y="3058"/>
                    <a:pt x="67" y="4559"/>
                  </a:cubicBezTo>
                  <a:cubicBezTo>
                    <a:pt x="0" y="4926"/>
                    <a:pt x="67" y="5360"/>
                    <a:pt x="567" y="5427"/>
                  </a:cubicBezTo>
                  <a:cubicBezTo>
                    <a:pt x="608" y="5432"/>
                    <a:pt x="646" y="5435"/>
                    <a:pt x="682" y="5435"/>
                  </a:cubicBezTo>
                  <a:cubicBezTo>
                    <a:pt x="1062" y="5435"/>
                    <a:pt x="1207" y="5125"/>
                    <a:pt x="1268" y="4759"/>
                  </a:cubicBezTo>
                  <a:cubicBezTo>
                    <a:pt x="1368" y="4192"/>
                    <a:pt x="1535" y="3592"/>
                    <a:pt x="1768" y="3058"/>
                  </a:cubicBezTo>
                  <a:cubicBezTo>
                    <a:pt x="2035" y="2524"/>
                    <a:pt x="2302" y="1991"/>
                    <a:pt x="2802" y="1590"/>
                  </a:cubicBezTo>
                  <a:cubicBezTo>
                    <a:pt x="3049" y="1384"/>
                    <a:pt x="3257" y="1280"/>
                    <a:pt x="3430" y="1280"/>
                  </a:cubicBezTo>
                  <a:cubicBezTo>
                    <a:pt x="3677" y="1280"/>
                    <a:pt x="3852" y="1492"/>
                    <a:pt x="3970" y="1924"/>
                  </a:cubicBezTo>
                  <a:cubicBezTo>
                    <a:pt x="4136" y="2491"/>
                    <a:pt x="4236" y="3091"/>
                    <a:pt x="4370" y="3692"/>
                  </a:cubicBezTo>
                  <a:cubicBezTo>
                    <a:pt x="4470" y="4159"/>
                    <a:pt x="4537" y="4659"/>
                    <a:pt x="4603" y="5160"/>
                  </a:cubicBezTo>
                  <a:cubicBezTo>
                    <a:pt x="4696" y="5469"/>
                    <a:pt x="4904" y="5664"/>
                    <a:pt x="5226" y="5664"/>
                  </a:cubicBezTo>
                  <a:cubicBezTo>
                    <a:pt x="5251" y="5664"/>
                    <a:pt x="5277" y="5662"/>
                    <a:pt x="5304" y="5660"/>
                  </a:cubicBezTo>
                  <a:cubicBezTo>
                    <a:pt x="5604" y="5593"/>
                    <a:pt x="5771" y="5360"/>
                    <a:pt x="5771" y="5026"/>
                  </a:cubicBezTo>
                  <a:lnTo>
                    <a:pt x="5771" y="4693"/>
                  </a:lnTo>
                  <a:cubicBezTo>
                    <a:pt x="5738" y="3892"/>
                    <a:pt x="5604" y="3091"/>
                    <a:pt x="5371" y="2358"/>
                  </a:cubicBezTo>
                  <a:cubicBezTo>
                    <a:pt x="5304" y="2057"/>
                    <a:pt x="5237" y="1757"/>
                    <a:pt x="5170" y="1524"/>
                  </a:cubicBezTo>
                  <a:cubicBezTo>
                    <a:pt x="4804" y="526"/>
                    <a:pt x="4214" y="1"/>
                    <a:pt x="3506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7"/>
            <p:cNvSpPr/>
            <p:nvPr/>
          </p:nvSpPr>
          <p:spPr>
            <a:xfrm>
              <a:off x="4240700" y="2849325"/>
              <a:ext cx="188500" cy="81925"/>
            </a:xfrm>
            <a:custGeom>
              <a:avLst/>
              <a:gdLst/>
              <a:ahLst/>
              <a:cxnLst/>
              <a:rect l="l" t="t" r="r" b="b"/>
              <a:pathLst>
                <a:path w="7540" h="3277" extrusionOk="0">
                  <a:moveTo>
                    <a:pt x="6874" y="1"/>
                  </a:moveTo>
                  <a:cubicBezTo>
                    <a:pt x="6709" y="1"/>
                    <a:pt x="6546" y="91"/>
                    <a:pt x="6372" y="227"/>
                  </a:cubicBezTo>
                  <a:cubicBezTo>
                    <a:pt x="6272" y="260"/>
                    <a:pt x="6205" y="327"/>
                    <a:pt x="6105" y="427"/>
                  </a:cubicBezTo>
                  <a:cubicBezTo>
                    <a:pt x="5020" y="1411"/>
                    <a:pt x="3802" y="1975"/>
                    <a:pt x="2421" y="1975"/>
                  </a:cubicBezTo>
                  <a:cubicBezTo>
                    <a:pt x="1976" y="1975"/>
                    <a:pt x="1514" y="1917"/>
                    <a:pt x="1035" y="1795"/>
                  </a:cubicBezTo>
                  <a:cubicBezTo>
                    <a:pt x="935" y="1775"/>
                    <a:pt x="835" y="1761"/>
                    <a:pt x="740" y="1761"/>
                  </a:cubicBezTo>
                  <a:cubicBezTo>
                    <a:pt x="516" y="1761"/>
                    <a:pt x="318" y="1838"/>
                    <a:pt x="201" y="2095"/>
                  </a:cubicBezTo>
                  <a:cubicBezTo>
                    <a:pt x="0" y="2495"/>
                    <a:pt x="267" y="2762"/>
                    <a:pt x="568" y="2962"/>
                  </a:cubicBezTo>
                  <a:cubicBezTo>
                    <a:pt x="948" y="3216"/>
                    <a:pt x="1386" y="3277"/>
                    <a:pt x="1794" y="3277"/>
                  </a:cubicBezTo>
                  <a:cubicBezTo>
                    <a:pt x="1922" y="3277"/>
                    <a:pt x="2048" y="3270"/>
                    <a:pt x="2169" y="3262"/>
                  </a:cubicBezTo>
                  <a:cubicBezTo>
                    <a:pt x="3336" y="3262"/>
                    <a:pt x="4337" y="2929"/>
                    <a:pt x="5371" y="2562"/>
                  </a:cubicBezTo>
                  <a:cubicBezTo>
                    <a:pt x="6071" y="2228"/>
                    <a:pt x="6705" y="1728"/>
                    <a:pt x="7206" y="1128"/>
                  </a:cubicBezTo>
                  <a:cubicBezTo>
                    <a:pt x="7439" y="827"/>
                    <a:pt x="7539" y="460"/>
                    <a:pt x="7239" y="160"/>
                  </a:cubicBezTo>
                  <a:cubicBezTo>
                    <a:pt x="7113" y="48"/>
                    <a:pt x="6993" y="1"/>
                    <a:pt x="6874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7"/>
            <p:cNvSpPr/>
            <p:nvPr/>
          </p:nvSpPr>
          <p:spPr>
            <a:xfrm>
              <a:off x="4476700" y="2571300"/>
              <a:ext cx="40900" cy="26025"/>
            </a:xfrm>
            <a:custGeom>
              <a:avLst/>
              <a:gdLst/>
              <a:ahLst/>
              <a:cxnLst/>
              <a:rect l="l" t="t" r="r" b="b"/>
              <a:pathLst>
                <a:path w="1636" h="1041" extrusionOk="0">
                  <a:moveTo>
                    <a:pt x="1007" y="0"/>
                  </a:moveTo>
                  <a:cubicBezTo>
                    <a:pt x="690" y="0"/>
                    <a:pt x="388" y="32"/>
                    <a:pt x="134" y="240"/>
                  </a:cubicBezTo>
                  <a:cubicBezTo>
                    <a:pt x="1" y="407"/>
                    <a:pt x="1" y="540"/>
                    <a:pt x="134" y="607"/>
                  </a:cubicBezTo>
                  <a:cubicBezTo>
                    <a:pt x="167" y="707"/>
                    <a:pt x="267" y="740"/>
                    <a:pt x="334" y="840"/>
                  </a:cubicBezTo>
                  <a:cubicBezTo>
                    <a:pt x="451" y="940"/>
                    <a:pt x="576" y="940"/>
                    <a:pt x="693" y="940"/>
                  </a:cubicBezTo>
                  <a:cubicBezTo>
                    <a:pt x="809" y="940"/>
                    <a:pt x="918" y="940"/>
                    <a:pt x="1001" y="1041"/>
                  </a:cubicBezTo>
                  <a:lnTo>
                    <a:pt x="1435" y="1041"/>
                  </a:lnTo>
                  <a:cubicBezTo>
                    <a:pt x="1502" y="1007"/>
                    <a:pt x="1568" y="907"/>
                    <a:pt x="1635" y="840"/>
                  </a:cubicBezTo>
                  <a:lnTo>
                    <a:pt x="1635" y="207"/>
                  </a:lnTo>
                  <a:lnTo>
                    <a:pt x="1435" y="6"/>
                  </a:lnTo>
                  <a:cubicBezTo>
                    <a:pt x="1291" y="6"/>
                    <a:pt x="1148" y="0"/>
                    <a:pt x="1007" y="0"/>
                  </a:cubicBezTo>
                  <a:close/>
                </a:path>
              </a:pathLst>
            </a:custGeom>
            <a:solidFill>
              <a:srgbClr val="D5C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7"/>
            <p:cNvSpPr/>
            <p:nvPr/>
          </p:nvSpPr>
          <p:spPr>
            <a:xfrm>
              <a:off x="4450025" y="2635650"/>
              <a:ext cx="34200" cy="21725"/>
            </a:xfrm>
            <a:custGeom>
              <a:avLst/>
              <a:gdLst/>
              <a:ahLst/>
              <a:cxnLst/>
              <a:rect l="l" t="t" r="r" b="b"/>
              <a:pathLst>
                <a:path w="1368" h="869" extrusionOk="0">
                  <a:moveTo>
                    <a:pt x="667" y="34"/>
                  </a:moveTo>
                  <a:cubicBezTo>
                    <a:pt x="400" y="101"/>
                    <a:pt x="33" y="1"/>
                    <a:pt x="0" y="368"/>
                  </a:cubicBezTo>
                  <a:cubicBezTo>
                    <a:pt x="0" y="768"/>
                    <a:pt x="334" y="868"/>
                    <a:pt x="667" y="868"/>
                  </a:cubicBezTo>
                  <a:cubicBezTo>
                    <a:pt x="1001" y="868"/>
                    <a:pt x="1368" y="868"/>
                    <a:pt x="1368" y="468"/>
                  </a:cubicBezTo>
                  <a:cubicBezTo>
                    <a:pt x="1368" y="34"/>
                    <a:pt x="1001" y="34"/>
                    <a:pt x="667" y="34"/>
                  </a:cubicBezTo>
                  <a:close/>
                </a:path>
              </a:pathLst>
            </a:custGeom>
            <a:solidFill>
              <a:srgbClr val="DBDE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7"/>
            <p:cNvSpPr/>
            <p:nvPr/>
          </p:nvSpPr>
          <p:spPr>
            <a:xfrm>
              <a:off x="4515050" y="3116000"/>
              <a:ext cx="71750" cy="26275"/>
            </a:xfrm>
            <a:custGeom>
              <a:avLst/>
              <a:gdLst/>
              <a:ahLst/>
              <a:cxnLst/>
              <a:rect l="l" t="t" r="r" b="b"/>
              <a:pathLst>
                <a:path w="2870" h="1051" extrusionOk="0">
                  <a:moveTo>
                    <a:pt x="1" y="1"/>
                  </a:moveTo>
                  <a:cubicBezTo>
                    <a:pt x="101" y="468"/>
                    <a:pt x="501" y="268"/>
                    <a:pt x="768" y="434"/>
                  </a:cubicBezTo>
                  <a:cubicBezTo>
                    <a:pt x="1068" y="635"/>
                    <a:pt x="1602" y="334"/>
                    <a:pt x="1635" y="935"/>
                  </a:cubicBezTo>
                  <a:cubicBezTo>
                    <a:pt x="1783" y="1017"/>
                    <a:pt x="1877" y="1051"/>
                    <a:pt x="1935" y="1051"/>
                  </a:cubicBezTo>
                  <a:cubicBezTo>
                    <a:pt x="2186" y="1051"/>
                    <a:pt x="1759" y="423"/>
                    <a:pt x="2029" y="423"/>
                  </a:cubicBezTo>
                  <a:cubicBezTo>
                    <a:pt x="2049" y="423"/>
                    <a:pt x="2074" y="427"/>
                    <a:pt x="2102" y="434"/>
                  </a:cubicBezTo>
                  <a:cubicBezTo>
                    <a:pt x="2136" y="446"/>
                    <a:pt x="2162" y="449"/>
                    <a:pt x="2184" y="449"/>
                  </a:cubicBezTo>
                  <a:cubicBezTo>
                    <a:pt x="2228" y="449"/>
                    <a:pt x="2258" y="434"/>
                    <a:pt x="2303" y="434"/>
                  </a:cubicBezTo>
                  <a:cubicBezTo>
                    <a:pt x="2536" y="401"/>
                    <a:pt x="2703" y="401"/>
                    <a:pt x="2870" y="401"/>
                  </a:cubicBezTo>
                  <a:cubicBezTo>
                    <a:pt x="1936" y="101"/>
                    <a:pt x="968" y="134"/>
                    <a:pt x="1" y="1"/>
                  </a:cubicBez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7"/>
            <p:cNvSpPr/>
            <p:nvPr/>
          </p:nvSpPr>
          <p:spPr>
            <a:xfrm>
              <a:off x="4485050" y="2593100"/>
              <a:ext cx="16700" cy="5100"/>
            </a:xfrm>
            <a:custGeom>
              <a:avLst/>
              <a:gdLst/>
              <a:ahLst/>
              <a:cxnLst/>
              <a:rect l="l" t="t" r="r" b="b"/>
              <a:pathLst>
                <a:path w="668" h="204" extrusionOk="0">
                  <a:moveTo>
                    <a:pt x="173" y="0"/>
                  </a:moveTo>
                  <a:cubicBezTo>
                    <a:pt x="117" y="0"/>
                    <a:pt x="59" y="2"/>
                    <a:pt x="0" y="2"/>
                  </a:cubicBezTo>
                  <a:cubicBezTo>
                    <a:pt x="130" y="183"/>
                    <a:pt x="320" y="204"/>
                    <a:pt x="508" y="204"/>
                  </a:cubicBezTo>
                  <a:cubicBezTo>
                    <a:pt x="562" y="204"/>
                    <a:pt x="615" y="202"/>
                    <a:pt x="667" y="202"/>
                  </a:cubicBezTo>
                  <a:cubicBezTo>
                    <a:pt x="538" y="20"/>
                    <a:pt x="367" y="0"/>
                    <a:pt x="173" y="0"/>
                  </a:cubicBez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7"/>
            <p:cNvSpPr/>
            <p:nvPr/>
          </p:nvSpPr>
          <p:spPr>
            <a:xfrm>
              <a:off x="4475025" y="2577275"/>
              <a:ext cx="5025" cy="10875"/>
            </a:xfrm>
            <a:custGeom>
              <a:avLst/>
              <a:gdLst/>
              <a:ahLst/>
              <a:cxnLst/>
              <a:rect l="l" t="t" r="r" b="b"/>
              <a:pathLst>
                <a:path w="201" h="435" extrusionOk="0">
                  <a:moveTo>
                    <a:pt x="201" y="1"/>
                  </a:moveTo>
                  <a:cubicBezTo>
                    <a:pt x="1" y="168"/>
                    <a:pt x="1" y="301"/>
                    <a:pt x="201" y="435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7"/>
            <p:cNvSpPr/>
            <p:nvPr/>
          </p:nvSpPr>
          <p:spPr>
            <a:xfrm>
              <a:off x="4512550" y="2593125"/>
              <a:ext cx="5050" cy="5025"/>
            </a:xfrm>
            <a:custGeom>
              <a:avLst/>
              <a:gdLst/>
              <a:ahLst/>
              <a:cxnLst/>
              <a:rect l="l" t="t" r="r" b="b"/>
              <a:pathLst>
                <a:path w="202" h="201" extrusionOk="0">
                  <a:moveTo>
                    <a:pt x="1" y="201"/>
                  </a:moveTo>
                  <a:cubicBezTo>
                    <a:pt x="68" y="134"/>
                    <a:pt x="134" y="34"/>
                    <a:pt x="201" y="1"/>
                  </a:cubicBezTo>
                  <a:cubicBezTo>
                    <a:pt x="134" y="34"/>
                    <a:pt x="68" y="134"/>
                    <a:pt x="1" y="201"/>
                  </a:cubicBez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7"/>
            <p:cNvSpPr/>
            <p:nvPr/>
          </p:nvSpPr>
          <p:spPr>
            <a:xfrm>
              <a:off x="4480025" y="2588125"/>
              <a:ext cx="5050" cy="5025"/>
            </a:xfrm>
            <a:custGeom>
              <a:avLst/>
              <a:gdLst/>
              <a:ahLst/>
              <a:cxnLst/>
              <a:rect l="l" t="t" r="r" b="b"/>
              <a:pathLst>
                <a:path w="202" h="201" extrusionOk="0">
                  <a:moveTo>
                    <a:pt x="1" y="1"/>
                  </a:moveTo>
                  <a:lnTo>
                    <a:pt x="201" y="201"/>
                  </a:lnTo>
                  <a:cubicBezTo>
                    <a:pt x="168" y="101"/>
                    <a:pt x="101" y="67"/>
                    <a:pt x="1" y="1"/>
                  </a:cubicBez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7"/>
            <p:cNvSpPr/>
            <p:nvPr/>
          </p:nvSpPr>
          <p:spPr>
            <a:xfrm>
              <a:off x="4512550" y="2571450"/>
              <a:ext cx="5050" cy="5025"/>
            </a:xfrm>
            <a:custGeom>
              <a:avLst/>
              <a:gdLst/>
              <a:ahLst/>
              <a:cxnLst/>
              <a:rect l="l" t="t" r="r" b="b"/>
              <a:pathLst>
                <a:path w="202" h="201" extrusionOk="0">
                  <a:moveTo>
                    <a:pt x="1" y="0"/>
                  </a:moveTo>
                  <a:lnTo>
                    <a:pt x="1" y="0"/>
                  </a:lnTo>
                  <a:cubicBezTo>
                    <a:pt x="34" y="67"/>
                    <a:pt x="134" y="167"/>
                    <a:pt x="201" y="20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7"/>
            <p:cNvSpPr/>
            <p:nvPr/>
          </p:nvSpPr>
          <p:spPr>
            <a:xfrm>
              <a:off x="4239025" y="2752200"/>
              <a:ext cx="20050" cy="20250"/>
            </a:xfrm>
            <a:custGeom>
              <a:avLst/>
              <a:gdLst/>
              <a:ahLst/>
              <a:cxnLst/>
              <a:rect l="l" t="t" r="r" b="b"/>
              <a:pathLst>
                <a:path w="802" h="810" extrusionOk="0">
                  <a:moveTo>
                    <a:pt x="435" y="0"/>
                  </a:moveTo>
                  <a:cubicBezTo>
                    <a:pt x="232" y="0"/>
                    <a:pt x="213" y="282"/>
                    <a:pt x="1" y="343"/>
                  </a:cubicBezTo>
                  <a:cubicBezTo>
                    <a:pt x="1" y="476"/>
                    <a:pt x="1" y="643"/>
                    <a:pt x="67" y="810"/>
                  </a:cubicBezTo>
                  <a:cubicBezTo>
                    <a:pt x="334" y="743"/>
                    <a:pt x="668" y="810"/>
                    <a:pt x="768" y="476"/>
                  </a:cubicBezTo>
                  <a:cubicBezTo>
                    <a:pt x="801" y="309"/>
                    <a:pt x="668" y="42"/>
                    <a:pt x="501" y="9"/>
                  </a:cubicBezTo>
                  <a:cubicBezTo>
                    <a:pt x="477" y="3"/>
                    <a:pt x="455" y="0"/>
                    <a:pt x="435" y="0"/>
                  </a:cubicBezTo>
                  <a:close/>
                </a:path>
              </a:pathLst>
            </a:custGeom>
            <a:solidFill>
              <a:srgbClr val="E2E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7"/>
            <p:cNvSpPr/>
            <p:nvPr/>
          </p:nvSpPr>
          <p:spPr>
            <a:xfrm>
              <a:off x="4373300" y="2699050"/>
              <a:ext cx="6700" cy="6175"/>
            </a:xfrm>
            <a:custGeom>
              <a:avLst/>
              <a:gdLst/>
              <a:ahLst/>
              <a:cxnLst/>
              <a:rect l="l" t="t" r="r" b="b"/>
              <a:pathLst>
                <a:path w="268" h="247" extrusionOk="0">
                  <a:moveTo>
                    <a:pt x="134" y="0"/>
                  </a:moveTo>
                  <a:cubicBezTo>
                    <a:pt x="67" y="0"/>
                    <a:pt x="0" y="100"/>
                    <a:pt x="67" y="134"/>
                  </a:cubicBezTo>
                  <a:cubicBezTo>
                    <a:pt x="100" y="167"/>
                    <a:pt x="100" y="234"/>
                    <a:pt x="134" y="234"/>
                  </a:cubicBezTo>
                  <a:cubicBezTo>
                    <a:pt x="159" y="242"/>
                    <a:pt x="180" y="246"/>
                    <a:pt x="197" y="246"/>
                  </a:cubicBezTo>
                  <a:cubicBezTo>
                    <a:pt x="248" y="246"/>
                    <a:pt x="267" y="209"/>
                    <a:pt x="267" y="134"/>
                  </a:cubicBezTo>
                  <a:cubicBezTo>
                    <a:pt x="267" y="100"/>
                    <a:pt x="200" y="67"/>
                    <a:pt x="134" y="0"/>
                  </a:cubicBezTo>
                  <a:close/>
                </a:path>
              </a:pathLst>
            </a:custGeom>
            <a:solidFill>
              <a:srgbClr val="E2E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7"/>
            <p:cNvSpPr/>
            <p:nvPr/>
          </p:nvSpPr>
          <p:spPr>
            <a:xfrm>
              <a:off x="4635150" y="2701550"/>
              <a:ext cx="11700" cy="9200"/>
            </a:xfrm>
            <a:custGeom>
              <a:avLst/>
              <a:gdLst/>
              <a:ahLst/>
              <a:cxnLst/>
              <a:rect l="l" t="t" r="r" b="b"/>
              <a:pathLst>
                <a:path w="468" h="368" extrusionOk="0">
                  <a:moveTo>
                    <a:pt x="301" y="0"/>
                  </a:moveTo>
                  <a:cubicBezTo>
                    <a:pt x="234" y="34"/>
                    <a:pt x="67" y="67"/>
                    <a:pt x="67" y="134"/>
                  </a:cubicBezTo>
                  <a:cubicBezTo>
                    <a:pt x="0" y="300"/>
                    <a:pt x="100" y="367"/>
                    <a:pt x="267" y="367"/>
                  </a:cubicBezTo>
                  <a:cubicBezTo>
                    <a:pt x="401" y="367"/>
                    <a:pt x="467" y="334"/>
                    <a:pt x="467" y="234"/>
                  </a:cubicBezTo>
                  <a:cubicBezTo>
                    <a:pt x="467" y="67"/>
                    <a:pt x="401" y="34"/>
                    <a:pt x="301" y="0"/>
                  </a:cubicBezTo>
                  <a:close/>
                </a:path>
              </a:pathLst>
            </a:custGeom>
            <a:solidFill>
              <a:srgbClr val="E2E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7"/>
            <p:cNvSpPr/>
            <p:nvPr/>
          </p:nvSpPr>
          <p:spPr>
            <a:xfrm>
              <a:off x="4445000" y="3430500"/>
              <a:ext cx="58400" cy="48300"/>
            </a:xfrm>
            <a:custGeom>
              <a:avLst/>
              <a:gdLst/>
              <a:ahLst/>
              <a:cxnLst/>
              <a:rect l="l" t="t" r="r" b="b"/>
              <a:pathLst>
                <a:path w="2336" h="1932" extrusionOk="0">
                  <a:moveTo>
                    <a:pt x="1696" y="1"/>
                  </a:moveTo>
                  <a:cubicBezTo>
                    <a:pt x="1599" y="1"/>
                    <a:pt x="1501" y="101"/>
                    <a:pt x="1402" y="397"/>
                  </a:cubicBezTo>
                  <a:cubicBezTo>
                    <a:pt x="1402" y="453"/>
                    <a:pt x="1378" y="474"/>
                    <a:pt x="1346" y="474"/>
                  </a:cubicBezTo>
                  <a:cubicBezTo>
                    <a:pt x="1301" y="474"/>
                    <a:pt x="1240" y="435"/>
                    <a:pt x="1202" y="397"/>
                  </a:cubicBezTo>
                  <a:cubicBezTo>
                    <a:pt x="973" y="217"/>
                    <a:pt x="825" y="126"/>
                    <a:pt x="713" y="126"/>
                  </a:cubicBezTo>
                  <a:cubicBezTo>
                    <a:pt x="596" y="126"/>
                    <a:pt x="520" y="226"/>
                    <a:pt x="435" y="430"/>
                  </a:cubicBezTo>
                  <a:cubicBezTo>
                    <a:pt x="335" y="697"/>
                    <a:pt x="368" y="964"/>
                    <a:pt x="1" y="1030"/>
                  </a:cubicBezTo>
                  <a:cubicBezTo>
                    <a:pt x="168" y="1264"/>
                    <a:pt x="435" y="1164"/>
                    <a:pt x="601" y="1297"/>
                  </a:cubicBezTo>
                  <a:cubicBezTo>
                    <a:pt x="868" y="1431"/>
                    <a:pt x="501" y="1764"/>
                    <a:pt x="768" y="1931"/>
                  </a:cubicBezTo>
                  <a:cubicBezTo>
                    <a:pt x="1068" y="1798"/>
                    <a:pt x="1269" y="1531"/>
                    <a:pt x="1602" y="1531"/>
                  </a:cubicBezTo>
                  <a:cubicBezTo>
                    <a:pt x="2036" y="1464"/>
                    <a:pt x="1869" y="1197"/>
                    <a:pt x="1902" y="964"/>
                  </a:cubicBezTo>
                  <a:cubicBezTo>
                    <a:pt x="1808" y="798"/>
                    <a:pt x="1831" y="733"/>
                    <a:pt x="1935" y="733"/>
                  </a:cubicBezTo>
                  <a:cubicBezTo>
                    <a:pt x="1978" y="733"/>
                    <a:pt x="2035" y="744"/>
                    <a:pt x="2102" y="764"/>
                  </a:cubicBezTo>
                  <a:lnTo>
                    <a:pt x="2336" y="764"/>
                  </a:lnTo>
                  <a:cubicBezTo>
                    <a:pt x="2269" y="664"/>
                    <a:pt x="2236" y="463"/>
                    <a:pt x="2169" y="397"/>
                  </a:cubicBezTo>
                  <a:cubicBezTo>
                    <a:pt x="2022" y="292"/>
                    <a:pt x="1862" y="1"/>
                    <a:pt x="1696" y="1"/>
                  </a:cubicBez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7"/>
            <p:cNvSpPr/>
            <p:nvPr/>
          </p:nvSpPr>
          <p:spPr>
            <a:xfrm>
              <a:off x="4488375" y="3445250"/>
              <a:ext cx="10025" cy="8525"/>
            </a:xfrm>
            <a:custGeom>
              <a:avLst/>
              <a:gdLst/>
              <a:ahLst/>
              <a:cxnLst/>
              <a:rect l="l" t="t" r="r" b="b"/>
              <a:pathLst>
                <a:path w="401" h="341" extrusionOk="0">
                  <a:moveTo>
                    <a:pt x="216" y="1"/>
                  </a:moveTo>
                  <a:cubicBezTo>
                    <a:pt x="169" y="1"/>
                    <a:pt x="118" y="23"/>
                    <a:pt x="67" y="74"/>
                  </a:cubicBezTo>
                  <a:cubicBezTo>
                    <a:pt x="1" y="174"/>
                    <a:pt x="67" y="274"/>
                    <a:pt x="201" y="340"/>
                  </a:cubicBezTo>
                  <a:lnTo>
                    <a:pt x="401" y="140"/>
                  </a:lnTo>
                  <a:cubicBezTo>
                    <a:pt x="360" y="58"/>
                    <a:pt x="293" y="1"/>
                    <a:pt x="216" y="1"/>
                  </a:cubicBezTo>
                  <a:close/>
                </a:path>
              </a:pathLst>
            </a:custGeom>
            <a:solidFill>
              <a:srgbClr val="7DC8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7"/>
            <p:cNvSpPr/>
            <p:nvPr/>
          </p:nvSpPr>
          <p:spPr>
            <a:xfrm>
              <a:off x="4384125" y="3457075"/>
              <a:ext cx="8375" cy="4200"/>
            </a:xfrm>
            <a:custGeom>
              <a:avLst/>
              <a:gdLst/>
              <a:ahLst/>
              <a:cxnLst/>
              <a:rect l="l" t="t" r="r" b="b"/>
              <a:pathLst>
                <a:path w="335" h="168" extrusionOk="0">
                  <a:moveTo>
                    <a:pt x="334" y="1"/>
                  </a:moveTo>
                  <a:cubicBezTo>
                    <a:pt x="268" y="34"/>
                    <a:pt x="201" y="34"/>
                    <a:pt x="134" y="34"/>
                  </a:cubicBezTo>
                  <a:cubicBezTo>
                    <a:pt x="1" y="101"/>
                    <a:pt x="1" y="134"/>
                    <a:pt x="101" y="168"/>
                  </a:cubicBezTo>
                  <a:cubicBezTo>
                    <a:pt x="134" y="168"/>
                    <a:pt x="201" y="134"/>
                    <a:pt x="268" y="101"/>
                  </a:cubicBezTo>
                  <a:lnTo>
                    <a:pt x="334" y="1"/>
                  </a:ln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7"/>
            <p:cNvSpPr/>
            <p:nvPr/>
          </p:nvSpPr>
          <p:spPr>
            <a:xfrm>
              <a:off x="4679350" y="3422900"/>
              <a:ext cx="5850" cy="16700"/>
            </a:xfrm>
            <a:custGeom>
              <a:avLst/>
              <a:gdLst/>
              <a:ahLst/>
              <a:cxnLst/>
              <a:rect l="l" t="t" r="r" b="b"/>
              <a:pathLst>
                <a:path w="234" h="668" extrusionOk="0">
                  <a:moveTo>
                    <a:pt x="0" y="0"/>
                  </a:moveTo>
                  <a:cubicBezTo>
                    <a:pt x="34" y="200"/>
                    <a:pt x="34" y="400"/>
                    <a:pt x="0" y="667"/>
                  </a:cubicBezTo>
                  <a:cubicBezTo>
                    <a:pt x="234" y="501"/>
                    <a:pt x="200" y="234"/>
                    <a:pt x="200" y="0"/>
                  </a:cubicBezTo>
                  <a:close/>
                </a:path>
              </a:pathLst>
            </a:custGeom>
            <a:solidFill>
              <a:srgbClr val="7BC3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7"/>
            <p:cNvSpPr/>
            <p:nvPr/>
          </p:nvSpPr>
          <p:spPr>
            <a:xfrm>
              <a:off x="3233325" y="2504725"/>
              <a:ext cx="13350" cy="10875"/>
            </a:xfrm>
            <a:custGeom>
              <a:avLst/>
              <a:gdLst/>
              <a:ahLst/>
              <a:cxnLst/>
              <a:rect l="l" t="t" r="r" b="b"/>
              <a:pathLst>
                <a:path w="534" h="435" extrusionOk="0">
                  <a:moveTo>
                    <a:pt x="133" y="1"/>
                  </a:moveTo>
                  <a:cubicBezTo>
                    <a:pt x="200" y="168"/>
                    <a:pt x="0" y="401"/>
                    <a:pt x="334" y="435"/>
                  </a:cubicBezTo>
                  <a:cubicBezTo>
                    <a:pt x="367" y="435"/>
                    <a:pt x="467" y="368"/>
                    <a:pt x="467" y="334"/>
                  </a:cubicBezTo>
                  <a:cubicBezTo>
                    <a:pt x="534" y="34"/>
                    <a:pt x="334" y="34"/>
                    <a:pt x="133" y="1"/>
                  </a:cubicBezTo>
                  <a:close/>
                </a:path>
              </a:pathLst>
            </a:custGeom>
            <a:solidFill>
              <a:srgbClr val="FEB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7"/>
            <p:cNvSpPr/>
            <p:nvPr/>
          </p:nvSpPr>
          <p:spPr>
            <a:xfrm>
              <a:off x="3275850" y="2605650"/>
              <a:ext cx="7525" cy="15850"/>
            </a:xfrm>
            <a:custGeom>
              <a:avLst/>
              <a:gdLst/>
              <a:ahLst/>
              <a:cxnLst/>
              <a:rect l="l" t="t" r="r" b="b"/>
              <a:pathLst>
                <a:path w="301" h="634" extrusionOk="0">
                  <a:moveTo>
                    <a:pt x="67" y="0"/>
                  </a:moveTo>
                  <a:cubicBezTo>
                    <a:pt x="67" y="200"/>
                    <a:pt x="0" y="467"/>
                    <a:pt x="300" y="634"/>
                  </a:cubicBezTo>
                  <a:cubicBezTo>
                    <a:pt x="267" y="400"/>
                    <a:pt x="300" y="134"/>
                    <a:pt x="67" y="0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7"/>
            <p:cNvSpPr/>
            <p:nvPr/>
          </p:nvSpPr>
          <p:spPr>
            <a:xfrm>
              <a:off x="3280025" y="2626500"/>
              <a:ext cx="7525" cy="4400"/>
            </a:xfrm>
            <a:custGeom>
              <a:avLst/>
              <a:gdLst/>
              <a:ahLst/>
              <a:cxnLst/>
              <a:rect l="l" t="t" r="r" b="b"/>
              <a:pathLst>
                <a:path w="301" h="176" extrusionOk="0">
                  <a:moveTo>
                    <a:pt x="100" y="0"/>
                  </a:moveTo>
                  <a:cubicBezTo>
                    <a:pt x="100" y="33"/>
                    <a:pt x="67" y="67"/>
                    <a:pt x="0" y="167"/>
                  </a:cubicBezTo>
                  <a:cubicBezTo>
                    <a:pt x="29" y="173"/>
                    <a:pt x="55" y="175"/>
                    <a:pt x="80" y="175"/>
                  </a:cubicBezTo>
                  <a:cubicBezTo>
                    <a:pt x="199" y="175"/>
                    <a:pt x="273" y="111"/>
                    <a:pt x="300" y="0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7"/>
            <p:cNvSpPr/>
            <p:nvPr/>
          </p:nvSpPr>
          <p:spPr>
            <a:xfrm>
              <a:off x="3267500" y="2860000"/>
              <a:ext cx="3375" cy="1675"/>
            </a:xfrm>
            <a:custGeom>
              <a:avLst/>
              <a:gdLst/>
              <a:ahLst/>
              <a:cxnLst/>
              <a:rect l="l" t="t" r="r" b="b"/>
              <a:pathLst>
                <a:path w="135" h="67" extrusionOk="0">
                  <a:moveTo>
                    <a:pt x="67" y="0"/>
                  </a:moveTo>
                  <a:cubicBezTo>
                    <a:pt x="67" y="0"/>
                    <a:pt x="1" y="33"/>
                    <a:pt x="1" y="67"/>
                  </a:cubicBezTo>
                  <a:cubicBezTo>
                    <a:pt x="101" y="33"/>
                    <a:pt x="134" y="0"/>
                    <a:pt x="67" y="0"/>
                  </a:cubicBezTo>
                  <a:close/>
                </a:path>
              </a:pathLst>
            </a:custGeom>
            <a:solidFill>
              <a:srgbClr val="FFA7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7"/>
            <p:cNvSpPr/>
            <p:nvPr/>
          </p:nvSpPr>
          <p:spPr>
            <a:xfrm>
              <a:off x="3291700" y="2679850"/>
              <a:ext cx="3350" cy="1700"/>
            </a:xfrm>
            <a:custGeom>
              <a:avLst/>
              <a:gdLst/>
              <a:ahLst/>
              <a:cxnLst/>
              <a:rect l="l" t="t" r="r" b="b"/>
              <a:pathLst>
                <a:path w="134" h="68" extrusionOk="0">
                  <a:moveTo>
                    <a:pt x="133" y="1"/>
                  </a:moveTo>
                  <a:lnTo>
                    <a:pt x="133" y="1"/>
                  </a:lnTo>
                  <a:cubicBezTo>
                    <a:pt x="33" y="34"/>
                    <a:pt x="0" y="68"/>
                    <a:pt x="100" y="68"/>
                  </a:cubicBezTo>
                  <a:cubicBezTo>
                    <a:pt x="100" y="68"/>
                    <a:pt x="133" y="34"/>
                    <a:pt x="133" y="1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7"/>
            <p:cNvSpPr/>
            <p:nvPr/>
          </p:nvSpPr>
          <p:spPr>
            <a:xfrm>
              <a:off x="3286675" y="2583950"/>
              <a:ext cx="5050" cy="5025"/>
            </a:xfrm>
            <a:custGeom>
              <a:avLst/>
              <a:gdLst/>
              <a:ahLst/>
              <a:cxnLst/>
              <a:rect l="l" t="t" r="r" b="b"/>
              <a:pathLst>
                <a:path w="202" h="201" extrusionOk="0">
                  <a:moveTo>
                    <a:pt x="1" y="1"/>
                  </a:moveTo>
                  <a:lnTo>
                    <a:pt x="1" y="1"/>
                  </a:lnTo>
                  <a:cubicBezTo>
                    <a:pt x="68" y="68"/>
                    <a:pt x="168" y="101"/>
                    <a:pt x="201" y="201"/>
                  </a:cubicBezTo>
                  <a:cubicBezTo>
                    <a:pt x="168" y="101"/>
                    <a:pt x="68" y="34"/>
                    <a:pt x="1" y="1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7"/>
            <p:cNvSpPr/>
            <p:nvPr/>
          </p:nvSpPr>
          <p:spPr>
            <a:xfrm>
              <a:off x="3340900" y="2880000"/>
              <a:ext cx="1675" cy="1700"/>
            </a:xfrm>
            <a:custGeom>
              <a:avLst/>
              <a:gdLst/>
              <a:ahLst/>
              <a:cxnLst/>
              <a:rect l="l" t="t" r="r" b="b"/>
              <a:pathLst>
                <a:path w="67" h="68" extrusionOk="0">
                  <a:moveTo>
                    <a:pt x="33" y="1"/>
                  </a:moveTo>
                  <a:lnTo>
                    <a:pt x="0" y="34"/>
                  </a:lnTo>
                  <a:lnTo>
                    <a:pt x="67" y="6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FFB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7"/>
            <p:cNvSpPr/>
            <p:nvPr/>
          </p:nvSpPr>
          <p:spPr>
            <a:xfrm>
              <a:off x="4800275" y="3315325"/>
              <a:ext cx="5025" cy="7525"/>
            </a:xfrm>
            <a:custGeom>
              <a:avLst/>
              <a:gdLst/>
              <a:ahLst/>
              <a:cxnLst/>
              <a:rect l="l" t="t" r="r" b="b"/>
              <a:pathLst>
                <a:path w="201" h="301" extrusionOk="0">
                  <a:moveTo>
                    <a:pt x="134" y="0"/>
                  </a:moveTo>
                  <a:cubicBezTo>
                    <a:pt x="0" y="33"/>
                    <a:pt x="0" y="100"/>
                    <a:pt x="33" y="167"/>
                  </a:cubicBezTo>
                  <a:cubicBezTo>
                    <a:pt x="134" y="200"/>
                    <a:pt x="167" y="267"/>
                    <a:pt x="200" y="300"/>
                  </a:cubicBezTo>
                  <a:cubicBezTo>
                    <a:pt x="167" y="200"/>
                    <a:pt x="167" y="167"/>
                    <a:pt x="167" y="100"/>
                  </a:cubicBezTo>
                  <a:cubicBezTo>
                    <a:pt x="167" y="33"/>
                    <a:pt x="134" y="0"/>
                    <a:pt x="134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7"/>
            <p:cNvSpPr/>
            <p:nvPr/>
          </p:nvSpPr>
          <p:spPr>
            <a:xfrm>
              <a:off x="4762750" y="3368675"/>
              <a:ext cx="3350" cy="3375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67" y="1"/>
                  </a:moveTo>
                  <a:cubicBezTo>
                    <a:pt x="33" y="1"/>
                    <a:pt x="0" y="1"/>
                    <a:pt x="0" y="34"/>
                  </a:cubicBezTo>
                  <a:cubicBezTo>
                    <a:pt x="0" y="34"/>
                    <a:pt x="33" y="68"/>
                    <a:pt x="33" y="134"/>
                  </a:cubicBezTo>
                  <a:cubicBezTo>
                    <a:pt x="67" y="134"/>
                    <a:pt x="67" y="68"/>
                    <a:pt x="133" y="68"/>
                  </a:cubicBezTo>
                  <a:cubicBezTo>
                    <a:pt x="133" y="68"/>
                    <a:pt x="67" y="34"/>
                    <a:pt x="67" y="1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7"/>
            <p:cNvSpPr/>
            <p:nvPr/>
          </p:nvSpPr>
          <p:spPr>
            <a:xfrm>
              <a:off x="4847800" y="3314475"/>
              <a:ext cx="7525" cy="7300"/>
            </a:xfrm>
            <a:custGeom>
              <a:avLst/>
              <a:gdLst/>
              <a:ahLst/>
              <a:cxnLst/>
              <a:rect l="l" t="t" r="r" b="b"/>
              <a:pathLst>
                <a:path w="301" h="292" extrusionOk="0">
                  <a:moveTo>
                    <a:pt x="101" y="1"/>
                  </a:moveTo>
                  <a:cubicBezTo>
                    <a:pt x="101" y="67"/>
                    <a:pt x="0" y="101"/>
                    <a:pt x="0" y="168"/>
                  </a:cubicBezTo>
                  <a:cubicBezTo>
                    <a:pt x="0" y="264"/>
                    <a:pt x="29" y="292"/>
                    <a:pt x="67" y="292"/>
                  </a:cubicBezTo>
                  <a:cubicBezTo>
                    <a:pt x="121" y="292"/>
                    <a:pt x="195" y="234"/>
                    <a:pt x="234" y="234"/>
                  </a:cubicBezTo>
                  <a:cubicBezTo>
                    <a:pt x="301" y="234"/>
                    <a:pt x="301" y="168"/>
                    <a:pt x="267" y="67"/>
                  </a:cubicBezTo>
                  <a:cubicBezTo>
                    <a:pt x="234" y="34"/>
                    <a:pt x="134" y="34"/>
                    <a:pt x="101" y="1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7"/>
            <p:cNvSpPr/>
            <p:nvPr/>
          </p:nvSpPr>
          <p:spPr>
            <a:xfrm>
              <a:off x="2913075" y="1328450"/>
              <a:ext cx="2525" cy="2125"/>
            </a:xfrm>
            <a:custGeom>
              <a:avLst/>
              <a:gdLst/>
              <a:ahLst/>
              <a:cxnLst/>
              <a:rect l="l" t="t" r="r" b="b"/>
              <a:pathLst>
                <a:path w="101" h="85" extrusionOk="0">
                  <a:moveTo>
                    <a:pt x="23" y="1"/>
                  </a:moveTo>
                  <a:cubicBezTo>
                    <a:pt x="10" y="1"/>
                    <a:pt x="1" y="15"/>
                    <a:pt x="1" y="52"/>
                  </a:cubicBezTo>
                  <a:cubicBezTo>
                    <a:pt x="1" y="52"/>
                    <a:pt x="68" y="85"/>
                    <a:pt x="101" y="85"/>
                  </a:cubicBezTo>
                  <a:cubicBezTo>
                    <a:pt x="80" y="43"/>
                    <a:pt x="45" y="1"/>
                    <a:pt x="23" y="1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7"/>
            <p:cNvSpPr/>
            <p:nvPr/>
          </p:nvSpPr>
          <p:spPr>
            <a:xfrm>
              <a:off x="2717100" y="2726550"/>
              <a:ext cx="10050" cy="11700"/>
            </a:xfrm>
            <a:custGeom>
              <a:avLst/>
              <a:gdLst/>
              <a:ahLst/>
              <a:cxnLst/>
              <a:rect l="l" t="t" r="r" b="b"/>
              <a:pathLst>
                <a:path w="402" h="468" extrusionOk="0">
                  <a:moveTo>
                    <a:pt x="1" y="1"/>
                  </a:moveTo>
                  <a:cubicBezTo>
                    <a:pt x="68" y="68"/>
                    <a:pt x="68" y="168"/>
                    <a:pt x="68" y="168"/>
                  </a:cubicBezTo>
                  <a:cubicBezTo>
                    <a:pt x="68" y="268"/>
                    <a:pt x="1" y="468"/>
                    <a:pt x="234" y="468"/>
                  </a:cubicBezTo>
                  <a:cubicBezTo>
                    <a:pt x="268" y="468"/>
                    <a:pt x="301" y="468"/>
                    <a:pt x="301" y="401"/>
                  </a:cubicBezTo>
                  <a:cubicBezTo>
                    <a:pt x="401" y="234"/>
                    <a:pt x="301" y="168"/>
                    <a:pt x="168" y="68"/>
                  </a:cubicBezTo>
                  <a:cubicBezTo>
                    <a:pt x="134" y="34"/>
                    <a:pt x="68" y="34"/>
                    <a:pt x="1" y="1"/>
                  </a:cubicBezTo>
                  <a:close/>
                </a:path>
              </a:pathLst>
            </a:custGeom>
            <a:solidFill>
              <a:srgbClr val="FFB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7"/>
            <p:cNvSpPr/>
            <p:nvPr/>
          </p:nvSpPr>
          <p:spPr>
            <a:xfrm>
              <a:off x="4509225" y="3187900"/>
              <a:ext cx="10025" cy="8050"/>
            </a:xfrm>
            <a:custGeom>
              <a:avLst/>
              <a:gdLst/>
              <a:ahLst/>
              <a:cxnLst/>
              <a:rect l="l" t="t" r="r" b="b"/>
              <a:pathLst>
                <a:path w="401" h="322" extrusionOk="0">
                  <a:moveTo>
                    <a:pt x="161" y="1"/>
                  </a:moveTo>
                  <a:cubicBezTo>
                    <a:pt x="116" y="1"/>
                    <a:pt x="49" y="63"/>
                    <a:pt x="0" y="160"/>
                  </a:cubicBezTo>
                  <a:lnTo>
                    <a:pt x="267" y="294"/>
                  </a:lnTo>
                  <a:cubicBezTo>
                    <a:pt x="287" y="313"/>
                    <a:pt x="306" y="321"/>
                    <a:pt x="324" y="321"/>
                  </a:cubicBezTo>
                  <a:cubicBezTo>
                    <a:pt x="367" y="321"/>
                    <a:pt x="401" y="274"/>
                    <a:pt x="401" y="227"/>
                  </a:cubicBezTo>
                  <a:cubicBezTo>
                    <a:pt x="367" y="127"/>
                    <a:pt x="301" y="60"/>
                    <a:pt x="201" y="27"/>
                  </a:cubicBezTo>
                  <a:cubicBezTo>
                    <a:pt x="192" y="9"/>
                    <a:pt x="178" y="1"/>
                    <a:pt x="161" y="1"/>
                  </a:cubicBez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7"/>
            <p:cNvSpPr/>
            <p:nvPr/>
          </p:nvSpPr>
          <p:spPr>
            <a:xfrm>
              <a:off x="4520900" y="3202525"/>
              <a:ext cx="9200" cy="7225"/>
            </a:xfrm>
            <a:custGeom>
              <a:avLst/>
              <a:gdLst/>
              <a:ahLst/>
              <a:cxnLst/>
              <a:rect l="l" t="t" r="r" b="b"/>
              <a:pathLst>
                <a:path w="368" h="289" extrusionOk="0">
                  <a:moveTo>
                    <a:pt x="187" y="0"/>
                  </a:moveTo>
                  <a:cubicBezTo>
                    <a:pt x="169" y="0"/>
                    <a:pt x="152" y="3"/>
                    <a:pt x="134" y="9"/>
                  </a:cubicBezTo>
                  <a:cubicBezTo>
                    <a:pt x="34" y="42"/>
                    <a:pt x="0" y="142"/>
                    <a:pt x="0" y="176"/>
                  </a:cubicBezTo>
                  <a:cubicBezTo>
                    <a:pt x="0" y="251"/>
                    <a:pt x="38" y="288"/>
                    <a:pt x="99" y="288"/>
                  </a:cubicBezTo>
                  <a:cubicBezTo>
                    <a:pt x="119" y="288"/>
                    <a:pt x="142" y="284"/>
                    <a:pt x="167" y="276"/>
                  </a:cubicBezTo>
                  <a:cubicBezTo>
                    <a:pt x="201" y="276"/>
                    <a:pt x="301" y="209"/>
                    <a:pt x="367" y="142"/>
                  </a:cubicBezTo>
                  <a:cubicBezTo>
                    <a:pt x="340" y="60"/>
                    <a:pt x="267" y="0"/>
                    <a:pt x="187" y="0"/>
                  </a:cubicBez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7"/>
            <p:cNvSpPr/>
            <p:nvPr/>
          </p:nvSpPr>
          <p:spPr>
            <a:xfrm>
              <a:off x="4558425" y="3169375"/>
              <a:ext cx="1700" cy="1700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67" y="1"/>
                  </a:moveTo>
                  <a:lnTo>
                    <a:pt x="1" y="34"/>
                  </a:lnTo>
                  <a:lnTo>
                    <a:pt x="34" y="67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7"/>
            <p:cNvSpPr/>
            <p:nvPr/>
          </p:nvSpPr>
          <p:spPr>
            <a:xfrm>
              <a:off x="4560100" y="3166050"/>
              <a:ext cx="2525" cy="3350"/>
            </a:xfrm>
            <a:custGeom>
              <a:avLst/>
              <a:gdLst/>
              <a:ahLst/>
              <a:cxnLst/>
              <a:rect l="l" t="t" r="r" b="b"/>
              <a:pathLst>
                <a:path w="101" h="134" extrusionOk="0">
                  <a:moveTo>
                    <a:pt x="34" y="0"/>
                  </a:moveTo>
                  <a:lnTo>
                    <a:pt x="0" y="134"/>
                  </a:lnTo>
                  <a:lnTo>
                    <a:pt x="0" y="134"/>
                  </a:lnTo>
                  <a:lnTo>
                    <a:pt x="100" y="6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7"/>
            <p:cNvSpPr/>
            <p:nvPr/>
          </p:nvSpPr>
          <p:spPr>
            <a:xfrm>
              <a:off x="4593450" y="3281125"/>
              <a:ext cx="2525" cy="1700"/>
            </a:xfrm>
            <a:custGeom>
              <a:avLst/>
              <a:gdLst/>
              <a:ahLst/>
              <a:cxnLst/>
              <a:rect l="l" t="t" r="r" b="b"/>
              <a:pathLst>
                <a:path w="101" h="68" extrusionOk="0">
                  <a:moveTo>
                    <a:pt x="101" y="0"/>
                  </a:moveTo>
                  <a:lnTo>
                    <a:pt x="1" y="34"/>
                  </a:lnTo>
                  <a:lnTo>
                    <a:pt x="67" y="67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7"/>
            <p:cNvSpPr/>
            <p:nvPr/>
          </p:nvSpPr>
          <p:spPr>
            <a:xfrm>
              <a:off x="4428325" y="3344500"/>
              <a:ext cx="14200" cy="16700"/>
            </a:xfrm>
            <a:custGeom>
              <a:avLst/>
              <a:gdLst/>
              <a:ahLst/>
              <a:cxnLst/>
              <a:rect l="l" t="t" r="r" b="b"/>
              <a:pathLst>
                <a:path w="568" h="668" extrusionOk="0">
                  <a:moveTo>
                    <a:pt x="268" y="1"/>
                  </a:moveTo>
                  <a:cubicBezTo>
                    <a:pt x="201" y="1"/>
                    <a:pt x="34" y="101"/>
                    <a:pt x="34" y="134"/>
                  </a:cubicBezTo>
                  <a:cubicBezTo>
                    <a:pt x="1" y="434"/>
                    <a:pt x="268" y="468"/>
                    <a:pt x="501" y="668"/>
                  </a:cubicBezTo>
                  <a:cubicBezTo>
                    <a:pt x="568" y="334"/>
                    <a:pt x="568" y="101"/>
                    <a:pt x="268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7"/>
            <p:cNvSpPr/>
            <p:nvPr/>
          </p:nvSpPr>
          <p:spPr>
            <a:xfrm>
              <a:off x="4495875" y="3412675"/>
              <a:ext cx="4200" cy="2725"/>
            </a:xfrm>
            <a:custGeom>
              <a:avLst/>
              <a:gdLst/>
              <a:ahLst/>
              <a:cxnLst/>
              <a:rect l="l" t="t" r="r" b="b"/>
              <a:pathLst>
                <a:path w="168" h="109" extrusionOk="0">
                  <a:moveTo>
                    <a:pt x="72" y="1"/>
                  </a:moveTo>
                  <a:cubicBezTo>
                    <a:pt x="42" y="1"/>
                    <a:pt x="17" y="26"/>
                    <a:pt x="1" y="76"/>
                  </a:cubicBezTo>
                  <a:cubicBezTo>
                    <a:pt x="34" y="76"/>
                    <a:pt x="34" y="109"/>
                    <a:pt x="67" y="109"/>
                  </a:cubicBezTo>
                  <a:cubicBezTo>
                    <a:pt x="101" y="109"/>
                    <a:pt x="101" y="76"/>
                    <a:pt x="168" y="76"/>
                  </a:cubicBezTo>
                  <a:cubicBezTo>
                    <a:pt x="134" y="26"/>
                    <a:pt x="101" y="1"/>
                    <a:pt x="72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7"/>
            <p:cNvSpPr/>
            <p:nvPr/>
          </p:nvSpPr>
          <p:spPr>
            <a:xfrm>
              <a:off x="4496725" y="3400375"/>
              <a:ext cx="5025" cy="5875"/>
            </a:xfrm>
            <a:custGeom>
              <a:avLst/>
              <a:gdLst/>
              <a:ahLst/>
              <a:cxnLst/>
              <a:rect l="l" t="t" r="r" b="b"/>
              <a:pathLst>
                <a:path w="201" h="235" extrusionOk="0">
                  <a:moveTo>
                    <a:pt x="0" y="1"/>
                  </a:moveTo>
                  <a:cubicBezTo>
                    <a:pt x="67" y="101"/>
                    <a:pt x="167" y="134"/>
                    <a:pt x="200" y="234"/>
                  </a:cubicBezTo>
                  <a:cubicBezTo>
                    <a:pt x="167" y="134"/>
                    <a:pt x="67" y="101"/>
                    <a:pt x="0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7"/>
            <p:cNvSpPr/>
            <p:nvPr/>
          </p:nvSpPr>
          <p:spPr>
            <a:xfrm>
              <a:off x="4447525" y="3418725"/>
              <a:ext cx="2525" cy="1700"/>
            </a:xfrm>
            <a:custGeom>
              <a:avLst/>
              <a:gdLst/>
              <a:ahLst/>
              <a:cxnLst/>
              <a:rect l="l" t="t" r="r" b="b"/>
              <a:pathLst>
                <a:path w="101" h="68" extrusionOk="0">
                  <a:moveTo>
                    <a:pt x="100" y="0"/>
                  </a:moveTo>
                  <a:lnTo>
                    <a:pt x="0" y="34"/>
                  </a:lnTo>
                  <a:lnTo>
                    <a:pt x="67" y="67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7"/>
            <p:cNvSpPr/>
            <p:nvPr/>
          </p:nvSpPr>
          <p:spPr>
            <a:xfrm>
              <a:off x="4456675" y="3327000"/>
              <a:ext cx="3375" cy="1675"/>
            </a:xfrm>
            <a:custGeom>
              <a:avLst/>
              <a:gdLst/>
              <a:ahLst/>
              <a:cxnLst/>
              <a:rect l="l" t="t" r="r" b="b"/>
              <a:pathLst>
                <a:path w="135" h="67" extrusionOk="0">
                  <a:moveTo>
                    <a:pt x="1" y="0"/>
                  </a:moveTo>
                  <a:lnTo>
                    <a:pt x="101" y="67"/>
                  </a:lnTo>
                  <a:lnTo>
                    <a:pt x="134" y="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7"/>
            <p:cNvSpPr/>
            <p:nvPr/>
          </p:nvSpPr>
          <p:spPr>
            <a:xfrm>
              <a:off x="4455025" y="3324500"/>
              <a:ext cx="1675" cy="2525"/>
            </a:xfrm>
            <a:custGeom>
              <a:avLst/>
              <a:gdLst/>
              <a:ahLst/>
              <a:cxnLst/>
              <a:rect l="l" t="t" r="r" b="b"/>
              <a:pathLst>
                <a:path w="67" h="101" extrusionOk="0">
                  <a:moveTo>
                    <a:pt x="34" y="0"/>
                  </a:moveTo>
                  <a:lnTo>
                    <a:pt x="0" y="67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7"/>
            <p:cNvSpPr/>
            <p:nvPr/>
          </p:nvSpPr>
          <p:spPr>
            <a:xfrm>
              <a:off x="4538400" y="3427050"/>
              <a:ext cx="1700" cy="1700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68" y="1"/>
                  </a:moveTo>
                  <a:lnTo>
                    <a:pt x="1" y="34"/>
                  </a:lnTo>
                  <a:lnTo>
                    <a:pt x="34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7"/>
            <p:cNvSpPr/>
            <p:nvPr/>
          </p:nvSpPr>
          <p:spPr>
            <a:xfrm>
              <a:off x="4547575" y="3198625"/>
              <a:ext cx="29225" cy="37875"/>
            </a:xfrm>
            <a:custGeom>
              <a:avLst/>
              <a:gdLst/>
              <a:ahLst/>
              <a:cxnLst/>
              <a:rect l="l" t="t" r="r" b="b"/>
              <a:pathLst>
                <a:path w="1169" h="1515" extrusionOk="0">
                  <a:moveTo>
                    <a:pt x="825" y="0"/>
                  </a:moveTo>
                  <a:cubicBezTo>
                    <a:pt x="696" y="0"/>
                    <a:pt x="572" y="113"/>
                    <a:pt x="468" y="165"/>
                  </a:cubicBezTo>
                  <a:cubicBezTo>
                    <a:pt x="1" y="432"/>
                    <a:pt x="134" y="932"/>
                    <a:pt x="101" y="1299"/>
                  </a:cubicBezTo>
                  <a:cubicBezTo>
                    <a:pt x="101" y="1468"/>
                    <a:pt x="224" y="1515"/>
                    <a:pt x="393" y="1515"/>
                  </a:cubicBezTo>
                  <a:cubicBezTo>
                    <a:pt x="457" y="1515"/>
                    <a:pt x="528" y="1508"/>
                    <a:pt x="601" y="1499"/>
                  </a:cubicBezTo>
                  <a:cubicBezTo>
                    <a:pt x="835" y="1466"/>
                    <a:pt x="1102" y="1466"/>
                    <a:pt x="1002" y="1099"/>
                  </a:cubicBezTo>
                  <a:cubicBezTo>
                    <a:pt x="1002" y="832"/>
                    <a:pt x="635" y="699"/>
                    <a:pt x="835" y="465"/>
                  </a:cubicBezTo>
                  <a:cubicBezTo>
                    <a:pt x="935" y="332"/>
                    <a:pt x="1168" y="198"/>
                    <a:pt x="935" y="31"/>
                  </a:cubicBezTo>
                  <a:cubicBezTo>
                    <a:pt x="898" y="9"/>
                    <a:pt x="861" y="0"/>
                    <a:pt x="825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7"/>
            <p:cNvSpPr/>
            <p:nvPr/>
          </p:nvSpPr>
          <p:spPr>
            <a:xfrm>
              <a:off x="4656000" y="3309475"/>
              <a:ext cx="16700" cy="25875"/>
            </a:xfrm>
            <a:custGeom>
              <a:avLst/>
              <a:gdLst/>
              <a:ahLst/>
              <a:cxnLst/>
              <a:rect l="l" t="t" r="r" b="b"/>
              <a:pathLst>
                <a:path w="668" h="1035" extrusionOk="0">
                  <a:moveTo>
                    <a:pt x="501" y="1"/>
                  </a:moveTo>
                  <a:lnTo>
                    <a:pt x="501" y="1"/>
                  </a:lnTo>
                  <a:cubicBezTo>
                    <a:pt x="100" y="234"/>
                    <a:pt x="0" y="568"/>
                    <a:pt x="100" y="1035"/>
                  </a:cubicBezTo>
                  <a:cubicBezTo>
                    <a:pt x="501" y="768"/>
                    <a:pt x="667" y="501"/>
                    <a:pt x="501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7"/>
            <p:cNvSpPr/>
            <p:nvPr/>
          </p:nvSpPr>
          <p:spPr>
            <a:xfrm>
              <a:off x="4571775" y="3391875"/>
              <a:ext cx="15875" cy="14375"/>
            </a:xfrm>
            <a:custGeom>
              <a:avLst/>
              <a:gdLst/>
              <a:ahLst/>
              <a:cxnLst/>
              <a:rect l="l" t="t" r="r" b="b"/>
              <a:pathLst>
                <a:path w="635" h="575" extrusionOk="0">
                  <a:moveTo>
                    <a:pt x="261" y="1"/>
                  </a:moveTo>
                  <a:cubicBezTo>
                    <a:pt x="110" y="1"/>
                    <a:pt x="34" y="95"/>
                    <a:pt x="34" y="240"/>
                  </a:cubicBezTo>
                  <a:cubicBezTo>
                    <a:pt x="34" y="341"/>
                    <a:pt x="0" y="474"/>
                    <a:pt x="167" y="574"/>
                  </a:cubicBezTo>
                  <a:cubicBezTo>
                    <a:pt x="300" y="541"/>
                    <a:pt x="401" y="441"/>
                    <a:pt x="501" y="307"/>
                  </a:cubicBezTo>
                  <a:cubicBezTo>
                    <a:pt x="634" y="140"/>
                    <a:pt x="467" y="74"/>
                    <a:pt x="334" y="7"/>
                  </a:cubicBezTo>
                  <a:cubicBezTo>
                    <a:pt x="308" y="3"/>
                    <a:pt x="284" y="1"/>
                    <a:pt x="261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7"/>
            <p:cNvSpPr/>
            <p:nvPr/>
          </p:nvSpPr>
          <p:spPr>
            <a:xfrm>
              <a:off x="4555100" y="3360350"/>
              <a:ext cx="16700" cy="22850"/>
            </a:xfrm>
            <a:custGeom>
              <a:avLst/>
              <a:gdLst/>
              <a:ahLst/>
              <a:cxnLst/>
              <a:rect l="l" t="t" r="r" b="b"/>
              <a:pathLst>
                <a:path w="668" h="914" extrusionOk="0">
                  <a:moveTo>
                    <a:pt x="234" y="0"/>
                  </a:moveTo>
                  <a:cubicBezTo>
                    <a:pt x="0" y="367"/>
                    <a:pt x="134" y="501"/>
                    <a:pt x="167" y="634"/>
                  </a:cubicBezTo>
                  <a:cubicBezTo>
                    <a:pt x="194" y="688"/>
                    <a:pt x="134" y="914"/>
                    <a:pt x="283" y="914"/>
                  </a:cubicBezTo>
                  <a:cubicBezTo>
                    <a:pt x="320" y="914"/>
                    <a:pt x="368" y="900"/>
                    <a:pt x="434" y="868"/>
                  </a:cubicBezTo>
                  <a:cubicBezTo>
                    <a:pt x="667" y="734"/>
                    <a:pt x="634" y="634"/>
                    <a:pt x="500" y="467"/>
                  </a:cubicBezTo>
                  <a:cubicBezTo>
                    <a:pt x="400" y="334"/>
                    <a:pt x="367" y="201"/>
                    <a:pt x="234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7"/>
            <p:cNvSpPr/>
            <p:nvPr/>
          </p:nvSpPr>
          <p:spPr>
            <a:xfrm>
              <a:off x="4593450" y="3404975"/>
              <a:ext cx="15875" cy="12950"/>
            </a:xfrm>
            <a:custGeom>
              <a:avLst/>
              <a:gdLst/>
              <a:ahLst/>
              <a:cxnLst/>
              <a:rect l="l" t="t" r="r" b="b"/>
              <a:pathLst>
                <a:path w="635" h="518" extrusionOk="0">
                  <a:moveTo>
                    <a:pt x="243" y="0"/>
                  </a:moveTo>
                  <a:cubicBezTo>
                    <a:pt x="208" y="0"/>
                    <a:pt x="171" y="6"/>
                    <a:pt x="134" y="17"/>
                  </a:cubicBezTo>
                  <a:cubicBezTo>
                    <a:pt x="101" y="17"/>
                    <a:pt x="67" y="83"/>
                    <a:pt x="1" y="117"/>
                  </a:cubicBezTo>
                  <a:cubicBezTo>
                    <a:pt x="167" y="250"/>
                    <a:pt x="334" y="350"/>
                    <a:pt x="634" y="517"/>
                  </a:cubicBezTo>
                  <a:cubicBezTo>
                    <a:pt x="578" y="153"/>
                    <a:pt x="428" y="0"/>
                    <a:pt x="243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7"/>
            <p:cNvSpPr/>
            <p:nvPr/>
          </p:nvSpPr>
          <p:spPr>
            <a:xfrm>
              <a:off x="4626800" y="3389200"/>
              <a:ext cx="10875" cy="7875"/>
            </a:xfrm>
            <a:custGeom>
              <a:avLst/>
              <a:gdLst/>
              <a:ahLst/>
              <a:cxnLst/>
              <a:rect l="l" t="t" r="r" b="b"/>
              <a:pathLst>
                <a:path w="435" h="315" extrusionOk="0">
                  <a:moveTo>
                    <a:pt x="109" y="1"/>
                  </a:moveTo>
                  <a:cubicBezTo>
                    <a:pt x="54" y="1"/>
                    <a:pt x="1" y="32"/>
                    <a:pt x="1" y="81"/>
                  </a:cubicBezTo>
                  <a:cubicBezTo>
                    <a:pt x="1" y="247"/>
                    <a:pt x="101" y="314"/>
                    <a:pt x="234" y="314"/>
                  </a:cubicBezTo>
                  <a:cubicBezTo>
                    <a:pt x="301" y="247"/>
                    <a:pt x="434" y="247"/>
                    <a:pt x="401" y="214"/>
                  </a:cubicBezTo>
                  <a:cubicBezTo>
                    <a:pt x="401" y="47"/>
                    <a:pt x="268" y="47"/>
                    <a:pt x="168" y="14"/>
                  </a:cubicBezTo>
                  <a:cubicBezTo>
                    <a:pt x="150" y="5"/>
                    <a:pt x="129" y="1"/>
                    <a:pt x="109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7"/>
            <p:cNvSpPr/>
            <p:nvPr/>
          </p:nvSpPr>
          <p:spPr>
            <a:xfrm>
              <a:off x="4637650" y="3322825"/>
              <a:ext cx="10025" cy="8675"/>
            </a:xfrm>
            <a:custGeom>
              <a:avLst/>
              <a:gdLst/>
              <a:ahLst/>
              <a:cxnLst/>
              <a:rect l="l" t="t" r="r" b="b"/>
              <a:pathLst>
                <a:path w="401" h="347" extrusionOk="0">
                  <a:moveTo>
                    <a:pt x="167" y="0"/>
                  </a:moveTo>
                  <a:cubicBezTo>
                    <a:pt x="134" y="67"/>
                    <a:pt x="34" y="167"/>
                    <a:pt x="0" y="234"/>
                  </a:cubicBezTo>
                  <a:cubicBezTo>
                    <a:pt x="0" y="309"/>
                    <a:pt x="38" y="346"/>
                    <a:pt x="99" y="346"/>
                  </a:cubicBezTo>
                  <a:cubicBezTo>
                    <a:pt x="119" y="346"/>
                    <a:pt x="142" y="342"/>
                    <a:pt x="167" y="334"/>
                  </a:cubicBezTo>
                  <a:cubicBezTo>
                    <a:pt x="301" y="301"/>
                    <a:pt x="367" y="200"/>
                    <a:pt x="401" y="167"/>
                  </a:cubicBezTo>
                  <a:cubicBezTo>
                    <a:pt x="334" y="34"/>
                    <a:pt x="234" y="0"/>
                    <a:pt x="167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7"/>
            <p:cNvSpPr/>
            <p:nvPr/>
          </p:nvSpPr>
          <p:spPr>
            <a:xfrm>
              <a:off x="4596775" y="3389525"/>
              <a:ext cx="6700" cy="5050"/>
            </a:xfrm>
            <a:custGeom>
              <a:avLst/>
              <a:gdLst/>
              <a:ahLst/>
              <a:cxnLst/>
              <a:rect l="l" t="t" r="r" b="b"/>
              <a:pathLst>
                <a:path w="268" h="202" extrusionOk="0">
                  <a:moveTo>
                    <a:pt x="134" y="1"/>
                  </a:moveTo>
                  <a:cubicBezTo>
                    <a:pt x="34" y="1"/>
                    <a:pt x="1" y="34"/>
                    <a:pt x="1" y="134"/>
                  </a:cubicBezTo>
                  <a:cubicBezTo>
                    <a:pt x="34" y="134"/>
                    <a:pt x="101" y="168"/>
                    <a:pt x="201" y="201"/>
                  </a:cubicBezTo>
                  <a:lnTo>
                    <a:pt x="268" y="134"/>
                  </a:lnTo>
                  <a:cubicBezTo>
                    <a:pt x="201" y="68"/>
                    <a:pt x="168" y="1"/>
                    <a:pt x="134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7"/>
            <p:cNvSpPr/>
            <p:nvPr/>
          </p:nvSpPr>
          <p:spPr>
            <a:xfrm>
              <a:off x="4522575" y="3344500"/>
              <a:ext cx="4175" cy="12875"/>
            </a:xfrm>
            <a:custGeom>
              <a:avLst/>
              <a:gdLst/>
              <a:ahLst/>
              <a:cxnLst/>
              <a:rect l="l" t="t" r="r" b="b"/>
              <a:pathLst>
                <a:path w="167" h="515" extrusionOk="0">
                  <a:moveTo>
                    <a:pt x="67" y="1"/>
                  </a:moveTo>
                  <a:cubicBezTo>
                    <a:pt x="0" y="167"/>
                    <a:pt x="0" y="301"/>
                    <a:pt x="0" y="434"/>
                  </a:cubicBezTo>
                  <a:cubicBezTo>
                    <a:pt x="0" y="489"/>
                    <a:pt x="0" y="514"/>
                    <a:pt x="17" y="514"/>
                  </a:cubicBezTo>
                  <a:cubicBezTo>
                    <a:pt x="31" y="514"/>
                    <a:pt x="55" y="498"/>
                    <a:pt x="100" y="468"/>
                  </a:cubicBezTo>
                  <a:cubicBezTo>
                    <a:pt x="134" y="368"/>
                    <a:pt x="167" y="301"/>
                    <a:pt x="167" y="201"/>
                  </a:cubicBezTo>
                  <a:cubicBezTo>
                    <a:pt x="167" y="167"/>
                    <a:pt x="134" y="101"/>
                    <a:pt x="67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7"/>
            <p:cNvSpPr/>
            <p:nvPr/>
          </p:nvSpPr>
          <p:spPr>
            <a:xfrm>
              <a:off x="4630975" y="3365350"/>
              <a:ext cx="4200" cy="11700"/>
            </a:xfrm>
            <a:custGeom>
              <a:avLst/>
              <a:gdLst/>
              <a:ahLst/>
              <a:cxnLst/>
              <a:rect l="l" t="t" r="r" b="b"/>
              <a:pathLst>
                <a:path w="168" h="468" extrusionOk="0">
                  <a:moveTo>
                    <a:pt x="1" y="1"/>
                  </a:moveTo>
                  <a:lnTo>
                    <a:pt x="1" y="201"/>
                  </a:lnTo>
                  <a:cubicBezTo>
                    <a:pt x="1" y="301"/>
                    <a:pt x="67" y="367"/>
                    <a:pt x="101" y="468"/>
                  </a:cubicBezTo>
                  <a:cubicBezTo>
                    <a:pt x="101" y="367"/>
                    <a:pt x="134" y="334"/>
                    <a:pt x="167" y="301"/>
                  </a:cubicBezTo>
                  <a:cubicBezTo>
                    <a:pt x="134" y="167"/>
                    <a:pt x="101" y="34"/>
                    <a:pt x="1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7"/>
            <p:cNvSpPr/>
            <p:nvPr/>
          </p:nvSpPr>
          <p:spPr>
            <a:xfrm>
              <a:off x="4530900" y="3370350"/>
              <a:ext cx="7525" cy="6700"/>
            </a:xfrm>
            <a:custGeom>
              <a:avLst/>
              <a:gdLst/>
              <a:ahLst/>
              <a:cxnLst/>
              <a:rect l="l" t="t" r="r" b="b"/>
              <a:pathLst>
                <a:path w="301" h="268" extrusionOk="0">
                  <a:moveTo>
                    <a:pt x="201" y="1"/>
                  </a:moveTo>
                  <a:cubicBezTo>
                    <a:pt x="134" y="1"/>
                    <a:pt x="101" y="67"/>
                    <a:pt x="34" y="101"/>
                  </a:cubicBezTo>
                  <a:cubicBezTo>
                    <a:pt x="1" y="167"/>
                    <a:pt x="1" y="234"/>
                    <a:pt x="101" y="268"/>
                  </a:cubicBezTo>
                  <a:cubicBezTo>
                    <a:pt x="168" y="268"/>
                    <a:pt x="234" y="234"/>
                    <a:pt x="268" y="167"/>
                  </a:cubicBezTo>
                  <a:cubicBezTo>
                    <a:pt x="301" y="134"/>
                    <a:pt x="201" y="67"/>
                    <a:pt x="201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7"/>
            <p:cNvSpPr/>
            <p:nvPr/>
          </p:nvSpPr>
          <p:spPr>
            <a:xfrm>
              <a:off x="4640975" y="3310300"/>
              <a:ext cx="2525" cy="3375"/>
            </a:xfrm>
            <a:custGeom>
              <a:avLst/>
              <a:gdLst/>
              <a:ahLst/>
              <a:cxnLst/>
              <a:rect l="l" t="t" r="r" b="b"/>
              <a:pathLst>
                <a:path w="101" h="135" extrusionOk="0">
                  <a:moveTo>
                    <a:pt x="34" y="1"/>
                  </a:moveTo>
                  <a:cubicBezTo>
                    <a:pt x="1" y="34"/>
                    <a:pt x="1" y="34"/>
                    <a:pt x="1" y="68"/>
                  </a:cubicBezTo>
                  <a:cubicBezTo>
                    <a:pt x="1" y="134"/>
                    <a:pt x="34" y="134"/>
                    <a:pt x="68" y="134"/>
                  </a:cubicBezTo>
                  <a:cubicBezTo>
                    <a:pt x="68" y="68"/>
                    <a:pt x="68" y="34"/>
                    <a:pt x="101" y="34"/>
                  </a:cubicBezTo>
                  <a:cubicBezTo>
                    <a:pt x="101" y="1"/>
                    <a:pt x="68" y="1"/>
                    <a:pt x="34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7"/>
            <p:cNvSpPr/>
            <p:nvPr/>
          </p:nvSpPr>
          <p:spPr>
            <a:xfrm>
              <a:off x="4605125" y="3374525"/>
              <a:ext cx="2525" cy="4200"/>
            </a:xfrm>
            <a:custGeom>
              <a:avLst/>
              <a:gdLst/>
              <a:ahLst/>
              <a:cxnLst/>
              <a:rect l="l" t="t" r="r" b="b"/>
              <a:pathLst>
                <a:path w="101" h="168" extrusionOk="0">
                  <a:moveTo>
                    <a:pt x="34" y="0"/>
                  </a:moveTo>
                  <a:cubicBezTo>
                    <a:pt x="34" y="67"/>
                    <a:pt x="1" y="67"/>
                    <a:pt x="1" y="101"/>
                  </a:cubicBezTo>
                  <a:cubicBezTo>
                    <a:pt x="1" y="134"/>
                    <a:pt x="34" y="134"/>
                    <a:pt x="34" y="167"/>
                  </a:cubicBezTo>
                  <a:cubicBezTo>
                    <a:pt x="34" y="134"/>
                    <a:pt x="101" y="134"/>
                    <a:pt x="101" y="101"/>
                  </a:cubicBezTo>
                  <a:cubicBezTo>
                    <a:pt x="101" y="67"/>
                    <a:pt x="34" y="0"/>
                    <a:pt x="34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7"/>
            <p:cNvSpPr/>
            <p:nvPr/>
          </p:nvSpPr>
          <p:spPr>
            <a:xfrm>
              <a:off x="4539250" y="3344500"/>
              <a:ext cx="4200" cy="3375"/>
            </a:xfrm>
            <a:custGeom>
              <a:avLst/>
              <a:gdLst/>
              <a:ahLst/>
              <a:cxnLst/>
              <a:rect l="l" t="t" r="r" b="b"/>
              <a:pathLst>
                <a:path w="168" h="135" extrusionOk="0">
                  <a:moveTo>
                    <a:pt x="100" y="1"/>
                  </a:moveTo>
                  <a:cubicBezTo>
                    <a:pt x="100" y="1"/>
                    <a:pt x="34" y="34"/>
                    <a:pt x="0" y="34"/>
                  </a:cubicBezTo>
                  <a:cubicBezTo>
                    <a:pt x="34" y="101"/>
                    <a:pt x="34" y="101"/>
                    <a:pt x="34" y="134"/>
                  </a:cubicBezTo>
                  <a:cubicBezTo>
                    <a:pt x="134" y="134"/>
                    <a:pt x="167" y="101"/>
                    <a:pt x="100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7"/>
            <p:cNvSpPr/>
            <p:nvPr/>
          </p:nvSpPr>
          <p:spPr>
            <a:xfrm>
              <a:off x="4553425" y="3388700"/>
              <a:ext cx="2525" cy="1700"/>
            </a:xfrm>
            <a:custGeom>
              <a:avLst/>
              <a:gdLst/>
              <a:ahLst/>
              <a:cxnLst/>
              <a:rect l="l" t="t" r="r" b="b"/>
              <a:pathLst>
                <a:path w="101" h="68" extrusionOk="0">
                  <a:moveTo>
                    <a:pt x="100" y="1"/>
                  </a:moveTo>
                  <a:lnTo>
                    <a:pt x="0" y="34"/>
                  </a:lnTo>
                  <a:lnTo>
                    <a:pt x="34" y="67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7"/>
            <p:cNvSpPr/>
            <p:nvPr/>
          </p:nvSpPr>
          <p:spPr>
            <a:xfrm>
              <a:off x="4555925" y="3382875"/>
              <a:ext cx="5025" cy="5850"/>
            </a:xfrm>
            <a:custGeom>
              <a:avLst/>
              <a:gdLst/>
              <a:ahLst/>
              <a:cxnLst/>
              <a:rect l="l" t="t" r="r" b="b"/>
              <a:pathLst>
                <a:path w="201" h="234" extrusionOk="0">
                  <a:moveTo>
                    <a:pt x="201" y="0"/>
                  </a:moveTo>
                  <a:lnTo>
                    <a:pt x="201" y="0"/>
                  </a:lnTo>
                  <a:cubicBezTo>
                    <a:pt x="167" y="33"/>
                    <a:pt x="142" y="67"/>
                    <a:pt x="113" y="104"/>
                  </a:cubicBezTo>
                  <a:lnTo>
                    <a:pt x="113" y="104"/>
                  </a:lnTo>
                  <a:cubicBezTo>
                    <a:pt x="142" y="75"/>
                    <a:pt x="171" y="44"/>
                    <a:pt x="201" y="0"/>
                  </a:cubicBezTo>
                  <a:close/>
                  <a:moveTo>
                    <a:pt x="113" y="104"/>
                  </a:moveTo>
                  <a:cubicBezTo>
                    <a:pt x="76" y="142"/>
                    <a:pt x="38" y="177"/>
                    <a:pt x="0" y="234"/>
                  </a:cubicBezTo>
                  <a:cubicBezTo>
                    <a:pt x="51" y="183"/>
                    <a:pt x="84" y="142"/>
                    <a:pt x="113" y="104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7"/>
            <p:cNvSpPr/>
            <p:nvPr/>
          </p:nvSpPr>
          <p:spPr>
            <a:xfrm>
              <a:off x="4639325" y="3405375"/>
              <a:ext cx="2525" cy="2525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67" y="1"/>
                  </a:moveTo>
                  <a:lnTo>
                    <a:pt x="0" y="34"/>
                  </a:lnTo>
                  <a:lnTo>
                    <a:pt x="100" y="101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7"/>
            <p:cNvSpPr/>
            <p:nvPr/>
          </p:nvSpPr>
          <p:spPr>
            <a:xfrm>
              <a:off x="4628475" y="3363675"/>
              <a:ext cx="1700" cy="1700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34" y="1"/>
                  </a:moveTo>
                  <a:lnTo>
                    <a:pt x="1" y="34"/>
                  </a:lnTo>
                  <a:lnTo>
                    <a:pt x="67" y="68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7"/>
            <p:cNvSpPr/>
            <p:nvPr/>
          </p:nvSpPr>
          <p:spPr>
            <a:xfrm>
              <a:off x="4564275" y="3217750"/>
              <a:ext cx="2525" cy="1700"/>
            </a:xfrm>
            <a:custGeom>
              <a:avLst/>
              <a:gdLst/>
              <a:ahLst/>
              <a:cxnLst/>
              <a:rect l="l" t="t" r="r" b="b"/>
              <a:pathLst>
                <a:path w="101" h="68" extrusionOk="0">
                  <a:moveTo>
                    <a:pt x="100" y="0"/>
                  </a:moveTo>
                  <a:lnTo>
                    <a:pt x="0" y="34"/>
                  </a:lnTo>
                  <a:lnTo>
                    <a:pt x="67" y="67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8"/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err="1"/>
              <a:t>Inheritance</a:t>
            </a:r>
            <a:r>
              <a:rPr lang="id-ID" dirty="0"/>
              <a:t> CSS</a:t>
            </a:r>
            <a:endParaRPr dirty="0"/>
          </a:p>
        </p:txBody>
      </p:sp>
      <p:sp>
        <p:nvSpPr>
          <p:cNvPr id="814" name="Google Shape;814;p38"/>
          <p:cNvSpPr txBox="1">
            <a:spLocks noGrp="1"/>
          </p:cNvSpPr>
          <p:nvPr>
            <p:ph type="body" idx="1"/>
          </p:nvPr>
        </p:nvSpPr>
        <p:spPr>
          <a:xfrm>
            <a:off x="714175" y="1152475"/>
            <a:ext cx="7715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id-ID" sz="2400" dirty="0"/>
              <a:t>sebuah elemen mewarisi beberapa nilai dari properti yang dimiliki oleh elemen </a:t>
            </a:r>
            <a:r>
              <a:rPr lang="id-ID" sz="2400" dirty="0" err="1"/>
              <a:t>parent-nya</a:t>
            </a:r>
            <a:endParaRPr lang="id-ID" sz="2400" dirty="0"/>
          </a:p>
          <a:p>
            <a:pPr marL="0" lvl="0" indent="0">
              <a:buNone/>
            </a:pPr>
            <a:endParaRPr lang="id-ID" dirty="0"/>
          </a:p>
          <a:p>
            <a:pPr marL="0" lvl="0" indent="0">
              <a:buNone/>
            </a:pPr>
            <a:r>
              <a:rPr lang="id-ID" i="1" dirty="0" err="1"/>
              <a:t>Inheritance</a:t>
            </a:r>
            <a:r>
              <a:rPr lang="id-ID" dirty="0"/>
              <a:t> pada CSS adalah kondisi di mana elemen </a:t>
            </a:r>
            <a:r>
              <a:rPr lang="id-ID" i="1" dirty="0" err="1"/>
              <a:t>child</a:t>
            </a:r>
            <a:r>
              <a:rPr lang="id-ID" dirty="0"/>
              <a:t> (anak) mewarisi nilai dari properti yang dimiliki oleh </a:t>
            </a:r>
            <a:r>
              <a:rPr lang="id-ID" i="1" dirty="0" err="1"/>
              <a:t>parent</a:t>
            </a:r>
            <a:r>
              <a:rPr lang="id-ID" dirty="0" err="1"/>
              <a:t>-nya</a:t>
            </a:r>
            <a:r>
              <a:rPr lang="id-ID" dirty="0"/>
              <a:t> (orang tua). 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>
          <a:extLst>
            <a:ext uri="{FF2B5EF4-FFF2-40B4-BE49-F238E27FC236}">
              <a16:creationId xmlns:a16="http://schemas.microsoft.com/office/drawing/2014/main" id="{893D1220-0DEC-19E1-4FEF-B3BADDB7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8">
            <a:extLst>
              <a:ext uri="{FF2B5EF4-FFF2-40B4-BE49-F238E27FC236}">
                <a16:creationId xmlns:a16="http://schemas.microsoft.com/office/drawing/2014/main" id="{0F93334B-3E8E-0F4D-63C6-56F151EB4F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Properti yang Diwariskan</a:t>
            </a:r>
            <a:endParaRPr dirty="0"/>
          </a:p>
        </p:txBody>
      </p:sp>
      <p:sp>
        <p:nvSpPr>
          <p:cNvPr id="814" name="Google Shape;814;p38">
            <a:extLst>
              <a:ext uri="{FF2B5EF4-FFF2-40B4-BE49-F238E27FC236}">
                <a16:creationId xmlns:a16="http://schemas.microsoft.com/office/drawing/2014/main" id="{EF5B1A62-5CBE-CE9B-C633-9ADA61901A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4175" y="1296163"/>
            <a:ext cx="7715700" cy="2551174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 marL="0" lvl="0" indent="0">
              <a:buNone/>
            </a:pPr>
            <a:r>
              <a:rPr lang="id-ID" sz="2400" dirty="0" err="1"/>
              <a:t>Color</a:t>
            </a:r>
            <a:endParaRPr lang="id-ID" sz="2400" dirty="0"/>
          </a:p>
          <a:p>
            <a:pPr marL="0" lvl="0" indent="0">
              <a:buNone/>
            </a:pPr>
            <a:r>
              <a:rPr lang="id-ID" sz="2400" dirty="0" err="1"/>
              <a:t>Font</a:t>
            </a:r>
            <a:endParaRPr lang="id-ID" sz="2400" dirty="0"/>
          </a:p>
          <a:p>
            <a:pPr marL="0" lvl="0" indent="0">
              <a:buNone/>
            </a:pPr>
            <a:r>
              <a:rPr lang="id-ID" sz="2400" dirty="0" err="1"/>
              <a:t>letter-spacing</a:t>
            </a:r>
            <a:endParaRPr lang="id-ID" sz="2400" dirty="0"/>
          </a:p>
          <a:p>
            <a:pPr marL="0" lvl="0" indent="0">
              <a:buNone/>
            </a:pPr>
            <a:r>
              <a:rPr lang="id-ID" sz="2400" dirty="0" err="1"/>
              <a:t>line-height</a:t>
            </a:r>
            <a:endParaRPr lang="id-ID" sz="2400" dirty="0"/>
          </a:p>
          <a:p>
            <a:pPr marL="0" lvl="0" indent="0">
              <a:buNone/>
            </a:pPr>
            <a:r>
              <a:rPr lang="id-ID" sz="2400" dirty="0" err="1"/>
              <a:t>list-style</a:t>
            </a:r>
            <a:endParaRPr lang="id-ID" sz="2400" dirty="0"/>
          </a:p>
          <a:p>
            <a:pPr marL="0" lvl="0" indent="0">
              <a:buNone/>
            </a:pPr>
            <a:r>
              <a:rPr lang="id-ID" sz="2400" dirty="0" err="1"/>
              <a:t>text-align</a:t>
            </a:r>
            <a:endParaRPr lang="id-ID" sz="2400" dirty="0"/>
          </a:p>
          <a:p>
            <a:pPr marL="0" lvl="0" indent="0">
              <a:buNone/>
            </a:pPr>
            <a:r>
              <a:rPr lang="id-ID" sz="2400" dirty="0" err="1"/>
              <a:t>text-indent</a:t>
            </a:r>
            <a:endParaRPr lang="id-ID" sz="2400" dirty="0"/>
          </a:p>
          <a:p>
            <a:pPr marL="0" lvl="0" indent="0">
              <a:buNone/>
            </a:pPr>
            <a:r>
              <a:rPr lang="id-ID" sz="2400" dirty="0" err="1"/>
              <a:t>text-transform</a:t>
            </a:r>
            <a:endParaRPr lang="id-ID" sz="2400" dirty="0"/>
          </a:p>
          <a:p>
            <a:pPr marL="0" lvl="0" indent="0">
              <a:buNone/>
            </a:pPr>
            <a:r>
              <a:rPr lang="id-ID" sz="2400" dirty="0" err="1"/>
              <a:t>Visibility</a:t>
            </a:r>
            <a:endParaRPr lang="id-ID" sz="2400" dirty="0"/>
          </a:p>
          <a:p>
            <a:pPr marL="0" lvl="0" indent="0">
              <a:buNone/>
            </a:pPr>
            <a:r>
              <a:rPr lang="id-ID" sz="2400" dirty="0" err="1"/>
              <a:t>white-space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641030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3515100" cy="7912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Uji Coba</a:t>
            </a:r>
            <a:endParaRPr dirty="0"/>
          </a:p>
        </p:txBody>
      </p:sp>
      <p:pic>
        <p:nvPicPr>
          <p:cNvPr id="842" name="Google Shape;842;p40"/>
          <p:cNvPicPr preferRelativeResize="0"/>
          <p:nvPr/>
        </p:nvPicPr>
        <p:blipFill rotWithShape="1">
          <a:blip r:embed="rId3">
            <a:alphaModFix/>
          </a:blip>
          <a:srcRect l="19152" t="12318" r="17453" b="13432"/>
          <a:stretch/>
        </p:blipFill>
        <p:spPr>
          <a:xfrm>
            <a:off x="359725" y="4071788"/>
            <a:ext cx="1114326" cy="14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judul 2">
            <a:extLst>
              <a:ext uri="{FF2B5EF4-FFF2-40B4-BE49-F238E27FC236}">
                <a16:creationId xmlns:a16="http://schemas.microsoft.com/office/drawing/2014/main" id="{33A1649A-6347-A46A-B565-1E854C8B1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68252"/>
            <a:ext cx="8946647" cy="375248"/>
          </a:xfrm>
        </p:spPr>
        <p:txBody>
          <a:bodyPr/>
          <a:lstStyle/>
          <a:p>
            <a:pPr algn="ctr"/>
            <a:r>
              <a:rPr lang="it-IT" b="1" dirty="0"/>
              <a:t>elemen &lt;a&gt; tidak mewarisi nilai dari properti color</a:t>
            </a:r>
            <a:endParaRPr lang="id-ID" b="1" dirty="0"/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7F524176-1542-9FDB-AB35-3233F94B5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784" y="635532"/>
            <a:ext cx="6604245" cy="41276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>
          <a:extLst>
            <a:ext uri="{FF2B5EF4-FFF2-40B4-BE49-F238E27FC236}">
              <a16:creationId xmlns:a16="http://schemas.microsoft.com/office/drawing/2014/main" id="{6B2E98D9-2E1B-6E27-CAE6-81C1A2382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0">
            <a:extLst>
              <a:ext uri="{FF2B5EF4-FFF2-40B4-BE49-F238E27FC236}">
                <a16:creationId xmlns:a16="http://schemas.microsoft.com/office/drawing/2014/main" id="{5DAC8995-9419-CA34-DA3F-D3E359900A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3515100" cy="7912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Uji Coba</a:t>
            </a:r>
            <a:endParaRPr dirty="0"/>
          </a:p>
        </p:txBody>
      </p:sp>
      <p:pic>
        <p:nvPicPr>
          <p:cNvPr id="842" name="Google Shape;842;p40">
            <a:extLst>
              <a:ext uri="{FF2B5EF4-FFF2-40B4-BE49-F238E27FC236}">
                <a16:creationId xmlns:a16="http://schemas.microsoft.com/office/drawing/2014/main" id="{A706A29E-8D33-9FF4-CCDB-49FCA8DE48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9152" t="12318" r="17453" b="13432"/>
          <a:stretch/>
        </p:blipFill>
        <p:spPr>
          <a:xfrm>
            <a:off x="359725" y="4071788"/>
            <a:ext cx="1114326" cy="14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judul 2">
            <a:extLst>
              <a:ext uri="{FF2B5EF4-FFF2-40B4-BE49-F238E27FC236}">
                <a16:creationId xmlns:a16="http://schemas.microsoft.com/office/drawing/2014/main" id="{BDB307FF-B788-BB67-516A-C01CBB6F3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68252"/>
            <a:ext cx="8946647" cy="375248"/>
          </a:xfrm>
        </p:spPr>
        <p:txBody>
          <a:bodyPr/>
          <a:lstStyle/>
          <a:p>
            <a:pPr algn="ctr"/>
            <a:r>
              <a:rPr lang="id-ID" b="1" dirty="0"/>
              <a:t>a{“</a:t>
            </a:r>
            <a:r>
              <a:rPr lang="id-ID" b="1" dirty="0" err="1"/>
              <a:t>color</a:t>
            </a:r>
            <a:r>
              <a:rPr lang="id-ID" b="1" dirty="0"/>
              <a:t>: </a:t>
            </a:r>
            <a:r>
              <a:rPr lang="id-ID" b="1" dirty="0" err="1"/>
              <a:t>Inherit</a:t>
            </a:r>
            <a:r>
              <a:rPr lang="id-ID" b="1" dirty="0"/>
              <a:t>”} Artinya: saya akan mewarisi properti yang dimiliki </a:t>
            </a:r>
            <a:r>
              <a:rPr lang="id-ID" b="1" dirty="0" err="1"/>
              <a:t>ortu</a:t>
            </a:r>
            <a:r>
              <a:rPr lang="id-ID" b="1" dirty="0"/>
              <a:t> saya</a:t>
            </a:r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B99F0192-2EAC-B4C6-A22E-13035790B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812" y="631117"/>
            <a:ext cx="6644201" cy="415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062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41"/>
          <p:cNvSpPr txBox="1">
            <a:spLocks noGrp="1"/>
          </p:cNvSpPr>
          <p:nvPr>
            <p:ph type="title"/>
          </p:nvPr>
        </p:nvSpPr>
        <p:spPr>
          <a:xfrm>
            <a:off x="2211000" y="1820849"/>
            <a:ext cx="4722000" cy="15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Woah!</a:t>
            </a:r>
            <a:endParaRPr dirty="0"/>
          </a:p>
        </p:txBody>
      </p:sp>
      <p:grpSp>
        <p:nvGrpSpPr>
          <p:cNvPr id="1232" name="Google Shape;1232;p41"/>
          <p:cNvGrpSpPr/>
          <p:nvPr/>
        </p:nvGrpSpPr>
        <p:grpSpPr>
          <a:xfrm>
            <a:off x="158475" y="152400"/>
            <a:ext cx="1900126" cy="2419350"/>
            <a:chOff x="158475" y="152400"/>
            <a:chExt cx="1900126" cy="2419350"/>
          </a:xfrm>
        </p:grpSpPr>
        <p:pic>
          <p:nvPicPr>
            <p:cNvPr id="1233" name="Google Shape;123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8225" y="152400"/>
              <a:ext cx="1740376" cy="1561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4" name="Google Shape;123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58475" y="690975"/>
              <a:ext cx="1728924" cy="18807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Kawaii Watercolor Work Collegues Meeting by Slidesgo">
  <a:themeElements>
    <a:clrScheme name="Simple Light">
      <a:dk1>
        <a:srgbClr val="493D3A"/>
      </a:dk1>
      <a:lt1>
        <a:srgbClr val="FF847C"/>
      </a:lt1>
      <a:dk2>
        <a:srgbClr val="FF9570"/>
      </a:dk2>
      <a:lt2>
        <a:srgbClr val="FFC710"/>
      </a:lt2>
      <a:accent1>
        <a:srgbClr val="FFF1C2"/>
      </a:accent1>
      <a:accent2>
        <a:srgbClr val="DDEDEF"/>
      </a:accent2>
      <a:accent3>
        <a:srgbClr val="85CCD0"/>
      </a:accent3>
      <a:accent4>
        <a:srgbClr val="64B1CD"/>
      </a:accent4>
      <a:accent5>
        <a:srgbClr val="B3E05E"/>
      </a:accent5>
      <a:accent6>
        <a:srgbClr val="449169"/>
      </a:accent6>
      <a:hlink>
        <a:srgbClr val="64B1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86</Words>
  <Application>Microsoft Office PowerPoint</Application>
  <PresentationFormat>Peragaan Layar (16:9)</PresentationFormat>
  <Paragraphs>21</Paragraphs>
  <Slides>6</Slides>
  <Notes>6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6</vt:i4>
      </vt:variant>
    </vt:vector>
  </HeadingPairs>
  <TitlesOfParts>
    <vt:vector size="10" baseType="lpstr">
      <vt:lpstr>Autour One</vt:lpstr>
      <vt:lpstr>Arial</vt:lpstr>
      <vt:lpstr>Nunito</vt:lpstr>
      <vt:lpstr>Kawaii Watercolor Work Collegues Meeting by Slidesgo</vt:lpstr>
      <vt:lpstr>Inheritance CSS</vt:lpstr>
      <vt:lpstr>Inheritance CSS</vt:lpstr>
      <vt:lpstr>Properti yang Diwariskan</vt:lpstr>
      <vt:lpstr>Uji Coba</vt:lpstr>
      <vt:lpstr>Uji Coba</vt:lpstr>
      <vt:lpstr>Woah!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A. Irgi Irwan. A</cp:lastModifiedBy>
  <cp:revision>16</cp:revision>
  <dcterms:modified xsi:type="dcterms:W3CDTF">2026-05-10T03:41:44Z</dcterms:modified>
</cp:coreProperties>
</file>